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38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3B9A96-E10D-0D75-75EE-444517B64839}" v="12" dt="2026-05-18T17:48:57.9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32E84-E70D-451F-96C2-9AF65BF910CD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62C59-2F09-4850-9455-F4B3034F395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93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NAO MEXER NESSE SLIDE - FIXO</a:t>
            </a:r>
          </a:p>
          <a:p>
            <a:endParaRPr lang="en-BR"/>
          </a:p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8627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8DA63DA6-0F99-F49F-9682-8AF9611B22DD}"/>
              </a:ext>
            </a:extLst>
          </p:cNvPr>
          <p:cNvSpPr txBox="1"/>
          <p:nvPr/>
        </p:nvSpPr>
        <p:spPr>
          <a:xfrm>
            <a:off x="624070" y="3065665"/>
            <a:ext cx="4699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Com a </a:t>
            </a:r>
            <a:r>
              <a:rPr lang="en-US" sz="2800" b="1" err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Playpiso</a:t>
            </a:r>
            <a:r>
              <a:rPr lang="en-US" sz="28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, </a:t>
            </a:r>
            <a:r>
              <a:rPr lang="en-US" sz="2800" b="1" err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dá</a:t>
            </a:r>
            <a:r>
              <a:rPr lang="en-US" sz="28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US" sz="2800" b="1" err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jogo</a:t>
            </a:r>
            <a:r>
              <a:rPr lang="en-US" sz="28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" name="CaixaDeTexto 10">
            <a:extLst>
              <a:ext uri="{FF2B5EF4-FFF2-40B4-BE49-F238E27FC236}">
                <a16:creationId xmlns:a16="http://schemas.microsoft.com/office/drawing/2014/main" id="{3FBF2F0D-CE1F-A467-E83F-8C39963286FA}"/>
              </a:ext>
            </a:extLst>
          </p:cNvPr>
          <p:cNvSpPr txBox="1"/>
          <p:nvPr/>
        </p:nvSpPr>
        <p:spPr>
          <a:xfrm>
            <a:off x="6654478" y="1947697"/>
            <a:ext cx="4699322" cy="2962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Desde 1987, s</a:t>
            </a:r>
            <a:r>
              <a:rPr lang="pt-PT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omos a referência em pisos esportivos e comerciais no Brasil para quem procura agilidade, alta qualidade e experiência impecável. Acreditamos que um mundo com mais esporte, movimento e vibração só tem a ganhar. </a:t>
            </a:r>
          </a:p>
        </p:txBody>
      </p:sp>
      <p:cxnSp>
        <p:nvCxnSpPr>
          <p:cNvPr id="5" name="Conector reto 12">
            <a:extLst>
              <a:ext uri="{FF2B5EF4-FFF2-40B4-BE49-F238E27FC236}">
                <a16:creationId xmlns:a16="http://schemas.microsoft.com/office/drawing/2014/main" id="{4437241C-688D-F1F9-3EB8-0385355DF783}"/>
              </a:ext>
            </a:extLst>
          </p:cNvPr>
          <p:cNvCxnSpPr>
            <a:cxnSpLocks/>
          </p:cNvCxnSpPr>
          <p:nvPr/>
        </p:nvCxnSpPr>
        <p:spPr>
          <a:xfrm flipV="1">
            <a:off x="6067002" y="2564526"/>
            <a:ext cx="0" cy="2048718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2">
            <a:extLst>
              <a:ext uri="{FF2B5EF4-FFF2-40B4-BE49-F238E27FC236}">
                <a16:creationId xmlns:a16="http://schemas.microsoft.com/office/drawing/2014/main" id="{C63DFB47-8AF2-B23A-2B41-6C0B18D0E4FB}"/>
              </a:ext>
            </a:extLst>
          </p:cNvPr>
          <p:cNvCxnSpPr>
            <a:cxnSpLocks/>
          </p:cNvCxnSpPr>
          <p:nvPr/>
        </p:nvCxnSpPr>
        <p:spPr>
          <a:xfrm flipV="1">
            <a:off x="6067002" y="1907155"/>
            <a:ext cx="0" cy="3247839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1570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</cp:revision>
  <dcterms:created xsi:type="dcterms:W3CDTF">2026-05-18T17:47:10Z</dcterms:created>
  <dcterms:modified xsi:type="dcterms:W3CDTF">2026-05-18T17:49:06Z</dcterms:modified>
</cp:coreProperties>
</file>