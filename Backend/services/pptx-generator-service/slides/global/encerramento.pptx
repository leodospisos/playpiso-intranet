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64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3B9A96-E10D-0D75-75EE-444517B64839}" v="44" dt="2026-05-18T17:52:29.156"/>
    <p1510:client id="{500DB933-E33D-C64E-46A5-AA127D80DE03}" v="436" dt="2026-05-18T18:25:53.8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C32E84-E70D-451F-96C2-9AF65BF910CD}" type="datetimeFigureOut">
              <a:t>18/05/2026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062C59-2F09-4850-9455-F4B3034F3957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59379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BR" b="1"/>
              <a:t>MEXER APENAS NO CONTATO.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BR" b="1"/>
            </a:br>
            <a:r>
              <a:rPr lang="en-BR"/>
              <a:t>NÃO DESCONFIGURAR NADA!</a:t>
            </a:r>
          </a:p>
          <a:p>
            <a:endParaRPr lang="en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27C740D-A4AF-9C40-8FFB-99FBBDFCF035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00655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A40D7679-6EE2-4047-44EC-0F216E755CEB}"/>
              </a:ext>
            </a:extLst>
          </p:cNvPr>
          <p:cNvSpPr txBox="1"/>
          <p:nvPr/>
        </p:nvSpPr>
        <p:spPr>
          <a:xfrm>
            <a:off x="2711724" y="2921168"/>
            <a:ext cx="676855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6000" b="1" i="0" u="sng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-Bold"/>
                <a:ea typeface="+mn-ea"/>
                <a:cs typeface="+mn-cs"/>
              </a:rPr>
              <a:t>Vem pro jogo</a:t>
            </a:r>
            <a:endParaRPr kumimoji="0" lang="pt-BR" sz="6000" b="0" i="0" u="sng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9738408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2" baseType="lpstr"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78</cp:revision>
  <dcterms:created xsi:type="dcterms:W3CDTF">2026-05-18T17:47:10Z</dcterms:created>
  <dcterms:modified xsi:type="dcterms:W3CDTF">2026-05-18T18:26:14Z</dcterms:modified>
</cp:coreProperties>
</file>