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0006E-7EEE-9B24-6B0C-E78C402B8888}" v="3" dt="2026-05-26T18:05:00.908"/>
    <p1510:client id="{3FEAA1C6-DCAC-FA2C-4BB8-5ED88BA5CD66}" v="45" dt="2026-05-26T16:51:54.799"/>
    <p1510:client id="{6A50BC40-0F6C-6E56-2F7C-E284124E375E}" v="37" dt="2026-05-25T17:12:14.992"/>
    <p1510:client id="{82DFB376-BD1F-BF6A-D915-D086E54B2465}" v="10" dt="2026-05-26T18:03:04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1">
            <a:extLst>
              <a:ext uri="{FF2B5EF4-FFF2-40B4-BE49-F238E27FC236}">
                <a16:creationId xmlns:a16="http://schemas.microsoft.com/office/drawing/2014/main" id="{57C794CD-198E-483B-C773-A70F811F0012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1C38951-D3F2-567C-5204-785DDF8D14D8}"/>
              </a:ext>
            </a:extLst>
          </p:cNvPr>
          <p:cNvSpPr txBox="1"/>
          <p:nvPr/>
        </p:nvSpPr>
        <p:spPr>
          <a:xfrm>
            <a:off x="2325282" y="922720"/>
            <a:ext cx="28471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Dados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04E3E7C-16D0-F8AF-0BC6-C16CCD5FE8A8}"/>
              </a:ext>
            </a:extLst>
          </p:cNvPr>
          <p:cNvSpPr txBox="1"/>
          <p:nvPr/>
        </p:nvSpPr>
        <p:spPr>
          <a:xfrm>
            <a:off x="39778" y="4431263"/>
            <a:ext cx="1063214" cy="685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err="1">
                <a:solidFill>
                  <a:schemeClr val="bg1"/>
                </a:solidFill>
                <a:latin typeface="Poppins"/>
                <a:cs typeface="Poppins"/>
              </a:rPr>
              <a:t>np</a:t>
            </a: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}}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64FE3FD9-232F-03D1-D474-238BA66AC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47" y="321754"/>
            <a:ext cx="622719" cy="600016"/>
          </a:xfrm>
          <a:prstGeom prst="rect">
            <a:avLst/>
          </a:prstGeom>
        </p:spPr>
      </p:pic>
      <p:sp>
        <p:nvSpPr>
          <p:cNvPr id="11" name="CaixaDeTexto 1">
            <a:extLst>
              <a:ext uri="{FF2B5EF4-FFF2-40B4-BE49-F238E27FC236}">
                <a16:creationId xmlns:a16="http://schemas.microsoft.com/office/drawing/2014/main" id="{51F9E1A7-30A1-4A82-90B8-CA0EEAF1C43D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</a:t>
            </a:r>
            <a:r>
              <a:rPr lang="pt-BR" sz="1400" b="1" err="1">
                <a:solidFill>
                  <a:schemeClr val="bg1"/>
                </a:solidFill>
                <a:latin typeface="Poppins"/>
                <a:cs typeface="Poppins"/>
              </a:rPr>
              <a:t>ds</a:t>
            </a: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}}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CaixaDeTexto 1">
            <a:extLst>
              <a:ext uri="{FF2B5EF4-FFF2-40B4-BE49-F238E27FC236}">
                <a16:creationId xmlns:a16="http://schemas.microsoft.com/office/drawing/2014/main" id="{ECC26BC3-322D-E73D-F9CD-1F6646F05552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/>
                <a:cs typeface="Poppins"/>
              </a:rPr>
              <a:t>{{de}}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CaixaDeTexto 10">
            <a:extLst>
              <a:ext uri="{FF2B5EF4-FFF2-40B4-BE49-F238E27FC236}">
                <a16:creationId xmlns:a16="http://schemas.microsoft.com/office/drawing/2014/main" id="{F2C5E29A-D10C-CA36-B091-DE492AE735E2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33" name="CaixaDeTexto 10">
            <a:extLst>
              <a:ext uri="{FF2B5EF4-FFF2-40B4-BE49-F238E27FC236}">
                <a16:creationId xmlns:a16="http://schemas.microsoft.com/office/drawing/2014/main" id="{4819A0C1-836E-23D3-ED0D-F7EA7716142B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34" name="CaixaDeTexto 10">
            <a:extLst>
              <a:ext uri="{FF2B5EF4-FFF2-40B4-BE49-F238E27FC236}">
                <a16:creationId xmlns:a16="http://schemas.microsoft.com/office/drawing/2014/main" id="{40318AF3-2BC7-A1F7-3085-F5560888ECEF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37" name="CaixaDeTexto 10">
            <a:extLst>
              <a:ext uri="{FF2B5EF4-FFF2-40B4-BE49-F238E27FC236}">
                <a16:creationId xmlns:a16="http://schemas.microsoft.com/office/drawing/2014/main" id="{9C363811-49CA-5743-DA48-87998438BA1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38" name="CaixaDeTexto 10">
            <a:extLst>
              <a:ext uri="{FF2B5EF4-FFF2-40B4-BE49-F238E27FC236}">
                <a16:creationId xmlns:a16="http://schemas.microsoft.com/office/drawing/2014/main" id="{FAFE0301-D765-A669-69FC-05454F548692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39" name="CaixaDeTexto 10">
            <a:extLst>
              <a:ext uri="{FF2B5EF4-FFF2-40B4-BE49-F238E27FC236}">
                <a16:creationId xmlns:a16="http://schemas.microsoft.com/office/drawing/2014/main" id="{2EAF200E-5E09-8C4C-BA5F-5FAB0D8CBFF3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graphicFrame>
        <p:nvGraphicFramePr>
          <p:cNvPr id="53" name="Table 53">
            <a:extLst>
              <a:ext uri="{FF2B5EF4-FFF2-40B4-BE49-F238E27FC236}">
                <a16:creationId xmlns:a16="http://schemas.microsoft.com/office/drawing/2014/main" id="{F56CF370-1E22-9BB8-50ED-F08B5CBE9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31876"/>
              </p:ext>
            </p:extLst>
          </p:nvPr>
        </p:nvGraphicFramePr>
        <p:xfrm>
          <a:off x="2469627" y="1721928"/>
          <a:ext cx="8704972" cy="412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486">
                  <a:extLst>
                    <a:ext uri="{9D8B030D-6E8A-4147-A177-3AD203B41FA5}">
                      <a16:colId xmlns:a16="http://schemas.microsoft.com/office/drawing/2014/main" val="571116562"/>
                    </a:ext>
                  </a:extLst>
                </a:gridCol>
                <a:gridCol w="4352486">
                  <a:extLst>
                    <a:ext uri="{9D8B030D-6E8A-4147-A177-3AD203B41FA5}">
                      <a16:colId xmlns:a16="http://schemas.microsoft.com/office/drawing/2014/main" val="940068363"/>
                    </a:ext>
                  </a:extLst>
                </a:gridCol>
              </a:tblGrid>
              <a:tr h="10312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Nome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</a:t>
                      </a:r>
                      <a:r>
                        <a:rPr lang="pt-BR" sz="120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nome_razao_social</a:t>
                      </a:r>
                      <a:r>
                        <a:rPr lang="pt-BR" sz="120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 }}</a:t>
                      </a:r>
                      <a:endParaRPr lang="en-BR" sz="110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Contato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kern="1200" noProof="0">
                          <a:solidFill>
                            <a:schemeClr val="tx1"/>
                          </a:solidFill>
                          <a:latin typeface="Poppins"/>
                          <a:ea typeface="+mn-ea"/>
                          <a:cs typeface="Poppins"/>
                        </a:rPr>
                        <a:t>{{ </a:t>
                      </a:r>
                      <a:r>
                        <a:rPr lang="pt-BR" sz="1200" b="1" i="0" u="none" strike="noStrike" kern="1200" noProof="0" err="1">
                          <a:solidFill>
                            <a:schemeClr val="tx1"/>
                          </a:solidFill>
                          <a:latin typeface="Poppins"/>
                          <a:ea typeface="+mn-ea"/>
                          <a:cs typeface="Poppins"/>
                        </a:rPr>
                        <a:t>nome_contato</a:t>
                      </a:r>
                      <a:r>
                        <a:rPr lang="pt-BR" sz="1200" b="1" i="0" u="none" strike="noStrike" kern="1200" noProof="0">
                          <a:solidFill>
                            <a:schemeClr val="tx1"/>
                          </a:solidFill>
                          <a:latin typeface="Poppins"/>
                          <a:ea typeface="+mn-ea"/>
                          <a:cs typeface="Poppins"/>
                        </a:rPr>
                        <a:t> }}</a:t>
                      </a: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28332"/>
                  </a:ext>
                </a:extLst>
              </a:tr>
              <a:tr h="10312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 b="1" err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Endereço</a:t>
                      </a:r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noProof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</a:t>
                      </a:r>
                      <a:r>
                        <a:rPr lang="pt-BR" sz="1200" b="1" i="0" u="none" strike="noStrike" noProof="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endereco_cliente</a:t>
                      </a:r>
                      <a:r>
                        <a:rPr lang="pt-BR" sz="1200" b="1" i="0" u="none" strike="noStrike" noProof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 }}</a:t>
                      </a:r>
                      <a:endParaRPr lang="pt-BR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04552"/>
                  </a:ext>
                </a:extLst>
              </a:tr>
              <a:tr h="10312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 b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Telefone</a:t>
                      </a:r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noProof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telefone }}</a:t>
                      </a:r>
                      <a:endParaRPr lang="pt-BR" sz="1200" b="1" i="0" u="none" strike="noStrike" noProof="0">
                        <a:solidFill>
                          <a:srgbClr val="FFFFFF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 b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E-Mail</a:t>
                      </a:r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noProof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</a:t>
                      </a:r>
                      <a:r>
                        <a:rPr lang="pt-BR" sz="1200" b="1" i="0" u="none" strike="noStrike" noProof="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email</a:t>
                      </a:r>
                      <a:r>
                        <a:rPr lang="pt-BR" sz="1200" b="1" i="0" u="none" strike="noStrike" noProof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 }}</a:t>
                      </a: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255450"/>
                  </a:ext>
                </a:extLst>
              </a:tr>
              <a:tr h="10312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 b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Local da obra</a:t>
                      </a:r>
                      <a:endParaRPr lang="pt-BR"/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noProof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</a:t>
                      </a:r>
                      <a:r>
                        <a:rPr lang="pt-BR" sz="1200" b="1" i="0" u="none" strike="noStrike" noProof="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local_obra</a:t>
                      </a:r>
                      <a:r>
                        <a:rPr lang="pt-BR" sz="1200" b="1" i="0" u="none" strike="noStrike" noProof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 }}</a:t>
                      </a:r>
                      <a:endParaRPr lang="pt-BR" sz="1200" b="1" i="0" u="none" strike="noStrike" noProof="0">
                        <a:solidFill>
                          <a:srgbClr val="FFFFFF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050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Personalizar</PresentationFormat>
  <Slides>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8</cp:revision>
  <dcterms:created xsi:type="dcterms:W3CDTF">2013-01-27T09:14:16Z</dcterms:created>
  <dcterms:modified xsi:type="dcterms:W3CDTF">2026-05-26T18:05:19Z</dcterms:modified>
  <cp:category/>
</cp:coreProperties>
</file>