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245341-C7D0-80D5-886D-D61F1A247C02}" v="22" dt="2026-05-26T18:20:21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NO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75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3">
            <a:extLst>
              <a:ext uri="{FF2B5EF4-FFF2-40B4-BE49-F238E27FC236}">
                <a16:creationId xmlns:a16="http://schemas.microsoft.com/office/drawing/2014/main" id="{C5E4E1BB-A7E5-F34E-BECF-5D495771C952}"/>
              </a:ext>
            </a:extLst>
          </p:cNvPr>
          <p:cNvSpPr txBox="1"/>
          <p:nvPr/>
        </p:nvSpPr>
        <p:spPr>
          <a:xfrm>
            <a:off x="2104811" y="1184478"/>
            <a:ext cx="9577437" cy="262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Frete dos materiais e equipamentos necessários  à execução dos serviços;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Transporte e condução para equipe de serviços;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Alojamento e alimentação para equipe de serviços;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Visitas de engenheiro na obra;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Fornecimento de mão de obra especializada, maquinário, ferramentas necessárias à execução dos serviços de acordo com as especificações técnicas acima descritas;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Encargos sociais, operacionais e tributos devidos, limpeza final da obra e </a:t>
            </a:r>
            <a:r>
              <a:rPr lang="pt-BR" sz="120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EPI’s</a:t>
            </a: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(equipamentos de proteção individual); </a:t>
            </a: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EBC378A7-E18A-3AAC-BC83-0730793DB6AD}"/>
              </a:ext>
            </a:extLst>
          </p:cNvPr>
          <p:cNvSpPr txBox="1"/>
          <p:nvPr/>
        </p:nvSpPr>
        <p:spPr>
          <a:xfrm>
            <a:off x="2104811" y="322704"/>
            <a:ext cx="627801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6. Regras do Jogo</a:t>
            </a:r>
            <a:endParaRPr lang="pt-BR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  <a:p>
            <a:pPr>
              <a:defRPr/>
            </a:pPr>
            <a:r>
              <a:rPr lang="pt-BR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Responsabilidades da Contratada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2C39D7C8-AC8B-F430-7095-C4FE5FE4C5D4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CE4C9C5-A7AB-5413-F8B2-2D160D965F3D}"/>
              </a:ext>
            </a:extLst>
          </p:cNvPr>
          <p:cNvSpPr txBox="1"/>
          <p:nvPr/>
        </p:nvSpPr>
        <p:spPr>
          <a:xfrm>
            <a:off x="39778" y="4431263"/>
            <a:ext cx="1063214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{{np}} </a:t>
            </a:r>
          </a:p>
        </p:txBody>
      </p:sp>
      <p:pic>
        <p:nvPicPr>
          <p:cNvPr id="9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EA0AEE6C-72F4-0B24-79FB-CD8B04E53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">
            <a:extLst>
              <a:ext uri="{FF2B5EF4-FFF2-40B4-BE49-F238E27FC236}">
                <a16:creationId xmlns:a16="http://schemas.microsoft.com/office/drawing/2014/main" id="{2DB783BF-87D4-CED5-573C-D12044ED3AD4}"/>
              </a:ext>
            </a:extLst>
          </p:cNvPr>
          <p:cNvSpPr txBox="1"/>
          <p:nvPr/>
        </p:nvSpPr>
        <p:spPr>
          <a:xfrm>
            <a:off x="39778" y="5231827"/>
            <a:ext cx="1239132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{{ds}}</a:t>
            </a:r>
            <a:endParaRPr lang="pt-BR" sz="14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CaixaDeTexto 1">
            <a:extLst>
              <a:ext uri="{FF2B5EF4-FFF2-40B4-BE49-F238E27FC236}">
                <a16:creationId xmlns:a16="http://schemas.microsoft.com/office/drawing/2014/main" id="{0AEA38E2-CB6E-3C87-2EA5-88DBE11B0FD9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{{de}}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F1C492DC-FBB7-85E4-1B2D-27BD1E9D22D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25" name="CaixaDeTexto 10">
            <a:extLst>
              <a:ext uri="{FF2B5EF4-FFF2-40B4-BE49-F238E27FC236}">
                <a16:creationId xmlns:a16="http://schemas.microsoft.com/office/drawing/2014/main" id="{9ED4D0B9-BD79-02E7-6CFE-FA2EE3A92429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27" name="CaixaDeTexto 10">
            <a:extLst>
              <a:ext uri="{FF2B5EF4-FFF2-40B4-BE49-F238E27FC236}">
                <a16:creationId xmlns:a16="http://schemas.microsoft.com/office/drawing/2014/main" id="{5F5C6DD9-DD4D-A75B-A54E-E488D6585C4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29" name="CaixaDeTexto 10">
            <a:extLst>
              <a:ext uri="{FF2B5EF4-FFF2-40B4-BE49-F238E27FC236}">
                <a16:creationId xmlns:a16="http://schemas.microsoft.com/office/drawing/2014/main" id="{B707CC57-BBED-DE84-7206-10F2A391BDD1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31" name="CaixaDeTexto 10">
            <a:extLst>
              <a:ext uri="{FF2B5EF4-FFF2-40B4-BE49-F238E27FC236}">
                <a16:creationId xmlns:a16="http://schemas.microsoft.com/office/drawing/2014/main" id="{8252427E-F2B6-EB71-4D59-06C8D5096795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33" name="CaixaDeTexto 10">
            <a:extLst>
              <a:ext uri="{FF2B5EF4-FFF2-40B4-BE49-F238E27FC236}">
                <a16:creationId xmlns:a16="http://schemas.microsoft.com/office/drawing/2014/main" id="{429D265D-C8B4-3EB0-C701-6B71687088D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5301619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</cp:revision>
  <dcterms:created xsi:type="dcterms:W3CDTF">2026-05-18T17:47:10Z</dcterms:created>
  <dcterms:modified xsi:type="dcterms:W3CDTF">2026-05-26T18:20:25Z</dcterms:modified>
</cp:coreProperties>
</file>