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41B10F-A1A1-D5F1-9076-53EA8486EE67}" v="13" dt="2026-05-26T22:54:00.723"/>
    <p1510:client id="{65108A40-012A-D12E-02C7-0A545B7A839A}" v="54" dt="2026-05-26T18:04:49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550D1-219E-4B53-A522-9B245522E889}" type="datetimeFigureOut"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6ABCA-B24F-4668-9ABF-F6AE13A694B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624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403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253F9D74-5021-4F65-84A3-772DC405F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67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3" name="CaixaDeTexto 17">
            <a:extLst>
              <a:ext uri="{FF2B5EF4-FFF2-40B4-BE49-F238E27FC236}">
                <a16:creationId xmlns:a16="http://schemas.microsoft.com/office/drawing/2014/main" id="{C0CA1E5A-9F36-C554-24B3-CBDA6372F5F4}"/>
              </a:ext>
            </a:extLst>
          </p:cNvPr>
          <p:cNvSpPr txBox="1"/>
          <p:nvPr/>
        </p:nvSpPr>
        <p:spPr>
          <a:xfrm>
            <a:off x="2104810" y="852212"/>
            <a:ext cx="9809795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pt-BR" sz="1600" b="1">
              <a:solidFill>
                <a:srgbClr val="FF0000"/>
              </a:solidFill>
              <a:latin typeface="Poppins"/>
              <a:ea typeface="Times New Roman" panose="02020603050405020304" pitchFamily="18" charset="0"/>
              <a:cs typeface="Poppins"/>
            </a:endParaRPr>
          </a:p>
          <a:p>
            <a:r>
              <a:rPr lang="pt-BR" sz="1600" b="1">
                <a:solidFill>
                  <a:srgbClr val="FF0000"/>
                </a:solidFill>
                <a:latin typeface="Poppins"/>
                <a:ea typeface="Times New Roman" panose="02020603050405020304" pitchFamily="18" charset="0"/>
                <a:cs typeface="Poppins"/>
              </a:rPr>
              <a:t>1. Projeto</a:t>
            </a:r>
            <a:endParaRPr lang="pt-BR" sz="1600" b="1">
              <a:solidFill>
                <a:srgbClr val="000000"/>
              </a:solidFill>
              <a:latin typeface="Poppins"/>
              <a:ea typeface="Times New Roman" panose="02020603050405020304" pitchFamily="18" charset="0"/>
              <a:cs typeface="Poppins"/>
            </a:endParaRPr>
          </a:p>
          <a:p>
            <a:r>
              <a:rPr lang="pt-BR" sz="1600" b="1">
                <a:solidFill>
                  <a:srgbClr val="000000"/>
                </a:solidFill>
                <a:latin typeface="Poppins"/>
                <a:ea typeface="Times New Roman" panose="02020603050405020304" pitchFamily="18" charset="0"/>
                <a:cs typeface="Poppins"/>
              </a:rPr>
              <a:t> {{ sumario }}</a:t>
            </a:r>
            <a:endParaRPr lang="pt-BR"/>
          </a:p>
          <a:p>
            <a:pPr lvl="0">
              <a:lnSpc>
                <a:spcPct val="250000"/>
              </a:lnSpc>
            </a:pPr>
            <a:r>
              <a:rPr lang="pt-BR" sz="1600" b="1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2. Investimento</a:t>
            </a:r>
          </a:p>
          <a:p>
            <a:pPr lvl="0"/>
            <a:endParaRPr lang="pt-BR" sz="1400" b="1">
              <a:solidFill>
                <a:srgbClr val="FF0000"/>
              </a:solidFill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600" b="1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3. Condições de Pagamento</a:t>
            </a:r>
          </a:p>
          <a:p>
            <a:pPr lvl="0"/>
            <a:endParaRPr lang="pt-BR" sz="1400" b="1">
              <a:solidFill>
                <a:srgbClr val="FF0000"/>
              </a:solidFill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600" b="1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4. Prazos</a:t>
            </a:r>
          </a:p>
          <a:p>
            <a:pPr lvl="0"/>
            <a:endParaRPr lang="pt-BR" sz="1400" b="1">
              <a:solidFill>
                <a:srgbClr val="FF0000"/>
              </a:solidFill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600" b="1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5. Garantia</a:t>
            </a:r>
          </a:p>
          <a:p>
            <a:pPr lvl="0"/>
            <a:endParaRPr lang="pt-BR" sz="1600" b="1">
              <a:solidFill>
                <a:srgbClr val="FF0000"/>
              </a:solidFill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600" b="1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6</a:t>
            </a:r>
            <a:r>
              <a:rPr lang="pt-BR" sz="1600" b="1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. Responsabilidades da Contratada</a:t>
            </a:r>
          </a:p>
          <a:p>
            <a:pPr lvl="0"/>
            <a:endParaRPr lang="pt-BR" sz="1400" b="1">
              <a:solidFill>
                <a:srgbClr val="FF0000"/>
              </a:solidFill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600" b="1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7</a:t>
            </a:r>
            <a:r>
              <a:rPr lang="pt-BR" sz="1600" b="1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. Responsabilidades do Contratante</a:t>
            </a:r>
          </a:p>
          <a:p>
            <a:pPr lvl="0"/>
            <a:endParaRPr lang="pt-BR" sz="1400" b="1">
              <a:solidFill>
                <a:srgbClr val="FF0000"/>
              </a:solidFill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r>
              <a:rPr lang="pt-BR" sz="1600" b="1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8</a:t>
            </a:r>
            <a:r>
              <a:rPr lang="pt-BR" sz="1600" b="1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. Considerações Gerais</a:t>
            </a:r>
          </a:p>
        </p:txBody>
      </p:sp>
      <p:sp>
        <p:nvSpPr>
          <p:cNvPr id="31" name="CaixaDeTexto 15">
            <a:extLst>
              <a:ext uri="{FF2B5EF4-FFF2-40B4-BE49-F238E27FC236}">
                <a16:creationId xmlns:a16="http://schemas.microsoft.com/office/drawing/2014/main" id="{5B7FCF8A-1C73-1893-254C-F8C34FD1384B}"/>
              </a:ext>
            </a:extLst>
          </p:cNvPr>
          <p:cNvSpPr txBox="1"/>
          <p:nvPr/>
        </p:nvSpPr>
        <p:spPr>
          <a:xfrm>
            <a:off x="2104811" y="317431"/>
            <a:ext cx="28471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Sumário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7C794CD-198E-483B-C773-A70F811F0012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ixaDeTexto 1">
            <a:extLst>
              <a:ext uri="{FF2B5EF4-FFF2-40B4-BE49-F238E27FC236}">
                <a16:creationId xmlns:a16="http://schemas.microsoft.com/office/drawing/2014/main" id="{704E3E7C-16D0-F8AF-0BC6-C16CCD5FE8A8}"/>
              </a:ext>
            </a:extLst>
          </p:cNvPr>
          <p:cNvSpPr txBox="1"/>
          <p:nvPr/>
        </p:nvSpPr>
        <p:spPr>
          <a:xfrm>
            <a:off x="39778" y="4431263"/>
            <a:ext cx="1063214" cy="6850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{{</a:t>
            </a:r>
            <a:r>
              <a:rPr lang="pt-BR" sz="1400" b="1" err="1">
                <a:solidFill>
                  <a:schemeClr val="bg1"/>
                </a:solidFill>
                <a:latin typeface="Poppins"/>
                <a:cs typeface="Poppins"/>
              </a:rPr>
              <a:t>np</a:t>
            </a: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}}</a:t>
            </a:r>
            <a:endParaRPr lang="pt-BR" sz="14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CaixaDeTexto 1">
            <a:extLst>
              <a:ext uri="{FF2B5EF4-FFF2-40B4-BE49-F238E27FC236}">
                <a16:creationId xmlns:a16="http://schemas.microsoft.com/office/drawing/2014/main" id="{51F9E1A7-30A1-4A82-90B8-CA0EEAF1C43D}"/>
              </a:ext>
            </a:extLst>
          </p:cNvPr>
          <p:cNvSpPr txBox="1"/>
          <p:nvPr/>
        </p:nvSpPr>
        <p:spPr>
          <a:xfrm>
            <a:off x="39778" y="5231827"/>
            <a:ext cx="1239132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Solicitação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{{</a:t>
            </a:r>
            <a:r>
              <a:rPr lang="pt-BR" sz="1400" b="1" err="1">
                <a:solidFill>
                  <a:schemeClr val="bg1"/>
                </a:solidFill>
                <a:latin typeface="Poppins"/>
                <a:cs typeface="Poppins"/>
              </a:rPr>
              <a:t>ds</a:t>
            </a: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}}</a:t>
            </a:r>
            <a:endParaRPr lang="pt-BR" sz="14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CaixaDeTexto 1">
            <a:extLst>
              <a:ext uri="{FF2B5EF4-FFF2-40B4-BE49-F238E27FC236}">
                <a16:creationId xmlns:a16="http://schemas.microsoft.com/office/drawing/2014/main" id="{ECC26BC3-322D-E73D-F9CD-1F6646F05552}"/>
              </a:ext>
            </a:extLst>
          </p:cNvPr>
          <p:cNvSpPr txBox="1"/>
          <p:nvPr/>
        </p:nvSpPr>
        <p:spPr>
          <a:xfrm>
            <a:off x="39778" y="6032391"/>
            <a:ext cx="1239132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Envio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{{de}}</a:t>
            </a:r>
            <a:endParaRPr lang="pt-BR" sz="14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CaixaDeTexto 10">
            <a:extLst>
              <a:ext uri="{FF2B5EF4-FFF2-40B4-BE49-F238E27FC236}">
                <a16:creationId xmlns:a16="http://schemas.microsoft.com/office/drawing/2014/main" id="{F2C5E29A-D10C-CA36-B091-DE492AE735E2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819A0C1-836E-23D3-ED0D-F7EA7716142B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2" name="CaixaDeTexto 10">
            <a:extLst>
              <a:ext uri="{FF2B5EF4-FFF2-40B4-BE49-F238E27FC236}">
                <a16:creationId xmlns:a16="http://schemas.microsoft.com/office/drawing/2014/main" id="{40318AF3-2BC7-A1F7-3085-F5560888ECEF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9C363811-49CA-5743-DA48-87998438BA15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4" name="CaixaDeTexto 10">
            <a:extLst>
              <a:ext uri="{FF2B5EF4-FFF2-40B4-BE49-F238E27FC236}">
                <a16:creationId xmlns:a16="http://schemas.microsoft.com/office/drawing/2014/main" id="{FAFE0301-D765-A669-69FC-05454F548692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2EAF200E-5E09-8C4C-BA5F-5FAB0D8CBFF3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pic>
        <p:nvPicPr>
          <p:cNvPr id="28" name="Imagem 27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2EBCB69-E06C-6F05-0E40-203F61E50B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7175" y="309563"/>
            <a:ext cx="6286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486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21</cp:revision>
  <dcterms:created xsi:type="dcterms:W3CDTF">2026-05-18T17:57:41Z</dcterms:created>
  <dcterms:modified xsi:type="dcterms:W3CDTF">2026-05-26T22:54:01Z</dcterms:modified>
</cp:coreProperties>
</file>