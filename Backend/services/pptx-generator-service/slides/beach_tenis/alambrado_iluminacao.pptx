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39713-0512-C67C-204F-D2DDBB6D81DE}" v="58" dt="2026-05-19T13:35:47.765"/>
    <p1510:client id="{6CD53C63-FED2-8C4B-4834-10693650F88C}" v="29" dt="2026-05-18T20:14:08.032"/>
    <p1510:client id="{9CBCD010-782C-0850-8D44-E6066385A588}" v="20" dt="2026-05-19T19:59:16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95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326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Alambrado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D8EA3C-57D3-ACFC-F785-5BCD06B17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917069"/>
            <a:ext cx="9613576" cy="24349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</a:t>
            </a:r>
            <a:r>
              <a:rPr lang="pt-BR" sz="1200" dirty="0" err="1">
                <a:latin typeface="Poppins"/>
                <a:cs typeface="Poppins"/>
              </a:rPr>
              <a:t>alambrado_descricao</a:t>
            </a:r>
            <a:r>
              <a:rPr lang="pt-BR" sz="1200" dirty="0">
                <a:latin typeface="Poppins"/>
                <a:cs typeface="Poppins"/>
              </a:rPr>
              <a:t>}}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quantidade_portoes</a:t>
            </a:r>
            <a:r>
              <a:rPr lang="pt-BR" sz="1200" dirty="0">
                <a:latin typeface="Poppins"/>
                <a:cs typeface="Poppins"/>
              </a:rPr>
              <a:t> }} portões de acesso com dimensões </a:t>
            </a:r>
            <a:r>
              <a:rPr lang="pt-BR" sz="1200" dirty="0">
                <a:latin typeface="Poppins"/>
                <a:ea typeface="+mn-lt"/>
                <a:cs typeface="Poppins"/>
              </a:rPr>
              <a:t>de {{ </a:t>
            </a:r>
            <a:r>
              <a:rPr lang="pt-BR" sz="1200" dirty="0" err="1">
                <a:latin typeface="Poppins"/>
                <a:ea typeface="+mn-lt"/>
                <a:cs typeface="Poppins"/>
              </a:rPr>
              <a:t>dimensoes_portoes</a:t>
            </a:r>
            <a:r>
              <a:rPr lang="pt-BR" sz="1200" dirty="0">
                <a:latin typeface="Poppins"/>
                <a:ea typeface="+mn-lt"/>
                <a:cs typeface="Poppins"/>
              </a:rPr>
              <a:t> }};</a:t>
            </a:r>
            <a:endParaRPr lang="pt-BR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Tubos galvanizados </a:t>
            </a:r>
            <a:r>
              <a:rPr lang="pt-BR" sz="1200" dirty="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{{ </a:t>
            </a:r>
            <a:r>
              <a:rPr lang="pt-BR" sz="1200" dirty="0" err="1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galvanizacao</a:t>
            </a:r>
            <a:r>
              <a:rPr lang="pt-BR" sz="1200" dirty="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 }}</a:t>
            </a:r>
            <a:r>
              <a:rPr lang="pt-BR" sz="1200" dirty="0">
                <a:latin typeface="Poppins"/>
                <a:ea typeface="Calibri"/>
                <a:cs typeface="Poppins"/>
              </a:rPr>
              <a:t>,</a:t>
            </a:r>
            <a:r>
              <a:rPr lang="pt-BR" sz="1200" dirty="0">
                <a:latin typeface="Poppins"/>
                <a:cs typeface="Poppins"/>
              </a:rPr>
              <a:t> sendo os tubos verticais com diâmetro de 48,30mm e espessura de 2,25mm e os tubos horizontais com diâmetro de 42,60mm e espessura de 2,00mm pintados na cor verde;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Tela malha 2” x 2” fio 14 revestida em PVC verde;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</a:t>
            </a:r>
            <a:r>
              <a:rPr lang="pt-BR" sz="1200" dirty="0" err="1">
                <a:latin typeface="Poppins"/>
                <a:cs typeface="Poppins"/>
              </a:rPr>
              <a:t>travamento_descricao</a:t>
            </a:r>
            <a:r>
              <a:rPr lang="pt-BR" sz="1200" dirty="0">
                <a:latin typeface="Poppins"/>
                <a:cs typeface="Poppins"/>
              </a:rPr>
              <a:t>}}</a:t>
            </a:r>
          </a:p>
        </p:txBody>
      </p:sp>
      <p:sp>
        <p:nvSpPr>
          <p:cNvPr id="8" name="CaixaDeTexto 15">
            <a:extLst>
              <a:ext uri="{FF2B5EF4-FFF2-40B4-BE49-F238E27FC236}">
                <a16:creationId xmlns:a16="http://schemas.microsoft.com/office/drawing/2014/main" id="{E0F6D512-0EF9-9DC2-8141-6E8E7D5B6CB8}"/>
              </a:ext>
            </a:extLst>
          </p:cNvPr>
          <p:cNvSpPr txBox="1"/>
          <p:nvPr/>
        </p:nvSpPr>
        <p:spPr>
          <a:xfrm>
            <a:off x="2278230" y="3429000"/>
            <a:ext cx="2683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Iluminação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CB34BB-B51A-85FB-7C1F-555C9561AA65}"/>
              </a:ext>
            </a:extLst>
          </p:cNvPr>
          <p:cNvSpPr txBox="1">
            <a:spLocks/>
          </p:cNvSpPr>
          <p:nvPr/>
        </p:nvSpPr>
        <p:spPr>
          <a:xfrm>
            <a:off x="2104811" y="3937283"/>
            <a:ext cx="9690952" cy="1671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quantidade_projetores</a:t>
            </a:r>
            <a:r>
              <a:rPr lang="pt-BR" sz="1200" dirty="0">
                <a:latin typeface="Poppins"/>
                <a:cs typeface="Poppins"/>
              </a:rPr>
              <a:t> }} projetores em módulo de LED {{ </a:t>
            </a:r>
            <a:r>
              <a:rPr lang="pt-BR" sz="1200" dirty="0" err="1">
                <a:latin typeface="Poppins"/>
                <a:cs typeface="Poppins"/>
              </a:rPr>
              <a:t>potencia_projetores</a:t>
            </a:r>
            <a:r>
              <a:rPr lang="pt-BR" sz="1200" dirty="0">
                <a:latin typeface="Poppins"/>
                <a:cs typeface="Poppins"/>
              </a:rPr>
              <a:t> }}W;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quantidade_postes_iluminacao</a:t>
            </a:r>
            <a:r>
              <a:rPr lang="pt-BR" sz="1200" dirty="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 </a:t>
            </a:r>
            <a:r>
              <a:rPr lang="pt-BR" sz="1200" dirty="0">
                <a:latin typeface="Poppins"/>
                <a:cs typeface="Poppins"/>
              </a:rPr>
              <a:t>}} postes </a:t>
            </a:r>
            <a:r>
              <a:rPr lang="pt-BR" sz="1200" dirty="0" err="1">
                <a:latin typeface="Poppins"/>
                <a:cs typeface="Poppins"/>
              </a:rPr>
              <a:t>telecônicos</a:t>
            </a:r>
            <a:r>
              <a:rPr lang="pt-BR" sz="1200" dirty="0">
                <a:latin typeface="Poppins"/>
                <a:cs typeface="Poppins"/>
              </a:rPr>
              <a:t> metálicos, galvanizados a fogo, diâmetro de 114,40mm a 76,00mm e espessura de 2,25mm, com altura livre de 8,00m com pintura especial na cor verde;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quantidade</a:t>
            </a:r>
            <a:r>
              <a:rPr lang="pt-BR" sz="1200" dirty="0" err="1">
                <a:latin typeface="Poppins"/>
                <a:ea typeface="Calibri"/>
                <a:cs typeface="Poppins"/>
              </a:rPr>
              <a:t>_cruzetas</a:t>
            </a:r>
            <a:r>
              <a:rPr lang="pt-BR" sz="1200" dirty="0">
                <a:latin typeface="Poppins"/>
                <a:cs typeface="Poppins"/>
              </a:rPr>
              <a:t> }} cruzetas simples para </a:t>
            </a:r>
            <a:r>
              <a:rPr lang="pt-BR" sz="1200" dirty="0" err="1">
                <a:latin typeface="Poppins"/>
                <a:cs typeface="Poppins"/>
              </a:rPr>
              <a:t>xx</a:t>
            </a:r>
            <a:r>
              <a:rPr lang="pt-BR" sz="1200" dirty="0">
                <a:latin typeface="Poppins"/>
                <a:cs typeface="Poppins"/>
              </a:rPr>
              <a:t> projetores, galvanizadas a fogo, com pintura especial na cor verde.</a:t>
            </a:r>
          </a:p>
        </p:txBody>
      </p:sp>
    </p:spTree>
    <p:extLst>
      <p:ext uri="{BB962C8B-B14F-4D97-AF65-F5344CB8AC3E}">
        <p14:creationId xmlns:p14="http://schemas.microsoft.com/office/powerpoint/2010/main" val="21099407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</cp:revision>
  <dcterms:created xsi:type="dcterms:W3CDTF">2026-05-18T18:29:53Z</dcterms:created>
  <dcterms:modified xsi:type="dcterms:W3CDTF">2026-05-19T19:59:24Z</dcterms:modified>
</cp:coreProperties>
</file>