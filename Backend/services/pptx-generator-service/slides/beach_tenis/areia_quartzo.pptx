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9" dt="2026-05-18T19:06:01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00262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2" y="1399923"/>
            <a:ext cx="9752892" cy="5135374"/>
          </a:xfrm>
        </p:spPr>
        <p:txBody>
          <a:bodyPr>
            <a:noAutofit/>
          </a:bodyPr>
          <a:lstStyle/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 pitchFamily="2" charset="77"/>
                <a:cs typeface="Poppins" pitchFamily="2" charset="77"/>
              </a:rPr>
              <a:t>Execução de mureta perimetral com 60cm de altura para contenção da areia;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Abertura de valas para execução de drenos subterrâneos com largura e profundidade variáveis para boa captação das águas pluviais com drenos envelopados com manta de </a:t>
            </a:r>
            <a:r>
              <a:rPr lang="pt-BR" sz="1200" err="1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bidim</a:t>
            </a: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 e pedra n 01;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Aplicação de camada de 15cm de brita n 01 em toda área da quadra;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Aplicação de manta geotêxtil de </a:t>
            </a:r>
            <a:r>
              <a:rPr lang="pt-BR" sz="1200" err="1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bidim</a:t>
            </a: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 em toda área da quadra;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Fornecimento e colocação de areia de quartzo especial AG 70/80 tratada  para prática de Beach Tennis com espessura média altura de {{ espessura_areia }}cm;</a:t>
            </a:r>
            <a:r>
              <a:rPr lang="pt-BR" sz="1200" b="1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/>
            </a: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/>
            </a:r>
            <a:r>
              <a:rPr lang="pt-BR" sz="1200">
                <a:solidFill>
                  <a:srgbClr val="1E1E1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pt-BR" sz="1200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 </a:t>
            </a:r>
            <a:r>
              <a:rPr lang="pt-BR" sz="1200" b="1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areia de quartzo</a:t>
            </a:r>
            <a:r>
              <a:rPr lang="pt-BR" sz="1200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, composta principalmente de grãos de sílica, é dura e resistente ao desgaste. Seus grãos de tamanho médio a fino angulosos proporcionam boa aderência, reduzindo o risco de escorregões. A areia de quartzo permite boa compactação e estabilidade, além de ter excelentes propriedades de drenagem, evitando acúmulo de água e mantendo a quadra jogável após chuvas. É mais durável que a areia de rio, exigindo menos manutenção, o que a torna ideal para competições e treinos de alto nível. A areia de quartzo passa por um tratamento contra fungos com produtos à base de cloro ou outras soluções antifúngicas.</a:t>
            </a:r>
            <a:endParaRPr lang="pt-BR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Demarcação com fita de PVC específica para o jogo de areia.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2" y="322704"/>
            <a:ext cx="97528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Sistema de drenagem, mureta e </a:t>
            </a:r>
            <a:r>
              <a:rPr lang="pt-BR" sz="3200" b="1">
                <a:solidFill>
                  <a:srgbClr val="FF0000"/>
                </a:solidFill>
                <a:highlight>
                  <a:srgbClr val="FFFF00"/>
                </a:highlight>
                <a:latin typeface="Poppins Bold" panose="00000800000000000000" pitchFamily="2" charset="0"/>
                <a:cs typeface="Poppins Bold" panose="00000800000000000000" pitchFamily="2" charset="0"/>
              </a:rPr>
              <a:t>areia de  quartzo especial tratada  </a:t>
            </a:r>
            <a:endParaRPr lang="pt-BR" sz="2800" b="1">
              <a:solidFill>
                <a:srgbClr val="FF0000"/>
              </a:solidFill>
              <a:highlight>
                <a:srgbClr val="FFFF00"/>
              </a:highlight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6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2026-05-18T18:29:53Z</dcterms:created>
  <dcterms:modified xsi:type="dcterms:W3CDTF">2026-05-18T19:06:06Z</dcterms:modified>
</cp:coreProperties>
</file>