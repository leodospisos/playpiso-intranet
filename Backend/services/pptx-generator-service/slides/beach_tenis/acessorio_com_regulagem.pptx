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15" dt="2026-05-18T19:08:16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9269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921F-CF60-89F3-DC19-3EFE4580E691}"/>
              </a:ext>
            </a:extLst>
          </p:cNvPr>
          <p:cNvSpPr txBox="1">
            <a:spLocks/>
          </p:cNvSpPr>
          <p:nvPr/>
        </p:nvSpPr>
        <p:spPr>
          <a:xfrm>
            <a:off x="2104811" y="922720"/>
            <a:ext cx="9608968" cy="2963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  <a:buNone/>
            </a:pPr>
            <a:r>
              <a:rPr lang="pt-BR" sz="14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  regulagem</a:t>
            </a: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Postes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confeccionados em tubo de 3”, chapa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3mm, 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m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edida de 1,80m e acabamento em pintura PU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 a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companha catraca estampada em aço, luvas e tampas galvanizadas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</a:t>
            </a:r>
          </a:p>
          <a:p>
            <a:pPr lvl="0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pt-BR" sz="1200">
                <a:effectLst/>
                <a:latin typeface="Poppins" panose="00000500000000000000" pitchFamily="2" charset="0"/>
                <a:ea typeface="Wingdings" panose="05000000000000000000" pitchFamily="2" charset="2"/>
                <a:cs typeface="Poppins" panose="00000500000000000000" pitchFamily="2" charset="0"/>
              </a:rPr>
              <a:t>05 regulagens (1.70 e 1.80 Beach Tennis, 2.20 Futevôlei, 2.43 ,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Vôlei Masculino e 2.24 Vôlei Feminino)</a:t>
            </a:r>
            <a:endParaRPr lang="pt-BR" altLang="pt-BR" sz="12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Rede c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onfeccionada em fio polietileno trançado, com espessura de 2,0mm, malha 4,5cm, 3 lonas em couro sintético, sendo uma superior com protetor em PVC nas extremidades e duas laterais com</a:t>
            </a:r>
            <a:r>
              <a:rPr lang="pt-BR" altLang="pt-BR" sz="1200">
                <a:latin typeface="Poppins "/>
                <a:cs typeface="Poppins Light" panose="00000400000000000000" pitchFamily="2" charset="0"/>
              </a:rPr>
              <a:t> m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edidas: 8,50 x 1,10m;</a:t>
            </a:r>
            <a:endParaRPr lang="pt-BR" altLang="pt-BR" sz="1200">
              <a:latin typeface="Poppins "/>
              <a:cs typeface="Poppins Light" panose="00000400000000000000" pitchFamily="2" charset="0"/>
            </a:endParaRP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Cabo de aço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g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alvanizado c/ ponteiras metálicas, evitando que o cabo desfie, gancho para engate rápido; espessura de 1/8, 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me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dida de 13,00m.</a:t>
            </a:r>
            <a:endParaRPr kumimoji="0" lang="pt-BR" altLang="pt-BR" sz="1200" b="0" i="0" u="none" strike="noStrike" cap="none" normalizeH="0" baseline="0">
              <a:ln>
                <a:noFill/>
              </a:ln>
              <a:effectLst/>
              <a:latin typeface="Poppins 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77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2026-05-18T18:29:53Z</dcterms:created>
  <dcterms:modified xsi:type="dcterms:W3CDTF">2026-05-18T19:08:29Z</dcterms:modified>
</cp:coreProperties>
</file>