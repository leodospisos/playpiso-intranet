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5" dt="2026-05-18T19:05:06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6349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1399922"/>
            <a:ext cx="9671835" cy="5149478"/>
          </a:xfrm>
        </p:spPr>
        <p:txBody>
          <a:bodyPr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itchFamily="2" charset="77"/>
                <a:cs typeface="Poppins" pitchFamily="2" charset="77"/>
              </a:rPr>
              <a:t>Execução de mureta perimetral com 60cm de altura para contenção da areia;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Abertura de valas para execução de drenos subterrâneos com largura e profundidade variáveis para boa captação das águas pluviais com drenos envelopados com manta de </a:t>
            </a:r>
            <a:r>
              <a:rPr lang="pt-BR" sz="1200" err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bidim</a:t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 e pedra n 01;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Aplicação de camada de 15cm de brita n 01 em toda área da quadra;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Aplicação de manta geotêxtil de </a:t>
            </a:r>
            <a:r>
              <a:rPr lang="pt-BR" sz="1200" err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bidim</a:t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 em toda área da quadra;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Fornecimento e nivelamento de areia de rio lavada  com espessura média de {{ espessura_areia }}cm de altura;</a:t>
            </a:r>
            <a:r>
              <a:rPr lang="pt-BR" sz="1200" b="1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/>
            </a: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/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 </a:t>
            </a:r>
            <a:r>
              <a:rPr lang="pt-BR" sz="1200" b="1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areia de rio lavada </a:t>
            </a:r>
            <a:r>
              <a:rPr lang="pt-BR" sz="1200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é formada pela erosão de rochas e minerais, sendo transportada por correntes de água. Seus grãos são arredondados e lisos, resultando em uma textura suave ao caminhar. Comumente seus grãos são de tamanho médio a fino, ela oferece boa drenagem, evitando poças, mas pode ser menos aderente, aumentando o risco de escorregões. Embora seja uma opção econômica para quadras recreativas, sua durabilidade é inferior à da areia de quartzo, exigindo mais manutenção. Para competições, pode não ser ideal devido à falta de estabilidade. É crucial realizar manutenção regular. A </a:t>
            </a:r>
            <a:r>
              <a:rPr lang="pt-BR" sz="1200" b="1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areia de rio lavada</a:t>
            </a:r>
            <a:r>
              <a:rPr lang="pt-BR" sz="1200" kern="100">
                <a:effectLst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úmida pode favorecer o crescimento de fungos, necessitando de monitoramento e limpeza frequentes para evitar problemas.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0215" algn="l"/>
              </a:tabLst>
            </a:pPr>
            <a:r>
              <a:rPr lang="pt-BR" sz="1200">
                <a:solidFill>
                  <a:srgbClr val="1E1E1E"/>
                </a:solidFill>
                <a:latin typeface="Poppins" pitchFamily="2" charset="77"/>
                <a:cs typeface="Poppins" pitchFamily="2" charset="77"/>
              </a:rPr>
              <a:t>Demarcação com fita de PVC específica para o jogo de areia.</a:t>
            </a:r>
            <a:endParaRPr lang="pt-BR" sz="1200">
              <a:solidFill>
                <a:srgbClr val="656565"/>
              </a:solidFill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96718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Sistema de drenagem, mureta e </a:t>
            </a:r>
            <a:r>
              <a:rPr lang="pt-BR" sz="3200" b="1">
                <a:solidFill>
                  <a:srgbClr val="FF0000"/>
                </a:solidFill>
                <a:highlight>
                  <a:srgbClr val="FFFF00"/>
                </a:highlight>
                <a:latin typeface="Poppins Bold" panose="00000800000000000000" pitchFamily="2" charset="0"/>
                <a:cs typeface="Poppins Bold" panose="00000800000000000000" pitchFamily="2" charset="0"/>
              </a:rPr>
              <a:t>areia de rio lavada</a:t>
            </a:r>
            <a:endParaRPr kumimoji="0" lang="pt-BR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455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2026-05-18T18:29:53Z</dcterms:created>
  <dcterms:modified xsi:type="dcterms:W3CDTF">2026-05-18T19:05:12Z</dcterms:modified>
</cp:coreProperties>
</file>