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45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D53C63-FED2-8C4B-4834-10693650F88C}" v="15" dt="2026-05-18T19:08:16.9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1580D6-032D-4822-AD4A-76F2845CC23C}" type="datetimeFigureOut">
              <a:t>18/05/2026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FF361-08AD-4EB0-8EFB-404F4DAD588A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8138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/>
            </a:br>
            <a:r>
              <a:rPr lang="en-BR"/>
              <a:t>NÃO DESCONFIGURAR NADA!</a:t>
            </a:r>
            <a:br>
              <a:rPr lang="en-BR"/>
            </a:br>
            <a:endParaRPr lang="en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892696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1">
            <a:extLst>
              <a:ext uri="{FF2B5EF4-FFF2-40B4-BE49-F238E27FC236}">
                <a16:creationId xmlns:a16="http://schemas.microsoft.com/office/drawing/2014/main" id="{E1D86E26-6EAF-86EA-5DA7-B8D07CA80B5F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44A5654E-3894-177A-BCDF-404204C3F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4" name="CaixaDeTexto 10">
            <a:extLst>
              <a:ext uri="{FF2B5EF4-FFF2-40B4-BE49-F238E27FC236}">
                <a16:creationId xmlns:a16="http://schemas.microsoft.com/office/drawing/2014/main" id="{2CE7D9D1-76E2-B0E6-D94A-95859237FBF0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15" name="CaixaDeTexto 10">
            <a:extLst>
              <a:ext uri="{FF2B5EF4-FFF2-40B4-BE49-F238E27FC236}">
                <a16:creationId xmlns:a16="http://schemas.microsoft.com/office/drawing/2014/main" id="{66B6F47B-C56D-E5F7-B282-6525F08B6EDF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D8E99D25-FD99-C096-3673-E340AA9A965E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84E6459A-3459-61A3-9A2C-2FF2F77A43C3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18" name="CaixaDeTexto 10">
            <a:extLst>
              <a:ext uri="{FF2B5EF4-FFF2-40B4-BE49-F238E27FC236}">
                <a16:creationId xmlns:a16="http://schemas.microsoft.com/office/drawing/2014/main" id="{0E9D7EF3-CCFC-818E-ABCF-0370ECAC8DDD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156A5788-1DBD-A503-2001-DE9C2E7E1BD4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sp>
        <p:nvSpPr>
          <p:cNvPr id="25" name="CaixaDeTexto 15">
            <a:extLst>
              <a:ext uri="{FF2B5EF4-FFF2-40B4-BE49-F238E27FC236}">
                <a16:creationId xmlns:a16="http://schemas.microsoft.com/office/drawing/2014/main" id="{7A56A202-1F77-8127-103F-262A04D5BF5D}"/>
              </a:ext>
            </a:extLst>
          </p:cNvPr>
          <p:cNvSpPr txBox="1"/>
          <p:nvPr/>
        </p:nvSpPr>
        <p:spPr>
          <a:xfrm>
            <a:off x="2104811" y="322704"/>
            <a:ext cx="52108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Acessório</a:t>
            </a:r>
            <a:endParaRPr lang="pt-BR" sz="2800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66A1D14-391D-AAD3-9C71-A8BC8B42900C}"/>
              </a:ext>
            </a:extLst>
          </p:cNvPr>
          <p:cNvSpPr txBox="1">
            <a:spLocks/>
          </p:cNvSpPr>
          <p:nvPr/>
        </p:nvSpPr>
        <p:spPr>
          <a:xfrm>
            <a:off x="2104811" y="922720"/>
            <a:ext cx="9608968" cy="23531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Aft>
                <a:spcPts val="1000"/>
              </a:spcAft>
              <a:buClr>
                <a:srgbClr val="FF0000"/>
              </a:buClr>
              <a:buNone/>
            </a:pPr>
            <a:r>
              <a:rPr lang="pt-BR" sz="1400" b="1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Sem  regulagem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>
                <a:latin typeface="Poppins" panose="00000500000000000000" pitchFamily="2" charset="0"/>
                <a:cs typeface="Poppins" panose="00000500000000000000" pitchFamily="2" charset="0"/>
              </a:rPr>
              <a:t>Postes em tubo de aço 3", chapa 11, tamanho de 1,07m, galvanizados a fogo, com pintura sintética na cor verde, buchas para fixação no piso, ponteira confeccionada em plástico injetado, catraca ajustável;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>
                <a:latin typeface="Poppins" panose="00000500000000000000" pitchFamily="2" charset="0"/>
                <a:cs typeface="Poppins" panose="00000500000000000000" pitchFamily="2" charset="0"/>
              </a:rPr>
              <a:t>Rede malha 4 cm, tamanho 12,80m x 1,08m, fio de nylon virgem 2,5mm, 03 lonas, confeccionada em laminado plástico revestida com PVC emborrachado, reforçada com 4 costuras, abraçadeira plástica para facilitar a instalação, cabo de aço para fixação da rede revestido em PVC.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None/>
              <a:tabLst>
                <a:tab pos="457200" algn="l"/>
              </a:tabLst>
            </a:pPr>
            <a:endParaRPr lang="pt-BR" sz="1050">
              <a:solidFill>
                <a:srgbClr val="656565"/>
              </a:solidFill>
              <a:effectLst/>
              <a:latin typeface="Poppins" panose="00000500000000000000" pitchFamily="2" charset="0"/>
              <a:ea typeface="Times New Roman" panose="02020603050405020304" pitchFamily="18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1779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15</cp:revision>
  <dcterms:created xsi:type="dcterms:W3CDTF">2026-05-18T18:29:53Z</dcterms:created>
  <dcterms:modified xsi:type="dcterms:W3CDTF">2026-05-18T19:08:29Z</dcterms:modified>
</cp:coreProperties>
</file>