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99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53C63-FED2-8C4B-4834-10693650F88C}" v="11" dt="2026-05-18T19:06:36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80D6-032D-4822-AD4A-76F2845CC23C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FF361-08AD-4EB0-8EFB-404F4DAD588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1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7C740D-A4AF-9C40-8FFB-99FBBDFCF035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1864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Regras </a:t>
            </a:r>
          </a:p>
        </p:txBody>
      </p:sp>
      <p:sp>
        <p:nvSpPr>
          <p:cNvPr id="2" name="CaixaDeTexto 15">
            <a:extLst>
              <a:ext uri="{FF2B5EF4-FFF2-40B4-BE49-F238E27FC236}">
                <a16:creationId xmlns:a16="http://schemas.microsoft.com/office/drawing/2014/main" id="{08A168E6-0549-47FE-D057-D2549DB9D22F}"/>
              </a:ext>
            </a:extLst>
          </p:cNvPr>
          <p:cNvSpPr txBox="1"/>
          <p:nvPr/>
        </p:nvSpPr>
        <p:spPr>
          <a:xfrm>
            <a:off x="2104811" y="322704"/>
            <a:ext cx="37779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 panose="00000800000000000000" pitchFamily="2" charset="0"/>
                <a:ea typeface="+mn-ea"/>
                <a:cs typeface="Poppins Bold" panose="00000800000000000000" pitchFamily="2" charset="0"/>
              </a:rPr>
              <a:t>Proteção EVA </a:t>
            </a:r>
            <a:endParaRPr kumimoji="0" lang="pt-BR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oppins Bold" panose="00000800000000000000" pitchFamily="2" charset="0"/>
              <a:ea typeface="+mn-ea"/>
              <a:cs typeface="Poppins Bold" panose="00000800000000000000" pitchFamily="2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5206ECF-8945-FF3B-E02D-C345F60285FD}"/>
              </a:ext>
            </a:extLst>
          </p:cNvPr>
          <p:cNvSpPr txBox="1"/>
          <p:nvPr/>
        </p:nvSpPr>
        <p:spPr>
          <a:xfrm>
            <a:off x="2099694" y="907479"/>
            <a:ext cx="4987092" cy="5660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0400" marR="0" lvl="0" indent="-230400" algn="just" defTabSz="914400" rtl="0" eaLnBrk="1" fontAlgn="auto" latinLnBrk="0" hangingPunct="1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Instalação de manta de EVA para proteção das bordas da mureta em todo perímetro da quadra;</a:t>
            </a:r>
          </a:p>
          <a:p>
            <a:pPr marL="230400" marR="0" lvl="0" indent="-230400" algn="just" defTabSz="914400" rtl="0" eaLnBrk="1" fontAlgn="auto" latinLnBrk="0" hangingPunct="1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pt-BR" sz="12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A proteção em EVA para quadras de </a:t>
            </a:r>
            <a:r>
              <a:rPr kumimoji="0" lang="pt-BR" sz="1200" b="0" i="0" u="none" strike="noStrike" kern="1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beach</a:t>
            </a:r>
            <a:r>
              <a:rPr kumimoji="0" lang="pt-BR" sz="12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 </a:t>
            </a:r>
            <a:r>
              <a:rPr kumimoji="0" lang="pt-BR" sz="1200" b="0" i="0" u="none" strike="noStrike" kern="1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tennis</a:t>
            </a:r>
            <a:r>
              <a:rPr kumimoji="0" lang="pt-BR" sz="12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 é uma solução eficaz para garantir a segurança dos jogadores e prolongar a vida útil da quadra;</a:t>
            </a:r>
          </a:p>
          <a:p>
            <a:pPr marL="230400" marR="0" lvl="0" indent="-230400" algn="just" defTabSz="914400" rtl="0" eaLnBrk="1" fontAlgn="auto" latinLnBrk="0" hangingPunct="1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pt-BR" sz="12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O EVA possui propriedades de amortecimento que ajudam a absorver impactos, reduzindo o risco de lesões nos jogadores durante as partidas;</a:t>
            </a:r>
          </a:p>
          <a:p>
            <a:pPr marL="230400" marR="0" lvl="0" indent="-230400" algn="just" defTabSz="914400" rtl="0" eaLnBrk="1" fontAlgn="auto" latinLnBrk="0" hangingPunct="1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pt-BR" sz="12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A textura do EVA proporciona boa aderência, minimizando o risco de escorregões e quedas, especialmente em jogadas rápidas;</a:t>
            </a:r>
          </a:p>
          <a:p>
            <a:pPr marL="230400" marR="0" lvl="0" indent="-230400" algn="just" defTabSz="914400" rtl="0" eaLnBrk="1" fontAlgn="auto" latinLnBrk="0" hangingPunct="1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pt-BR" sz="12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O material é resistente ao desgaste e às intempéries, mantendo suas propriedades mesmo em condições climáticas adversas, como sol forte ou chuvas;</a:t>
            </a:r>
          </a:p>
          <a:p>
            <a:pPr marL="230400" marR="0" lvl="0" indent="-230400" algn="just" defTabSz="914400" rtl="0" eaLnBrk="1" fontAlgn="auto" latinLnBrk="0" hangingPunct="1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pt-BR" sz="12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A limpeza e manutenção do EVA são fáceis, exigindo apenas limpeza regular com água e sabão</a:t>
            </a:r>
            <a:r>
              <a:rPr kumimoji="0" lang="pt-BR" sz="12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itchFamily="2" charset="77"/>
                <a:ea typeface="Aptos" panose="020B0004020202020204" pitchFamily="34" charset="0"/>
                <a:cs typeface="Poppins" pitchFamily="2" charset="77"/>
              </a:rPr>
              <a:t>;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AA950441-5AA4-8AAF-4728-A06736A22A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FAA566C-7FFC-686F-6B34-0E7942CBCD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132"/>
          <a:stretch/>
        </p:blipFill>
        <p:spPr>
          <a:xfrm>
            <a:off x="7271956" y="4402897"/>
            <a:ext cx="4624290" cy="216555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1FD3DCE-8F71-0BBD-ABC1-28F1B3FB5756}"/>
              </a:ext>
            </a:extLst>
          </p:cNvPr>
          <p:cNvSpPr txBox="1"/>
          <p:nvPr/>
        </p:nvSpPr>
        <p:spPr>
          <a:xfrm>
            <a:off x="7271956" y="922720"/>
            <a:ext cx="4624290" cy="3205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0400" marR="0" lvl="0" indent="-230400" algn="just" defTabSz="914400" rtl="0" eaLnBrk="1" fontAlgn="auto" latinLnBrk="0" hangingPunct="1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pt-BR" sz="12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As proteções em EVA podem ser instaladas de forma prática, sendo adaptáveis a diferentes tamanhos e formatos de quadras;</a:t>
            </a:r>
          </a:p>
          <a:p>
            <a:pPr marL="230400" marR="0" lvl="0" indent="-230400" algn="just" defTabSz="914400" rtl="0" eaLnBrk="1" fontAlgn="auto" latinLnBrk="0" hangingPunct="1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pt-BR" sz="12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Disponível em várias cores, o EVA pode ser personalizado para se adequar ao estilo da quadra, além de ajudar na demarcação de áreas de jogo;</a:t>
            </a:r>
          </a:p>
          <a:p>
            <a:pPr marL="230400" marR="0" lvl="0" indent="-230400" algn="just" defTabSz="914400" rtl="0" eaLnBrk="1" fontAlgn="auto" latinLnBrk="0" hangingPunct="1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pt-BR" sz="12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O material também oferece certo isolamento térmico, tornando a superfície mais confortável para os pés, especialmente em dias quentes.</a:t>
            </a:r>
          </a:p>
        </p:txBody>
      </p:sp>
    </p:spTree>
    <p:extLst>
      <p:ext uri="{BB962C8B-B14F-4D97-AF65-F5344CB8AC3E}">
        <p14:creationId xmlns:p14="http://schemas.microsoft.com/office/powerpoint/2010/main" val="37067992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</cp:revision>
  <dcterms:created xsi:type="dcterms:W3CDTF">2026-05-18T18:29:53Z</dcterms:created>
  <dcterms:modified xsi:type="dcterms:W3CDTF">2026-05-18T19:06:42Z</dcterms:modified>
</cp:coreProperties>
</file>