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7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60B14C-EBDD-9B38-173D-F6F95B3C02DF}" v="269" dt="2026-05-22T18:14:37.730"/>
    <p1510:client id="{31B5D17B-98B8-ADA8-8C82-B1AACC51A3A4}" v="488" dt="2026-05-22T19:07:07.041"/>
    <p1510:client id="{B7738A13-67A9-9F03-D1D7-B5B4FAFE4904}" v="57" dt="2026-05-22T19:16:41.1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AEE5A6-6E38-4824-A016-A56169B8FED6}" type="datetimeFigureOut">
              <a:t>22/05/2026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C023D-0F34-4506-9340-C46A1836566C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915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 dirty="0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 dirty="0"/>
            </a:br>
            <a:r>
              <a:rPr lang="en-BR" dirty="0"/>
              <a:t>NÃO DESCONFIGURAR NADA!</a:t>
            </a:r>
            <a:br>
              <a:rPr lang="en-BR" dirty="0"/>
            </a:br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7C740D-A4AF-9C40-8FFB-99FBBDFCF035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0436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1">
            <a:extLst>
              <a:ext uri="{FF2B5EF4-FFF2-40B4-BE49-F238E27FC236}">
                <a16:creationId xmlns:a16="http://schemas.microsoft.com/office/drawing/2014/main" id="{F314F01E-F438-79CC-7775-4BBE2B751C77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A79A1F1D-F3BF-1BF8-92F0-799FCE395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5" name="CaixaDeTexto 10">
            <a:extLst>
              <a:ext uri="{FF2B5EF4-FFF2-40B4-BE49-F238E27FC236}">
                <a16:creationId xmlns:a16="http://schemas.microsoft.com/office/drawing/2014/main" id="{A25FDD9F-37AC-20FF-4419-477CFA78378B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Projeto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E2059CD2-05F5-719A-ED86-ADB184224789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Pagamento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D77F999A-5848-35DE-10DC-CE2AF7702A9B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Investimento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AB20D068-0191-EC87-39C8-8ABC2F89A765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Prazos</a:t>
            </a:r>
          </a:p>
        </p:txBody>
      </p:sp>
      <p:sp>
        <p:nvSpPr>
          <p:cNvPr id="20" name="CaixaDeTexto 10">
            <a:extLst>
              <a:ext uri="{FF2B5EF4-FFF2-40B4-BE49-F238E27FC236}">
                <a16:creationId xmlns:a16="http://schemas.microsoft.com/office/drawing/2014/main" id="{888BC6D8-EFB0-D415-3CDC-094DC4BB423B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Garantia</a:t>
            </a:r>
          </a:p>
        </p:txBody>
      </p:sp>
      <p:sp>
        <p:nvSpPr>
          <p:cNvPr id="21" name="CaixaDeTexto 10">
            <a:extLst>
              <a:ext uri="{FF2B5EF4-FFF2-40B4-BE49-F238E27FC236}">
                <a16:creationId xmlns:a16="http://schemas.microsoft.com/office/drawing/2014/main" id="{C5F74E3F-2F18-056B-DEF9-116B7217D0EB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Regras </a:t>
            </a:r>
          </a:p>
        </p:txBody>
      </p:sp>
      <p:sp>
        <p:nvSpPr>
          <p:cNvPr id="4" name="CaixaDeTexto 15">
            <a:extLst>
              <a:ext uri="{FF2B5EF4-FFF2-40B4-BE49-F238E27FC236}">
                <a16:creationId xmlns:a16="http://schemas.microsoft.com/office/drawing/2014/main" id="{25A29E22-FD9D-B39B-E49D-5E3AB0DB58AF}"/>
              </a:ext>
            </a:extLst>
          </p:cNvPr>
          <p:cNvSpPr txBox="1"/>
          <p:nvPr/>
        </p:nvSpPr>
        <p:spPr>
          <a:xfrm>
            <a:off x="2104811" y="322704"/>
            <a:ext cx="86692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 Bold" panose="00000800000000000000" pitchFamily="2" charset="0"/>
                <a:ea typeface="+mn-ea"/>
                <a:cs typeface="Poppins Bold" panose="00000800000000000000" pitchFamily="2" charset="0"/>
              </a:rPr>
              <a:t>Opções de cores</a:t>
            </a:r>
            <a:endParaRPr kumimoji="0" lang="pt-BR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Poppins Bold" panose="00000800000000000000" pitchFamily="2" charset="0"/>
              <a:ea typeface="+mn-ea"/>
              <a:cs typeface="Poppins Bold" panose="00000800000000000000" pitchFamily="2" charset="0"/>
            </a:endParaRPr>
          </a:p>
        </p:txBody>
      </p:sp>
      <p:pic>
        <p:nvPicPr>
          <p:cNvPr id="9" name="Imagem 8" descr="Tela de jogo de vídeo game&#10;&#10;Descrição gerada automaticamente com confiança média">
            <a:extLst>
              <a:ext uri="{FF2B5EF4-FFF2-40B4-BE49-F238E27FC236}">
                <a16:creationId xmlns:a16="http://schemas.microsoft.com/office/drawing/2014/main" id="{1083FD61-780E-E243-03B9-84552CFF907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262" t="3285" r="4238"/>
          <a:stretch/>
        </p:blipFill>
        <p:spPr>
          <a:xfrm>
            <a:off x="2822049" y="1391791"/>
            <a:ext cx="8132888" cy="478320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3729839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107</cp:revision>
  <dcterms:created xsi:type="dcterms:W3CDTF">2026-05-22T17:34:16Z</dcterms:created>
  <dcterms:modified xsi:type="dcterms:W3CDTF">2026-05-22T19:16:48Z</dcterms:modified>
</cp:coreProperties>
</file>