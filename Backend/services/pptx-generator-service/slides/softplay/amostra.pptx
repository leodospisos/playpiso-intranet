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7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0B14C-EBDD-9B38-173D-F6F95B3C02DF}" v="269" dt="2026-05-22T18:14:37.730"/>
    <p1510:client id="{31B5D17B-98B8-ADA8-8C82-B1AACC51A3A4}" v="488" dt="2026-05-22T19:07:07.041"/>
    <p1510:client id="{B7738A13-67A9-9F03-D1D7-B5B4FAFE4904}" v="59" dt="2026-05-22T19:17:09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 dirty="0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 dirty="0"/>
            </a:br>
            <a:r>
              <a:rPr lang="en-BR" dirty="0"/>
              <a:t>NÃO DESCONFIGURAR NADA!</a:t>
            </a:r>
            <a:br>
              <a:rPr lang="en-BR" dirty="0"/>
            </a:br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243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1">
            <a:extLst>
              <a:ext uri="{FF2B5EF4-FFF2-40B4-BE49-F238E27FC236}">
                <a16:creationId xmlns:a16="http://schemas.microsoft.com/office/drawing/2014/main" id="{F314F01E-F438-79CC-7775-4BBE2B751C77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A79A1F1D-F3BF-1BF8-92F0-799FCE395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5" name="CaixaDeTexto 10">
            <a:extLst>
              <a:ext uri="{FF2B5EF4-FFF2-40B4-BE49-F238E27FC236}">
                <a16:creationId xmlns:a16="http://schemas.microsoft.com/office/drawing/2014/main" id="{A25FDD9F-37AC-20FF-4419-477CFA78378B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Projeto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E2059CD2-05F5-719A-ED86-ADB184224789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Pagamento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D77F999A-5848-35DE-10DC-CE2AF7702A9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AB20D068-0191-EC87-39C8-8ABC2F89A765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888BC6D8-EFB0-D415-3CDC-094DC4BB423B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C5F74E3F-2F18-056B-DEF9-116B7217D0EB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Regras </a:t>
            </a:r>
          </a:p>
        </p:txBody>
      </p:sp>
      <p:sp>
        <p:nvSpPr>
          <p:cNvPr id="4" name="CaixaDeTexto 15">
            <a:extLst>
              <a:ext uri="{FF2B5EF4-FFF2-40B4-BE49-F238E27FC236}">
                <a16:creationId xmlns:a16="http://schemas.microsoft.com/office/drawing/2014/main" id="{25A29E22-FD9D-B39B-E49D-5E3AB0DB58AF}"/>
              </a:ext>
            </a:extLst>
          </p:cNvPr>
          <p:cNvSpPr txBox="1"/>
          <p:nvPr/>
        </p:nvSpPr>
        <p:spPr>
          <a:xfrm>
            <a:off x="2104811" y="322704"/>
            <a:ext cx="86692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Amostra</a:t>
            </a: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 do piso</a:t>
            </a:r>
            <a:endParaRPr kumimoji="0" lang="pt-BR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oppins Bold" panose="00000800000000000000" pitchFamily="2" charset="0"/>
              <a:ea typeface="+mn-ea"/>
              <a:cs typeface="Poppins Bold" panose="00000800000000000000" pitchFamily="2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F5956E4-DA80-2188-D8AE-29B6B54B60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39"/>
          <a:stretch>
            <a:fillRect/>
          </a:stretch>
        </p:blipFill>
        <p:spPr>
          <a:xfrm>
            <a:off x="2453951" y="1260014"/>
            <a:ext cx="9162661" cy="504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821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108</cp:revision>
  <dcterms:created xsi:type="dcterms:W3CDTF">2026-05-22T17:34:16Z</dcterms:created>
  <dcterms:modified xsi:type="dcterms:W3CDTF">2026-05-22T19:17:15Z</dcterms:modified>
</cp:coreProperties>
</file>