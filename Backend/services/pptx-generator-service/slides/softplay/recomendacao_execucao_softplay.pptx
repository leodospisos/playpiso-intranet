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055A0-6AB8-8DA6-733B-8511AE182CBD}" v="18" dt="2026-05-26T20:00:43.270"/>
    <p1510:client id="{9A9CFAE6-B8C0-4056-EC5E-25E08172A83E}" v="8" dt="2026-05-26T18:59:08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D6DF9-CE6B-3D8F-494E-6D1270A313E5}"/>
              </a:ext>
            </a:extLst>
          </p:cNvPr>
          <p:cNvSpPr txBox="1">
            <a:spLocks/>
          </p:cNvSpPr>
          <p:nvPr/>
        </p:nvSpPr>
        <p:spPr>
          <a:xfrm>
            <a:off x="2079726" y="180366"/>
            <a:ext cx="9727960" cy="10419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Recomendações para execução da base de concreto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76D22A-81F7-483F-9C1A-AD734E65A584}"/>
              </a:ext>
            </a:extLst>
          </p:cNvPr>
          <p:cNvSpPr txBox="1"/>
          <p:nvPr/>
        </p:nvSpPr>
        <p:spPr>
          <a:xfrm>
            <a:off x="2079725" y="1218638"/>
            <a:ext cx="9727961" cy="262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Entre o terreno e o concreto deverá ser aplicado um filme impermeável de polietileno com mínimo de 20µm (micra) de espessura (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dompgard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similar) com sobreposição mínima de 1m para evitar subpressão de vapor e umidade do solo; 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Deverá ser colocada uma tela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eletrosoldada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tipo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Telcon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ou similar com malha de 15x15cm e diâmetro de 3,4mm, com espaçadores plásticos evitando furar a manta de polietileno. Esta tela tem a função de absorver movimentos de retração do concreto sem, portanto, ter função estrutural;</a:t>
            </a:r>
          </a:p>
          <a:p>
            <a:pPr marL="230400" marR="0" lvl="1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 concreto deverá ser executado, desempenado com desempenadeira de aço, fazendo com que o piso esteja uniforme, não vitrificado, isento de umidade e com as juntas de dilatação tratadas.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502170-55EE-C11D-F57D-2C9827173415}"/>
              </a:ext>
            </a:extLst>
          </p:cNvPr>
          <p:cNvSpPr txBox="1"/>
          <p:nvPr/>
        </p:nvSpPr>
        <p:spPr>
          <a:xfrm>
            <a:off x="2079725" y="4418554"/>
            <a:ext cx="9727960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marR="0" lvl="0" indent="-2304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Resistência igual ou maior a 20m.p.a ativado com micro sílica, fibra de polipropileno e incorporador de ar de acordo com especificação do fabricante. Espessura mínima de 10cm;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As juntas deverão obedecer o espaçamento mínimo de norma em função da área ou no máximo a cada 5 metros entre as juntas serradas;</a:t>
            </a:r>
          </a:p>
          <a:p>
            <a:pPr marL="230400" marR="0" lvl="1" indent="-2286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largura da junta serrada deverá ser de 3mm e sua profundidade correspondente à 1/3 da espessura da base de concreto.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935490-EB4B-E0AB-D7B2-ED878AD8C4C2}"/>
              </a:ext>
            </a:extLst>
          </p:cNvPr>
          <p:cNvSpPr txBox="1">
            <a:spLocks/>
          </p:cNvSpPr>
          <p:nvPr/>
        </p:nvSpPr>
        <p:spPr>
          <a:xfrm>
            <a:off x="2079726" y="3869783"/>
            <a:ext cx="8805988" cy="54827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Características técnicas do concreto</a:t>
            </a:r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4E71A842-00A8-3723-CC95-594EA50BFB29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9E7802E-C039-0382-616D-DCBA02EF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22047A-692F-BA48-F348-FB57CF4C66C3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7CFEA8A3-AB0B-36E7-7C50-DDB8C6D0A127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FB9BCBA0-02DC-92AD-D3B3-42A9A6441D5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E4EEC601-0312-D9C1-D4F5-353F80588EF1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A33A3CD6-BC90-BF47-12C5-DF08CEBD383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600D84C-2B62-3C85-0050-1A1A6ABFC5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4269135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2026-05-22T17:34:16Z</dcterms:created>
  <dcterms:modified xsi:type="dcterms:W3CDTF">2026-05-26T20:01:34Z</dcterms:modified>
</cp:coreProperties>
</file>