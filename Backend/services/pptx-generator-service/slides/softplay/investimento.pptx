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488" dt="2026-05-22T19:07:07.041"/>
    <p1510:client id="{B7738A13-67A9-9F03-D1D7-B5B4FAFE4904}" v="164" dt="2026-05-22T19:21:49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0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63971"/>
            <a:ext cx="3461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BDCC2FDF-F159-B141-A8D3-99D5A6844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068246"/>
              </p:ext>
            </p:extLst>
          </p:nvPr>
        </p:nvGraphicFramePr>
        <p:xfrm>
          <a:off x="2104811" y="737007"/>
          <a:ext cx="9661091" cy="1168203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4966421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1358663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492104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843903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42347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Descrição</a:t>
                      </a:r>
                      <a:endParaRPr lang="pt-BR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Qtde.</a:t>
                      </a:r>
                      <a:endParaRPr lang="pt-BR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Unid.</a:t>
                      </a:r>
                      <a:endParaRPr lang="pt-BR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</a:t>
                      </a:r>
                      <a:endParaRPr lang="pt-BR" sz="18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7041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 pitchFamily="2" charset="77"/>
                          <a:cs typeface="Poppins" pitchFamily="2" charset="77"/>
                        </a:rPr>
                        <a:t>Playground – Sistema </a:t>
                      </a:r>
                      <a:r>
                        <a:rPr lang="pt-BR" sz="1200" b="0" dirty="0" err="1">
                          <a:latin typeface="Poppins" pitchFamily="2" charset="77"/>
                          <a:cs typeface="Poppins" pitchFamily="2" charset="77"/>
                        </a:rPr>
                        <a:t>Softplay</a:t>
                      </a:r>
                      <a:r>
                        <a:rPr lang="pt-BR" sz="1200" b="0" dirty="0">
                          <a:latin typeface="Poppins" pitchFamily="2" charset="77"/>
                          <a:cs typeface="Poppins" pitchFamily="2" charset="77"/>
                        </a:rPr>
                        <a:t> – Moldado “in loco”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 - Espessura final: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espessura_total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}}cm</a:t>
                      </a:r>
                      <a:endParaRPr lang="en-BR" sz="1200" b="0" dirty="0"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area_total_fmt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  <a:endParaRPr lang="pt-BR" sz="1200">
                        <a:latin typeface="Poppins"/>
                        <a:cs typeface="Poppin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120</cp:revision>
  <dcterms:created xsi:type="dcterms:W3CDTF">2026-05-22T17:34:16Z</dcterms:created>
  <dcterms:modified xsi:type="dcterms:W3CDTF">2026-05-22T19:21:56Z</dcterms:modified>
</cp:coreProperties>
</file>