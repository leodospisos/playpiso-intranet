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6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69" dt="2026-05-22T18:14:37.730"/>
    <p1510:client id="{31B5D17B-98B8-ADA8-8C82-B1AACC51A3A4}" v="488" dt="2026-05-22T19:07:07.041"/>
    <p1510:client id="{B7738A13-67A9-9F03-D1D7-B5B4FAFE4904}" v="2" dt="2026-05-22T19:10:06.4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Mesa com cadeiras&#10;&#10;O conteúdo gerado por IA pode estar incorreto.">
            <a:extLst>
              <a:ext uri="{FF2B5EF4-FFF2-40B4-BE49-F238E27FC236}">
                <a16:creationId xmlns:a16="http://schemas.microsoft.com/office/drawing/2014/main" id="{503590C6-420D-5BA5-7279-3279E7DC8F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15" r="12585"/>
          <a:stretch>
            <a:fillRect/>
          </a:stretch>
        </p:blipFill>
        <p:spPr>
          <a:xfrm>
            <a:off x="6096000" y="0"/>
            <a:ext cx="6096001" cy="6858000"/>
          </a:xfrm>
          <a:prstGeom prst="rect">
            <a:avLst/>
          </a:prstGeom>
        </p:spPr>
      </p:pic>
      <p:pic>
        <p:nvPicPr>
          <p:cNvPr id="2" name="Imagem 1" descr="Cadeira de balanço&#10;&#10;Descrição gerada automaticamente com confiança baixa">
            <a:extLst>
              <a:ext uri="{FF2B5EF4-FFF2-40B4-BE49-F238E27FC236}">
                <a16:creationId xmlns:a16="http://schemas.microsoft.com/office/drawing/2014/main" id="{5216086B-5FE3-D2B1-56E9-EA8F0A449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3" name="Imagem 2" descr="Desenho de um cachorro&#10;&#10;Descrição gerada automaticamente">
            <a:extLst>
              <a:ext uri="{FF2B5EF4-FFF2-40B4-BE49-F238E27FC236}">
                <a16:creationId xmlns:a16="http://schemas.microsoft.com/office/drawing/2014/main" id="{04077A8D-DCAD-25E2-4826-A39B28013F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615" y="6259629"/>
            <a:ext cx="1344059" cy="315929"/>
          </a:xfrm>
          <a:prstGeom prst="rect">
            <a:avLst/>
          </a:prstGeom>
        </p:spPr>
      </p:pic>
      <p:pic>
        <p:nvPicPr>
          <p:cNvPr id="7" name="Imagem 6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0087572E-1C3A-BA17-16A1-C125612B8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750" y="296111"/>
            <a:ext cx="806652" cy="777243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9BD752C-04AE-18A5-713D-16D30B74B712}"/>
              </a:ext>
            </a:extLst>
          </p:cNvPr>
          <p:cNvSpPr txBox="1"/>
          <p:nvPr/>
        </p:nvSpPr>
        <p:spPr>
          <a:xfrm>
            <a:off x="1305339" y="2921168"/>
            <a:ext cx="95813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-Bold"/>
                <a:ea typeface="+mn-ea"/>
                <a:cs typeface="+mn-cs"/>
              </a:rPr>
              <a:t>SISTEMA SOFTPLAY</a:t>
            </a:r>
            <a:endParaRPr kumimoji="0" lang="pt-BR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0290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89</cp:revision>
  <dcterms:created xsi:type="dcterms:W3CDTF">2026-05-22T17:34:16Z</dcterms:created>
  <dcterms:modified xsi:type="dcterms:W3CDTF">2026-05-22T19:10:24Z</dcterms:modified>
</cp:coreProperties>
</file>