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119" dt="2026-05-22T18:03:45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852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56000B0-5B97-F1AE-CEBF-06810EFE424C}"/>
              </a:ext>
            </a:extLst>
          </p:cNvPr>
          <p:cNvGrpSpPr/>
          <p:nvPr/>
        </p:nvGrpSpPr>
        <p:grpSpPr>
          <a:xfrm>
            <a:off x="2195388" y="292979"/>
            <a:ext cx="9830201" cy="1676238"/>
            <a:chOff x="2195388" y="292979"/>
            <a:chExt cx="9830201" cy="1676238"/>
          </a:xfrm>
        </p:grpSpPr>
        <p:sp>
          <p:nvSpPr>
            <p:cNvPr id="20" name="CaixaDeTexto 15">
              <a:extLst>
                <a:ext uri="{FF2B5EF4-FFF2-40B4-BE49-F238E27FC236}">
                  <a16:creationId xmlns:a16="http://schemas.microsoft.com/office/drawing/2014/main" id="{18161CF6-937E-88DC-0D24-1137477418A0}"/>
                </a:ext>
              </a:extLst>
            </p:cNvPr>
            <p:cNvSpPr txBox="1"/>
            <p:nvPr/>
          </p:nvSpPr>
          <p:spPr>
            <a:xfrm>
              <a:off x="2195388" y="292979"/>
              <a:ext cx="52108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pt-BR" sz="3200" b="1">
                  <a:solidFill>
                    <a:srgbClr val="FF0000"/>
                  </a:solidFill>
                  <a:latin typeface="Poppins Bold" panose="00000800000000000000" pitchFamily="2" charset="0"/>
                  <a:cs typeface="Poppins Bold" panose="00000800000000000000" pitchFamily="2" charset="0"/>
                </a:rPr>
                <a:t>Iluminação</a:t>
              </a:r>
              <a:endParaRPr lang="pt-BR" sz="28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endParaRPr>
            </a:p>
          </p:txBody>
        </p:sp>
        <p:sp>
          <p:nvSpPr>
            <p:cNvPr id="21" name="CaixaDeTexto 7">
              <a:extLst>
                <a:ext uri="{FF2B5EF4-FFF2-40B4-BE49-F238E27FC236}">
                  <a16:creationId xmlns:a16="http://schemas.microsoft.com/office/drawing/2014/main" id="{12CA28E5-3C7D-9ADD-159B-66E6506F3185}"/>
                </a:ext>
              </a:extLst>
            </p:cNvPr>
            <p:cNvSpPr txBox="1"/>
            <p:nvPr/>
          </p:nvSpPr>
          <p:spPr>
            <a:xfrm>
              <a:off x="2195388" y="937909"/>
              <a:ext cx="9830201" cy="103130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just">
                <a:lnSpc>
                  <a:spcPct val="150000"/>
                </a:lnSpc>
                <a:buClr>
                  <a:srgbClr val="FF0000"/>
                </a:buClr>
                <a:buFont typeface="Arial"/>
                <a:buChar char="•"/>
              </a:pPr>
              <a:r>
                <a:rPr lang="pt-BR" sz="1400" dirty="0">
                  <a:latin typeface="Poppins "/>
                  <a:cs typeface="Poppins Light"/>
                </a:rPr>
                <a:t>{{ </a:t>
              </a:r>
              <a:r>
                <a:rPr lang="pt-BR" sz="1400" dirty="0" err="1">
                  <a:latin typeface="Poppins "/>
                  <a:cs typeface="Poppins Light"/>
                </a:rPr>
                <a:t>quantidade_postes_iluminacao</a:t>
              </a:r>
              <a:r>
                <a:rPr lang="pt-BR" sz="1400" dirty="0">
                  <a:latin typeface="Poppins "/>
                  <a:cs typeface="Poppins Light"/>
                </a:rPr>
                <a:t> }} postes de iluminação semicirculares com cruzetas para fixação dos refletores;</a:t>
              </a:r>
              <a:endParaRPr lang="pt-BR" dirty="0"/>
            </a:p>
            <a:p>
              <a:pPr marL="171450" indent="-171450" algn="just">
                <a:lnSpc>
                  <a:spcPct val="150000"/>
                </a:lnSpc>
                <a:buClr>
                  <a:srgbClr val="FF0000"/>
                </a:buClr>
                <a:buFont typeface="Arial" panose="020B0604020202020204" pitchFamily="34" charset="0"/>
                <a:buChar char="•"/>
              </a:pPr>
              <a:r>
                <a:rPr lang="pt-BR" sz="1400">
                  <a:latin typeface="Poppins"/>
                  <a:cs typeface="Poppins"/>
                </a:rPr>
                <a:t>{{ </a:t>
              </a:r>
              <a:r>
                <a:rPr lang="pt-BR" sz="1400" err="1">
                  <a:latin typeface="Poppins"/>
                  <a:cs typeface="Poppins"/>
                </a:rPr>
                <a:t>quantidade_projetores</a:t>
              </a:r>
              <a:r>
                <a:rPr lang="pt-BR" sz="1400">
                  <a:latin typeface="Poppins"/>
                  <a:cs typeface="Poppins"/>
                </a:rPr>
                <a:t> }}</a:t>
              </a:r>
              <a:r>
                <a:rPr lang="pt-BR" sz="1400">
                  <a:latin typeface="Poppins "/>
                  <a:cs typeface="Poppins Light"/>
                </a:rPr>
                <a:t>Refletores em módulo de LED {{ </a:t>
              </a:r>
              <a:r>
                <a:rPr lang="pt-BR" sz="1400" err="1">
                  <a:latin typeface="Poppins "/>
                  <a:cs typeface="Poppins Light"/>
                </a:rPr>
                <a:t>portencia_projetores</a:t>
              </a:r>
              <a:r>
                <a:rPr lang="pt-BR" sz="1400">
                  <a:latin typeface="Poppins "/>
                  <a:cs typeface="Poppins Light"/>
                </a:rPr>
                <a:t> }} W 220 Volts;</a:t>
              </a:r>
              <a:endParaRPr lang="pt-BR" sz="1400">
                <a:latin typeface="Poppins Bold" panose="00000800000000000000" pitchFamily="2" charset="0"/>
                <a:cs typeface="Poppins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9478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</cp:revision>
  <dcterms:created xsi:type="dcterms:W3CDTF">2026-05-22T17:34:16Z</dcterms:created>
  <dcterms:modified xsi:type="dcterms:W3CDTF">2026-05-22T18:03:46Z</dcterms:modified>
</cp:coreProperties>
</file>