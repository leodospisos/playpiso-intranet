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136" dt="2026-05-22T18:05:42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85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ixaDeTexto 2">
            <a:extLst>
              <a:ext uri="{FF2B5EF4-FFF2-40B4-BE49-F238E27FC236}">
                <a16:creationId xmlns:a16="http://schemas.microsoft.com/office/drawing/2014/main" id="{8AB30E29-6BA4-A279-3A3E-AE8E7421B920}"/>
              </a:ext>
            </a:extLst>
          </p:cNvPr>
          <p:cNvSpPr txBox="1"/>
          <p:nvPr/>
        </p:nvSpPr>
        <p:spPr>
          <a:xfrm>
            <a:off x="2179217" y="20822"/>
            <a:ext cx="9830201" cy="13126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pt-BR" sz="14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Padel</a:t>
            </a:r>
          </a:p>
          <a:p>
            <a:pPr marL="171450" indent="-1714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latin typeface="Poppins "/>
                <a:cs typeface="Poppins Light" panose="00000400000000000000" pitchFamily="2" charset="0"/>
              </a:rPr>
              <a:t>   02 suportes de rede;</a:t>
            </a:r>
          </a:p>
          <a:p>
            <a:pPr marL="171450" indent="-1714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latin typeface="Poppins "/>
                <a:cs typeface="Poppins Light" panose="00000400000000000000" pitchFamily="2" charset="0"/>
              </a:rPr>
              <a:t>   Rede de jogo em nylon;</a:t>
            </a:r>
          </a:p>
          <a:p>
            <a:pPr marL="171450" indent="-171450" algn="just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78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2026-05-22T17:34:16Z</dcterms:created>
  <dcterms:modified xsi:type="dcterms:W3CDTF">2026-05-22T18:06:29Z</dcterms:modified>
</cp:coreProperties>
</file>