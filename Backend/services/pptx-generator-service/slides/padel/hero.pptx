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" dt="2026-05-22T17:54:57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arque com árvores&#10;&#10;O conteúdo gerado por IA pode estar incorreto.">
            <a:extLst>
              <a:ext uri="{FF2B5EF4-FFF2-40B4-BE49-F238E27FC236}">
                <a16:creationId xmlns:a16="http://schemas.microsoft.com/office/drawing/2014/main" id="{BDDA92C9-428D-997E-416A-930785E8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Imagem 9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8ED10FD-A40C-D172-25B0-014009EBD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71" y="175510"/>
            <a:ext cx="806652" cy="777243"/>
          </a:xfrm>
          <a:prstGeom prst="rect">
            <a:avLst/>
          </a:prstGeom>
        </p:spPr>
      </p:pic>
      <p:pic>
        <p:nvPicPr>
          <p:cNvPr id="12" name="Imagem 11" descr="Desenho de um cachorro&#10;&#10;Descrição gerada automaticamente">
            <a:extLst>
              <a:ext uri="{FF2B5EF4-FFF2-40B4-BE49-F238E27FC236}">
                <a16:creationId xmlns:a16="http://schemas.microsoft.com/office/drawing/2014/main" id="{33C7D51B-193E-0418-28BC-89BF7DA16A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192" y="6259630"/>
            <a:ext cx="1344059" cy="31592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391A197-B3F3-0859-2AC7-5D400F096EF0}"/>
              </a:ext>
            </a:extLst>
          </p:cNvPr>
          <p:cNvSpPr txBox="1"/>
          <p:nvPr/>
        </p:nvSpPr>
        <p:spPr>
          <a:xfrm>
            <a:off x="2632381" y="2767280"/>
            <a:ext cx="8370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PADEL TÊNIS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232246B-59E0-BE5A-6E63-1370C1A25BC0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4630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2026-05-22T17:34:16Z</dcterms:created>
  <dcterms:modified xsi:type="dcterms:W3CDTF">2026-05-22T17:55:21Z</dcterms:modified>
</cp:coreProperties>
</file>