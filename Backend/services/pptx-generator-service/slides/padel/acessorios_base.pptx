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77FF-3219-282B-C7C4-73BDC4D42183}" v="3" dt="2026-05-20T01:04:46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6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7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8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12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Acessórios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2026-05-20T01:04:06Z</dcterms:created>
  <dcterms:modified xsi:type="dcterms:W3CDTF">2026-05-20T01:05:11Z</dcterms:modified>
</cp:coreProperties>
</file>