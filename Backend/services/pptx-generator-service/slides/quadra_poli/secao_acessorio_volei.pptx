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677FF-3219-282B-C7C4-73BDC4D42183}" v="37" dt="2026-05-20T01:08:43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66A1D14-391D-AAD3-9C71-A8BC8B42900C}"/>
              </a:ext>
            </a:extLst>
          </p:cNvPr>
          <p:cNvSpPr txBox="1">
            <a:spLocks/>
          </p:cNvSpPr>
          <p:nvPr/>
        </p:nvSpPr>
        <p:spPr>
          <a:xfrm>
            <a:off x="2144588" y="2570"/>
            <a:ext cx="9622732" cy="1701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VÔLEI</a:t>
            </a:r>
            <a:endParaRPr lang="en-US" sz="1200">
              <a:effectLst/>
              <a:latin typeface="Poppins" pitchFamily="2" charset="77"/>
              <a:ea typeface="Times New Roman" panose="02020603050405020304" pitchFamily="18" charset="0"/>
              <a:cs typeface="Poppins" pitchFamily="2" charset="77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/>
            </a:pP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Postes tamanho oficial, confeccionados em tubos de aço 3”, chapa 11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, </a:t>
            </a: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galvanizados a fogo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,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 com 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pintura sintética </a:t>
            </a: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na cor verde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, com 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argolas 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para fixação da 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rede;</a:t>
            </a:r>
            <a:endParaRPr lang="en-US" sz="1200">
              <a:latin typeface="Poppins"/>
              <a:ea typeface="Times New Roman" panose="02020603050405020304" pitchFamily="18" charset="0"/>
              <a:cs typeface="Poppins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Font typeface="Arial"/>
            </a:pP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Rede 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com 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malha 10cm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, 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fio 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de 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nylon virgem 2,5mm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, 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tamanho 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oficial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 10 x 1m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, </a:t>
            </a: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(medida variável de acordo </a:t>
            </a:r>
            <a:r>
              <a:rPr lang="pt-BR" sz="1200" b="1">
                <a:effectLst/>
                <a:latin typeface="Poppins"/>
                <a:ea typeface="Times New Roman" panose="02020603050405020304" pitchFamily="18" charset="0"/>
                <a:cs typeface="Poppins"/>
              </a:rPr>
              <a:t>com </a:t>
            </a: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as </a:t>
            </a:r>
            <a:r>
              <a:rPr lang="pt-BR" sz="1200" b="1">
                <a:effectLst/>
                <a:latin typeface="Poppins"/>
                <a:ea typeface="Times New Roman" panose="02020603050405020304" pitchFamily="18" charset="0"/>
                <a:cs typeface="Poppins"/>
              </a:rPr>
              <a:t>dimensões </a:t>
            </a:r>
            <a:r>
              <a:rPr lang="pt-BR" sz="1200" b="1">
                <a:latin typeface="Poppins"/>
                <a:ea typeface="Times New Roman" panose="02020603050405020304" pitchFamily="18" charset="0"/>
                <a:cs typeface="Poppins"/>
              </a:rPr>
              <a:t>da quadra</a:t>
            </a:r>
            <a:r>
              <a:rPr lang="pt-BR" sz="1200" b="1">
                <a:effectLst/>
                <a:latin typeface="Poppins"/>
                <a:ea typeface="Times New Roman" panose="02020603050405020304" pitchFamily="18" charset="0"/>
                <a:cs typeface="Poppins"/>
              </a:rPr>
              <a:t>),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 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extensores em nylon 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e 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cabo de aço 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para fixação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, 4 lonas confeccionadas em PVC emborrachado com costura dupla - “Lona” superior 7cm e inferior 6cm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.</a:t>
            </a:r>
            <a:endParaRPr lang="en-US" sz="1200">
              <a:latin typeface="Poppins"/>
              <a:ea typeface="Times New Roman" panose="02020603050405020304" pitchFamily="18" charset="0"/>
              <a:cs typeface="Poppins"/>
            </a:endParaRPr>
          </a:p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endParaRPr lang="pt-BR" sz="1200" b="1" dirty="0">
              <a:effectLst/>
              <a:latin typeface="Poppins"/>
              <a:ea typeface="Times New Roman" panose="02020603050405020304" pitchFamily="18" charset="0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</cp:revision>
  <dcterms:created xsi:type="dcterms:W3CDTF">2026-05-20T01:04:06Z</dcterms:created>
  <dcterms:modified xsi:type="dcterms:W3CDTF">2026-05-20T01:08:59Z</dcterms:modified>
</cp:coreProperties>
</file>