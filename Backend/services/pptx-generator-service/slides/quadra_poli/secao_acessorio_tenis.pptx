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F677FF-3219-282B-C7C4-73BDC4D42183}" v="96" dt="2026-05-20T12:25:35.481"/>
    <p1510:client id="{A2D9C851-E9BF-A35A-5804-D376BCBE9368}" v="2" dt="2026-05-20T12:26:24.5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66A1D14-391D-AAD3-9C71-A8BC8B42900C}"/>
              </a:ext>
            </a:extLst>
          </p:cNvPr>
          <p:cNvSpPr txBox="1">
            <a:spLocks/>
          </p:cNvSpPr>
          <p:nvPr/>
        </p:nvSpPr>
        <p:spPr>
          <a:xfrm>
            <a:off x="2144588" y="2570"/>
            <a:ext cx="9622732" cy="180248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de-DE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200" b="1">
                <a:latin typeface="Poppins"/>
                <a:ea typeface="Times New Roman" panose="02020603050405020304" pitchFamily="18" charset="0"/>
                <a:cs typeface="Poppins"/>
              </a:rPr>
              <a:t>TÊNIS</a:t>
            </a:r>
            <a:endParaRPr lang="en-US" sz="1200">
              <a:latin typeface="Poppins"/>
              <a:ea typeface="Times New Roman" panose="02020603050405020304" pitchFamily="18" charset="0"/>
              <a:cs typeface="Poppins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buFont typeface="Arial"/>
              <a:buChar char="•"/>
            </a:pPr>
            <a:r>
              <a:rPr lang="pt-BR" sz="1200">
                <a:latin typeface="Poppins"/>
                <a:ea typeface="Times New Roman" panose="02020603050405020304" pitchFamily="18" charset="0"/>
                <a:cs typeface="Poppins"/>
              </a:rPr>
              <a:t>Postes em tubo de aço 3", chapa 11, tamanho de 1,07m, galvanizados a fogo, com pintura sintética na </a:t>
            </a:r>
            <a:r>
              <a:rPr lang="pt-BR" sz="1200" b="1">
                <a:latin typeface="Poppins"/>
                <a:ea typeface="Times New Roman" panose="02020603050405020304" pitchFamily="18" charset="0"/>
                <a:cs typeface="Poppins"/>
              </a:rPr>
              <a:t>cor verde</a:t>
            </a:r>
            <a:r>
              <a:rPr lang="pt-BR" sz="1200">
                <a:latin typeface="Poppins"/>
                <a:ea typeface="Times New Roman" panose="02020603050405020304" pitchFamily="18" charset="0"/>
                <a:cs typeface="Poppins"/>
              </a:rPr>
              <a:t>, buchas para fixação no piso, ponteira confeccionada em plástico injetado, catraca ajustável;</a:t>
            </a:r>
            <a:endParaRPr lang="en-US" sz="1200">
              <a:latin typeface="Poppins"/>
              <a:ea typeface="Times New Roman" panose="02020603050405020304" pitchFamily="18" charset="0"/>
              <a:cs typeface="Poppins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buFont typeface="Arial"/>
              <a:buChar char="•"/>
            </a:pPr>
            <a:r>
              <a:rPr lang="pt-BR" sz="1200">
                <a:latin typeface="Poppins"/>
                <a:ea typeface="Times New Roman" panose="02020603050405020304" pitchFamily="18" charset="0"/>
                <a:cs typeface="Poppins"/>
              </a:rPr>
              <a:t>Rede malha 4 cm, tamanho 12,80m x 1,08m, fio de nylon virgem 2,5mm, 03 lonas confeccionadas em laminado plástico revestida com PVC emborrachado, reforçada com 4 costuras, abraçadeira plástica para facilitar a instalação, cabo de aço para fixação da rede revestido em PVC;</a:t>
            </a:r>
            <a:endParaRPr lang="en-US"/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endParaRPr lang="pt-BR" sz="800" dirty="0">
              <a:latin typeface="Poppins"/>
              <a:ea typeface="Times New Roman" panose="02020603050405020304" pitchFamily="18" charset="0"/>
              <a:cs typeface="Poppins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endParaRPr lang="pt-BR" sz="1200" b="1" dirty="0">
              <a:latin typeface="Poppins"/>
              <a:ea typeface="Times New Roman" panose="02020603050405020304" pitchFamily="18" charset="0"/>
              <a:cs typeface="Poppins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endParaRPr lang="pt-BR" sz="1200" b="1" dirty="0">
              <a:latin typeface="Poppins"/>
              <a:ea typeface="Times New Roman" panose="02020603050405020304" pitchFamily="18" charset="0"/>
              <a:cs typeface="Poppins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endParaRPr lang="pt-BR" sz="1200" b="1" dirty="0">
              <a:effectLst/>
              <a:latin typeface="Poppins"/>
              <a:ea typeface="Times New Roman" panose="02020603050405020304" pitchFamily="18" charset="0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39</cp:revision>
  <dcterms:created xsi:type="dcterms:W3CDTF">2026-05-20T01:04:06Z</dcterms:created>
  <dcterms:modified xsi:type="dcterms:W3CDTF">2026-05-20T12:26:30Z</dcterms:modified>
</cp:coreProperties>
</file>