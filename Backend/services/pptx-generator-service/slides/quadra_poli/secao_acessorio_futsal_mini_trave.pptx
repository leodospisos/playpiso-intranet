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677FF-3219-282B-C7C4-73BDC4D42183}" v="96" dt="2026-05-20T12:25:35.481"/>
    <p1510:client id="{A2D9C851-E9BF-A35A-5804-D376BCBE9368}" v="5" dt="2026-05-20T12:27:24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44588" y="2570"/>
            <a:ext cx="9622732" cy="18024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FUTSAL – MINI TRAVE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Traves confeccionadas em tudo de aço</a:t>
            </a: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 galvanizada a fogo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,</a:t>
            </a:r>
            <a:r>
              <a:rPr lang="pt-BR" sz="1200" b="1" dirty="0">
                <a:latin typeface="Poppins"/>
                <a:ea typeface="Times New Roman" panose="02020603050405020304" pitchFamily="18" charset="0"/>
                <a:cs typeface="Poppins"/>
              </a:rPr>
              <a:t>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1,20 x 0,90, com requadro </a:t>
            </a: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(medida variável de acordo com o tamanho da quadra)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;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Redes</a:t>
            </a:r>
            <a:r>
              <a:rPr lang="pt-BR" sz="1200" b="1" dirty="0">
                <a:latin typeface="Poppins"/>
                <a:ea typeface="Times New Roman" panose="02020603050405020304" pitchFamily="18" charset="0"/>
                <a:cs typeface="Poppins"/>
              </a:rPr>
              <a:t>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para futsal fio 4mm, malha 10;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latin typeface="Poppins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800" dirty="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effectLst/>
              <a:latin typeface="Poppins"/>
              <a:ea typeface="Times New Roman" panose="02020603050405020304" pitchFamily="18" charset="0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</cp:revision>
  <dcterms:created xsi:type="dcterms:W3CDTF">2026-05-20T01:04:06Z</dcterms:created>
  <dcterms:modified xsi:type="dcterms:W3CDTF">2026-05-20T12:27:29Z</dcterms:modified>
</cp:coreProperties>
</file>