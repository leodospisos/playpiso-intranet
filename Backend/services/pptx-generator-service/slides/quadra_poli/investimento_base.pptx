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CBD2C5-2DC2-9517-D3DA-77E4C9BA5AE4}" v="1" dt="2026-05-25T19:55:3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6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7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8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9B7F420B-9EB2-F08D-79F9-CE671E6C98CB}"/>
              </a:ext>
            </a:extLst>
          </p:cNvPr>
          <p:cNvSpPr txBox="1"/>
          <p:nvPr/>
        </p:nvSpPr>
        <p:spPr>
          <a:xfrm>
            <a:off x="2104811" y="322438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2026-05-19T22:59:01Z</dcterms:created>
  <dcterms:modified xsi:type="dcterms:W3CDTF">2026-05-26T10:41:06Z</dcterms:modified>
</cp:coreProperties>
</file>