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2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225E7D-40D9-CF44-DB31-1C01038BBA60}" v="4" dt="2026-05-19T16:09:26.3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B58FC-6199-4481-AE05-143CE4D4EDAB}" type="datetimeFigureOut"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C3D7D-6A6F-4DDA-8EAF-22802233670F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8152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002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542291-680C-F737-DD7E-762E2ACFE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811" y="901379"/>
            <a:ext cx="9666275" cy="5214286"/>
          </a:xfrm>
        </p:spPr>
        <p:txBody>
          <a:bodyPr>
            <a:noAutofit/>
          </a:bodyPr>
          <a:lstStyle/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Execução de guia perimetral;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pó de pedra </a:t>
            </a:r>
            <a:r>
              <a:rPr lang="pt-BR" sz="120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compactado e nivelado;</a:t>
            </a:r>
            <a:endParaRPr lang="pt-BR" sz="12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pedra 01, espalhada, nivelada, compactada e emulsionada com asfalto, com a utilização de equipamentos mecânicos;</a:t>
            </a: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>
                <a:effectLst/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pedrisco limpo, espalhado, nivelado, compactado e emulsionado com asfalto, com a utilização de equipamentos mecânicos;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pó de pedra emulsionado com asfalto;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uma demão de </a:t>
            </a:r>
            <a:r>
              <a:rPr lang="pt-BR" sz="1200" err="1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Playgrit</a:t>
            </a:r>
            <a:r>
              <a:rPr lang="pt-BR" sz="120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 (lama asfáltica);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duas demãos de camada regularizadora à base de resinas acrílicas especialmente processadas com fundo pigmentado da mesma cor da quadra definida pelo cliente proporcionando um melhor acabamento, com agregados de granulometria controladas;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Aplicação de resina colorida (cor a ser definida pelo cliente) à base de resina acrílica especialmente processadas;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tabLst>
                <a:tab pos="457200" algn="l"/>
              </a:tabLst>
            </a:pPr>
            <a:r>
              <a:rPr lang="pt-BR" sz="1200">
                <a:latin typeface="Poppins" panose="00000500000000000000" pitchFamily="2" charset="0"/>
                <a:ea typeface="Times New Roman" panose="02020603050405020304" pitchFamily="18" charset="0"/>
                <a:cs typeface="Poppins" panose="00000500000000000000" pitchFamily="2" charset="0"/>
              </a:rPr>
              <a:t>Pintura das linhas de demarcação com pincel e reforçadas com resinas, a fim de proporcionar durabilidade.</a:t>
            </a: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0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1" y="316604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Piso Asfáltico 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269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2026-05-19T16:02:37Z</dcterms:created>
  <dcterms:modified xsi:type="dcterms:W3CDTF">2026-05-19T16:09:33Z</dcterms:modified>
</cp:coreProperties>
</file>