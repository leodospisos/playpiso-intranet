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7" r:id="rId2"/>
    <p:sldId id="344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B54A5-CFC2-F232-AF47-87D56E4CB354}" v="5" dt="2026-05-25T17:59:38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1523-25D0-45DD-8428-48CF2ABB0D5B}" type="datetimeFigureOut"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09CF5-B867-4C3C-8EEA-44D36732221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45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r>
              <a:rPr lang="en-BR" dirty="0"/>
              <a:t>]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r>
              <a:rPr lang="en-BR" dirty="0"/>
              <a:t>]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5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0" y="906468"/>
            <a:ext cx="9726405" cy="2410782"/>
          </a:xfrm>
        </p:spPr>
        <p:txBody>
          <a:bodyPr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Assoalho tipo macho-fêmea (50,00 a 90,00mm x 20,00mm) seco em estufa, assentado sobre laminado compensado (12,00mm) sobre vigotas de suspensão (barrotes) de 40,00mm x 30,00mm, em madeira de lei dura, com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pads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3/8” de espessura de Neoprene; pregos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ardox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para fixação do assoalho sobre chapa de compensado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multilaminado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com fornecimento de mão de obra para instalação e montagem do assoalho nas áreas designadas e serviços de raspagem, calafetação com acabamento em verniz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poliuretânico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e demarcação das linhas para os jogos de futsal, vôlei, basquete e handebol.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9886711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/>
                <a:cs typeface="Poppins Bold"/>
              </a:rPr>
              <a:t>1.1 Piso Assoalho Flutuante {{</a:t>
            </a:r>
            <a:r>
              <a:rPr lang="pt-BR" sz="3200" b="1" dirty="0" err="1">
                <a:solidFill>
                  <a:srgbClr val="FF0000"/>
                </a:solidFill>
                <a:latin typeface="Poppins Bold"/>
                <a:cs typeface="Poppins Bold"/>
              </a:rPr>
              <a:t>tipo_madeira</a:t>
            </a:r>
            <a:r>
              <a:rPr lang="pt-BR" sz="3200" b="1" dirty="0">
                <a:solidFill>
                  <a:srgbClr val="FF0000"/>
                </a:solidFill>
                <a:latin typeface="Poppins Bold"/>
                <a:cs typeface="Poppins Bold"/>
              </a:rPr>
              <a:t>}}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22720"/>
            <a:ext cx="9735736" cy="303968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CUSHION (PADS):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Pads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de borracha natural, pré-fabricada, contendo estrutura fechada, de espessura e dureza constante, que provoca melhor absorção (10mm) de choques e aumento do retorno à pressão exercida. A superfície inferior aderente ao piso de concreto deverá ser instalada à distância de 40cm de eixo em todo o sentido transversal e longitudinal da quadra</a:t>
            </a: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;</a:t>
            </a:r>
            <a:endParaRPr lang="pt-BR" sz="1200" dirty="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BARROTES:</a:t>
            </a:r>
            <a:r>
              <a:rPr lang="pt-BR" sz="1200" b="1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Vigotas de suspensão de 40,00mm x 30,00mm, em madeira de lei dura;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CONTRAPLACADO: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</a:t>
            </a: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ompensado de 12mm de espessura, construído em chapas prensadas, que têm por finalidade realizar a perfeita distribuição das cargas concentradas;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ASSOALHO E ACABAMENTO:</a:t>
            </a:r>
            <a:r>
              <a:rPr lang="pt-BR" sz="1200" b="1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acabamento realizado em resina poliuretânica assim como as linhas demarcatórias.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1.2 Etapas de Execução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2026-05-25T17:58:22Z</dcterms:created>
  <dcterms:modified xsi:type="dcterms:W3CDTF">2026-05-25T18:00:12Z</dcterms:modified>
</cp:coreProperties>
</file>