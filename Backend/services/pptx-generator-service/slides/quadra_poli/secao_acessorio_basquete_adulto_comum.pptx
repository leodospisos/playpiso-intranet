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677FF-3219-282B-C7C4-73BDC4D42183}" v="75" dt="2026-05-20T12:24:17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66A1D14-391D-AAD3-9C71-A8BC8B42900C}"/>
              </a:ext>
            </a:extLst>
          </p:cNvPr>
          <p:cNvSpPr txBox="1">
            <a:spLocks/>
          </p:cNvSpPr>
          <p:nvPr/>
        </p:nvSpPr>
        <p:spPr>
          <a:xfrm>
            <a:off x="2144588" y="2570"/>
            <a:ext cx="9622732" cy="14286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BASQUETE – ESTRUTURA AÉREA</a:t>
            </a:r>
            <a:endParaRPr lang="en-US" sz="120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Arial,Sans-Serif"/>
              <a:buChar char="•"/>
            </a:pP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Basculante, confeccionada em perfil tubular, cabos de aço laterais estabilizadores e cabos de aço central para elevação através de </a:t>
            </a: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guinchos elétricos 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personalizados para quadras cobertas;</a:t>
            </a:r>
            <a:endParaRPr lang="en-US" sz="120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Arial,Sans-Serif"/>
              <a:buChar char="•"/>
            </a:pP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02 tabelas em vidro temperado, aros flexíveis e redes com avanço de 3,50m.</a:t>
            </a:r>
            <a:endParaRPr lang="en-US" sz="120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1200" b="1" dirty="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1200" b="1" dirty="0">
              <a:effectLst/>
              <a:latin typeface="Poppins"/>
              <a:ea typeface="Times New Roman" panose="02020603050405020304" pitchFamily="18" charset="0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</cp:revision>
  <dcterms:created xsi:type="dcterms:W3CDTF">2026-05-20T01:04:06Z</dcterms:created>
  <dcterms:modified xsi:type="dcterms:W3CDTF">2026-05-20T12:24:33Z</dcterms:modified>
</cp:coreProperties>
</file>