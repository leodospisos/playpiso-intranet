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7FA39-A480-FAC4-91DD-DCA7985E5CB2}" v="47" dt="2026-05-26T12:44:02.508"/>
    <p1510:client id="{3CCBD2C5-2DC2-9517-D3DA-77E4C9BA5AE4}" v="1" dt="2026-05-25T19:55:3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EED79-A2FB-4833-8968-93515EDD6D26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4630A-F5B8-4B60-A00C-7E9EFDCA66D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8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07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253F9D74-5021-4F65-84A3-772DC405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7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F314F01E-F438-79CC-7775-4BBE2B751C7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79A1F1D-F3BF-1BF8-92F0-799FCE3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A25FDD9F-37AC-20FF-4419-477CFA78378B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2059CD2-05F5-719A-ED86-ADB18422478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D77F999A-5848-35DE-10DC-CE2AF7702A9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B20D068-0191-EC87-39C8-8ABC2F89A76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888BC6D8-EFB0-D415-3CDC-094DC4BB423B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5F74E3F-2F18-056B-DEF9-116B7217D0E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25A29E22-FD9D-B39B-E49D-5E3AB0DB58AF}"/>
              </a:ext>
            </a:extLst>
          </p:cNvPr>
          <p:cNvSpPr txBox="1"/>
          <p:nvPr/>
        </p:nvSpPr>
        <p:spPr>
          <a:xfrm>
            <a:off x="2104811" y="352737"/>
            <a:ext cx="5833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1.2 Detalhe construtivo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pic>
        <p:nvPicPr>
          <p:cNvPr id="9" name="Imagem 8" descr="Uma imagem contendo computador&#10;&#10;Descrição gerada automaticamente">
            <a:extLst>
              <a:ext uri="{FF2B5EF4-FFF2-40B4-BE49-F238E27FC236}">
                <a16:creationId xmlns:a16="http://schemas.microsoft.com/office/drawing/2014/main" id="{16718C04-3AED-D72C-0F40-87D072BEA3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37" t="12020" r="5499" b="10509"/>
          <a:stretch/>
        </p:blipFill>
        <p:spPr>
          <a:xfrm>
            <a:off x="2517913" y="1490454"/>
            <a:ext cx="7156174" cy="445273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1082E62-22BF-F374-4731-83ED2018AE99}"/>
              </a:ext>
            </a:extLst>
          </p:cNvPr>
          <p:cNvCxnSpPr>
            <a:cxnSpLocks/>
          </p:cNvCxnSpPr>
          <p:nvPr/>
        </p:nvCxnSpPr>
        <p:spPr>
          <a:xfrm>
            <a:off x="7422226" y="4472185"/>
            <a:ext cx="1576978" cy="996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2F58584-5C78-A0BF-6FFF-05E887B41581}"/>
              </a:ext>
            </a:extLst>
          </p:cNvPr>
          <p:cNvCxnSpPr>
            <a:cxnSpLocks/>
          </p:cNvCxnSpPr>
          <p:nvPr/>
        </p:nvCxnSpPr>
        <p:spPr>
          <a:xfrm>
            <a:off x="7836890" y="4041879"/>
            <a:ext cx="1118161" cy="655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E24E40E-67A6-B023-9FF0-B39A05899912}"/>
              </a:ext>
            </a:extLst>
          </p:cNvPr>
          <p:cNvCxnSpPr>
            <a:cxnSpLocks/>
          </p:cNvCxnSpPr>
          <p:nvPr/>
        </p:nvCxnSpPr>
        <p:spPr>
          <a:xfrm>
            <a:off x="7646603" y="4231613"/>
            <a:ext cx="1316326" cy="830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02FA47F-BB95-8EF9-609B-2D90C09C59D5}"/>
              </a:ext>
            </a:extLst>
          </p:cNvPr>
          <p:cNvCxnSpPr>
            <a:cxnSpLocks/>
          </p:cNvCxnSpPr>
          <p:nvPr/>
        </p:nvCxnSpPr>
        <p:spPr>
          <a:xfrm>
            <a:off x="8073462" y="3784465"/>
            <a:ext cx="889467" cy="5714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3FC12F4A-51EB-CF21-1D0B-2832215C0081}"/>
              </a:ext>
            </a:extLst>
          </p:cNvPr>
          <p:cNvCxnSpPr/>
          <p:nvPr/>
        </p:nvCxnSpPr>
        <p:spPr>
          <a:xfrm>
            <a:off x="8008773" y="3375568"/>
            <a:ext cx="954156" cy="5963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E4C8276-8E2D-9849-4D15-EC849EA91265}"/>
              </a:ext>
            </a:extLst>
          </p:cNvPr>
          <p:cNvSpPr txBox="1"/>
          <p:nvPr/>
        </p:nvSpPr>
        <p:spPr>
          <a:xfrm>
            <a:off x="8999204" y="3967716"/>
            <a:ext cx="2850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Acabamento colorido</a:t>
            </a: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Camada nivelante</a:t>
            </a: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Camada selante</a:t>
            </a: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Tela de poliéster</a:t>
            </a: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304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Camada flexível amortecedora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7E91F5B-244C-9A47-7B46-0E18ACEF4629}"/>
              </a:ext>
            </a:extLst>
          </p:cNvPr>
          <p:cNvSpPr txBox="1"/>
          <p:nvPr/>
        </p:nvSpPr>
        <p:spPr>
          <a:xfrm>
            <a:off x="4923900" y="1193493"/>
            <a:ext cx="40543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cs typeface="Poppins"/>
              </a:rPr>
              <a:t>Espessura final: </a:t>
            </a:r>
            <a:r>
              <a:rPr lang="pt-BR" sz="1200" dirty="0">
                <a:solidFill>
                  <a:prstClr val="black"/>
                </a:solidFill>
                <a:latin typeface="Poppins"/>
                <a:cs typeface="Poppins"/>
              </a:rPr>
              <a:t>{{</a:t>
            </a:r>
            <a:r>
              <a:rPr lang="pt-BR" sz="1200" dirty="0" err="1">
                <a:solidFill>
                  <a:prstClr val="black"/>
                </a:solidFill>
                <a:latin typeface="Poppins"/>
                <a:cs typeface="Poppins"/>
              </a:rPr>
              <a:t>espessura_poliuretano</a:t>
            </a:r>
            <a:r>
              <a:rPr lang="pt-BR" sz="1200" dirty="0">
                <a:solidFill>
                  <a:prstClr val="black"/>
                </a:solidFill>
                <a:latin typeface="Poppins"/>
                <a:cs typeface="Poppins"/>
              </a:rPr>
              <a:t>}}mm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464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</cp:revision>
  <dcterms:created xsi:type="dcterms:W3CDTF">2026-05-19T22:59:01Z</dcterms:created>
  <dcterms:modified xsi:type="dcterms:W3CDTF">2026-05-26T12:44:09Z</dcterms:modified>
</cp:coreProperties>
</file>