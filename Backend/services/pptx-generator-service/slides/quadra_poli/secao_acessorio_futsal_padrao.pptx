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43" dt="2026-05-20T01:09:23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1555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FUTSAL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Traves confeccionadas em tubo de aço 3”, chapa 13,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galvanizadas a fogo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 com pintura sintética na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cor branca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 tamanho oficial 3m x 2m, haste de 0,50m e profundidade 0,90m, desmontável;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Redes para futsal fio 4, nylon virgem, malha 12 x 12, recuo 30/70.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</cp:revision>
  <dcterms:created xsi:type="dcterms:W3CDTF">2026-05-20T01:04:06Z</dcterms:created>
  <dcterms:modified xsi:type="dcterms:W3CDTF">2026-05-20T01:09:38Z</dcterms:modified>
</cp:coreProperties>
</file>