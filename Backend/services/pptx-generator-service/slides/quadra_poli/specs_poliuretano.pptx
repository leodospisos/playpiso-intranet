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8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7FA39-A480-FAC4-91DD-DCA7985E5CB2}" v="27" dt="2026-05-26T12:42:38.129"/>
    <p1510:client id="{3CCBD2C5-2DC2-9517-D3DA-77E4C9BA5AE4}" v="1" dt="2026-05-25T19:55:3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EED79-A2FB-4833-8968-93515EDD6D26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4630A-F5B8-4B60-A00C-7E9EFDCA66D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8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92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253F9D74-5021-4F65-84A3-772DC405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7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F314F01E-F438-79CC-7775-4BBE2B751C7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79A1F1D-F3BF-1BF8-92F0-799FCE3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A25FDD9F-37AC-20FF-4419-477CFA78378B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2059CD2-05F5-719A-ED86-ADB18422478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D77F999A-5848-35DE-10DC-CE2AF7702A9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B20D068-0191-EC87-39C8-8ABC2F89A76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888BC6D8-EFB0-D415-3CDC-094DC4BB423B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5F74E3F-2F18-056B-DEF9-116B7217D0E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25A29E22-FD9D-B39B-E49D-5E3AB0DB58AF}"/>
              </a:ext>
            </a:extLst>
          </p:cNvPr>
          <p:cNvSpPr txBox="1"/>
          <p:nvPr/>
        </p:nvSpPr>
        <p:spPr>
          <a:xfrm>
            <a:off x="2104811" y="352737"/>
            <a:ext cx="9676372" cy="13542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/>
                <a:cs typeface="Poppins Bold"/>
              </a:rPr>
              <a:t>1.1 Sistema </a:t>
            </a:r>
            <a:r>
              <a:rPr lang="pt-BR" sz="3200" b="1">
                <a:solidFill>
                  <a:srgbClr val="FF0000"/>
                </a:solidFill>
                <a:latin typeface="Poppins Bold"/>
                <a:cs typeface="Poppins Bold"/>
              </a:rPr>
              <a:t>PU200B-{{</a:t>
            </a:r>
            <a:r>
              <a:rPr lang="pt-BR" sz="3200" b="1" err="1">
                <a:solidFill>
                  <a:srgbClr val="FF0000"/>
                </a:solidFill>
                <a:latin typeface="Poppins Bold"/>
                <a:cs typeface="Poppins Bold"/>
              </a:rPr>
              <a:t>tipo_poliuretano</a:t>
            </a:r>
            <a:r>
              <a:rPr lang="pt-BR" sz="3200" b="1">
                <a:solidFill>
                  <a:srgbClr val="FF0000"/>
                </a:solidFill>
                <a:latin typeface="Poppins Bold"/>
                <a:cs typeface="Poppins Bold"/>
              </a:rPr>
              <a:t>}}</a:t>
            </a: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/>
                <a:cs typeface="Poppins Bold"/>
              </a:rPr>
              <a:t> – Resina de 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/>
                <a:cs typeface="Poppins Bold"/>
              </a:rPr>
              <a:t>Poliuretano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Moldado “In loco”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8C2B40-0314-2C2B-0984-51CFC6F6C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1214511"/>
            <a:ext cx="9676372" cy="346439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 panose="00000400000000000000" pitchFamily="2" charset="0"/>
              </a:rPr>
              <a:t>PRIMER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 – Aplicação de primer de poliuretano que garante a perfeita aderência do piso;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/>
              </a:rPr>
              <a:t>CAMADA </a:t>
            </a:r>
            <a:r>
              <a:rPr lang="pt-BR" sz="1200" b="1" u="sng" dirty="0" err="1">
                <a:latin typeface="Poppins "/>
                <a:cs typeface="Poppins Light"/>
              </a:rPr>
              <a:t>FLEXíVEL</a:t>
            </a:r>
            <a:r>
              <a:rPr lang="pt-BR" sz="1200" b="1" u="sng" dirty="0">
                <a:latin typeface="Poppins "/>
                <a:cs typeface="Poppins Light"/>
              </a:rPr>
              <a:t> AMORTECEDORA</a:t>
            </a:r>
            <a:r>
              <a:rPr lang="pt-BR" sz="1200" dirty="0">
                <a:latin typeface="Poppins "/>
                <a:cs typeface="Poppins Light"/>
              </a:rPr>
              <a:t> – Aplicação de borracha sintética, reciclada, moldada “in loco”, estabilizada com espessura uniforme de {{</a:t>
            </a:r>
            <a:r>
              <a:rPr lang="pt-BR" sz="1200" dirty="0" err="1">
                <a:latin typeface="Poppins "/>
                <a:cs typeface="Poppins Light"/>
              </a:rPr>
              <a:t>espessura_poliuretano</a:t>
            </a:r>
            <a:r>
              <a:rPr lang="pt-BR" sz="1200" dirty="0">
                <a:latin typeface="Poppins "/>
                <a:cs typeface="Poppins Light"/>
              </a:rPr>
              <a:t>}}mm;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 panose="00000400000000000000" pitchFamily="2" charset="0"/>
              </a:rPr>
              <a:t>TELA DE POLIÉSTER</a:t>
            </a:r>
            <a:r>
              <a:rPr lang="pt-BR" sz="1200" b="1" dirty="0">
                <a:latin typeface="Poppins "/>
                <a:cs typeface="Poppins Light" panose="00000400000000000000" pitchFamily="2" charset="0"/>
              </a:rPr>
              <a:t> 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– Aplicação de tela de poliéster que garante maior resistência ao piso; </a:t>
            </a:r>
            <a:endParaRPr lang="pt-BR" sz="1200" b="1" u="sng" dirty="0">
              <a:latin typeface="Poppins "/>
              <a:cs typeface="Poppins Light" panose="00000400000000000000" pitchFamily="2" charset="0"/>
            </a:endParaRP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 panose="00000400000000000000" pitchFamily="2" charset="0"/>
              </a:rPr>
              <a:t>CAMADA SELANTE 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– Aplicação de resina de poliuretano bicomponente regularizadora e selante;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 panose="00000400000000000000" pitchFamily="2" charset="0"/>
              </a:rPr>
              <a:t>CAMADA NIVELANTE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 – Aplicação de camada </a:t>
            </a:r>
            <a:r>
              <a:rPr lang="pt-BR" sz="1200" dirty="0" err="1">
                <a:latin typeface="Poppins "/>
                <a:cs typeface="Poppins Light" panose="00000400000000000000" pitchFamily="2" charset="0"/>
              </a:rPr>
              <a:t>nivelante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 de resina bicomponente de poliuretano flexível autonivelante, que proporciona resistência a esforços mecânicos; 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u="sng" dirty="0">
                <a:latin typeface="Poppins "/>
                <a:cs typeface="Poppins Light" panose="00000400000000000000" pitchFamily="2" charset="0"/>
              </a:rPr>
              <a:t>ACABAMENTO COLORIDO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 – Aplicação de resina de poliuretano colorida de alta resistência, não reflexiva, antiderrapante, com textura adequada a prática esportiva.</a:t>
            </a:r>
          </a:p>
        </p:txBody>
      </p:sp>
    </p:spTree>
    <p:extLst>
      <p:ext uri="{BB962C8B-B14F-4D97-AF65-F5344CB8AC3E}">
        <p14:creationId xmlns:p14="http://schemas.microsoft.com/office/powerpoint/2010/main" val="33517547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2026-05-19T22:59:01Z</dcterms:created>
  <dcterms:modified xsi:type="dcterms:W3CDTF">2026-05-26T12:42:39Z</dcterms:modified>
</cp:coreProperties>
</file>