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77FF-3219-282B-C7C4-73BDC4D42183}" v="36" dt="2026-05-20T01:07:58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16947"/>
            <a:ext cx="9622732" cy="14286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BASQUETE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/>
                <a:ea typeface="Times New Roman" panose="02020603050405020304" pitchFamily="18" charset="0"/>
                <a:cs typeface="Poppins"/>
              </a:rPr>
              <a:t>Estruturas metálicas fixas, </a:t>
            </a:r>
            <a:r>
              <a:rPr lang="pt-BR" sz="1200" b="1" dirty="0">
                <a:effectLst/>
                <a:latin typeface="Poppins"/>
                <a:ea typeface="Times New Roman" panose="02020603050405020304" pitchFamily="18" charset="0"/>
                <a:cs typeface="Poppins"/>
              </a:rPr>
              <a:t>galvanizadas</a:t>
            </a:r>
            <a:r>
              <a:rPr lang="pt-BR" sz="1200" b="1" dirty="0">
                <a:latin typeface="Poppins"/>
                <a:ea typeface="Times New Roman" panose="02020603050405020304" pitchFamily="18" charset="0"/>
                <a:cs typeface="Poppins"/>
              </a:rPr>
              <a:t> a fogo</a:t>
            </a:r>
            <a:r>
              <a:rPr lang="pt-BR" sz="1200" dirty="0">
                <a:latin typeface="Poppins"/>
                <a:ea typeface="Times New Roman" panose="02020603050405020304" pitchFamily="18" charset="0"/>
                <a:cs typeface="Poppins"/>
              </a:rPr>
              <a:t>,</a:t>
            </a:r>
            <a:r>
              <a:rPr lang="pt-BR" sz="1200" dirty="0">
                <a:effectLst/>
                <a:latin typeface="Poppins"/>
                <a:ea typeface="Times New Roman" panose="02020603050405020304" pitchFamily="18" charset="0"/>
                <a:cs typeface="Poppins"/>
              </a:rPr>
              <a:t> altura de 3,48m, confeccionadas com tubo de 4”, espessura 3,65, avanço de 1,30, reforçado com mão francesa e chapa de ferro para fixação da tabela, acabamento com pintura </a:t>
            </a:r>
            <a:r>
              <a:rPr lang="pt-BR" sz="1200" b="1" dirty="0">
                <a:effectLst/>
                <a:latin typeface="Poppins"/>
                <a:ea typeface="Times New Roman" panose="02020603050405020304" pitchFamily="18" charset="0"/>
                <a:cs typeface="Poppins"/>
              </a:rPr>
              <a:t>verde.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ea typeface="Times New Roman" panose="02020603050405020304" pitchFamily="18" charset="0"/>
                <a:cs typeface="Poppins"/>
              </a:rPr>
              <a:t>Tabela acrílica i</a:t>
            </a:r>
            <a:r>
              <a:rPr lang="pt-BR" sz="1200" dirty="0">
                <a:effectLst/>
                <a:latin typeface="Poppins"/>
                <a:ea typeface="Times New Roman" panose="02020603050405020304" pitchFamily="18" charset="0"/>
                <a:cs typeface="Poppins"/>
              </a:rPr>
              <a:t>ncolor, 10mm de espessura, modelo oficial, com dimensões de 1,80m x 1,05m x 0,10cm (</a:t>
            </a:r>
            <a:r>
              <a:rPr lang="pt-BR" sz="1200" dirty="0" err="1">
                <a:effectLst/>
                <a:latin typeface="Poppins"/>
                <a:ea typeface="Times New Roman" panose="02020603050405020304" pitchFamily="18" charset="0"/>
                <a:cs typeface="Poppins"/>
              </a:rPr>
              <a:t>AxLxP</a:t>
            </a:r>
            <a:r>
              <a:rPr lang="pt-BR" sz="1200" dirty="0">
                <a:effectLst/>
                <a:latin typeface="Poppins"/>
                <a:ea typeface="Times New Roman" panose="02020603050405020304" pitchFamily="18" charset="0"/>
                <a:cs typeface="Poppins"/>
              </a:rPr>
              <a:t>), peso 45kg, com aro retrátil, rede tipo </a:t>
            </a:r>
            <a:r>
              <a:rPr lang="pt-BR" sz="1200" dirty="0" err="1">
                <a:effectLst/>
                <a:latin typeface="Poppins"/>
                <a:ea typeface="Times New Roman" panose="02020603050405020304" pitchFamily="18" charset="0"/>
                <a:cs typeface="Poppins"/>
              </a:rPr>
              <a:t>chua</a:t>
            </a:r>
            <a:r>
              <a:rPr lang="pt-BR" sz="1200" dirty="0">
                <a:effectLst/>
                <a:latin typeface="Poppins"/>
                <a:ea typeface="Times New Roman" panose="02020603050405020304" pitchFamily="18" charset="0"/>
                <a:cs typeface="Poppins"/>
              </a:rPr>
              <a:t> e parafusos para fixação.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</cp:revision>
  <dcterms:created xsi:type="dcterms:W3CDTF">2026-05-20T01:04:06Z</dcterms:created>
  <dcterms:modified xsi:type="dcterms:W3CDTF">2026-05-20T01:08:29Z</dcterms:modified>
</cp:coreProperties>
</file>