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63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1F9BE7-BDC4-51F5-D86A-88AC710F90A5}" v="33" dt="2026-05-28T17:36:44.9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EBA4496-8467-5024-054E-DD647A3C5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2A3E9-C62C-4344-B3D3-1FBC5A21D098}" type="datetime1">
              <a:rPr lang="en-GB" smtClean="0"/>
              <a:t>28/05/2026</a:t>
            </a:fld>
            <a:endParaRPr lang="pt-BR"/>
          </a:p>
        </p:txBody>
      </p:sp>
      <p:sp>
        <p:nvSpPr>
          <p:cNvPr id="5" name="Retângulo 1">
            <a:extLst>
              <a:ext uri="{FF2B5EF4-FFF2-40B4-BE49-F238E27FC236}">
                <a16:creationId xmlns:a16="http://schemas.microsoft.com/office/drawing/2014/main" id="{1503AD74-43EC-9BA8-B430-6839A58AD347}"/>
              </a:ext>
            </a:extLst>
          </p:cNvPr>
          <p:cNvSpPr/>
          <p:nvPr/>
        </p:nvSpPr>
        <p:spPr>
          <a:xfrm>
            <a:off x="1" y="893"/>
            <a:ext cx="1914024" cy="685621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79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m 5" descr="Desenho de um círculo&#10;&#10;Descrição gerada automaticamente com confiança baixa">
            <a:extLst>
              <a:ext uri="{FF2B5EF4-FFF2-40B4-BE49-F238E27FC236}">
                <a16:creationId xmlns:a16="http://schemas.microsoft.com/office/drawing/2014/main" id="{A4387D86-BFF9-9BAE-000F-F70DE0E2E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322" y="323513"/>
            <a:ext cx="622557" cy="599860"/>
          </a:xfrm>
          <a:prstGeom prst="rect">
            <a:avLst/>
          </a:prstGeom>
        </p:spPr>
      </p:pic>
      <p:sp>
        <p:nvSpPr>
          <p:cNvPr id="14" name="CaixaDeTexto 10">
            <a:extLst>
              <a:ext uri="{FF2B5EF4-FFF2-40B4-BE49-F238E27FC236}">
                <a16:creationId xmlns:a16="http://schemas.microsoft.com/office/drawing/2014/main" id="{E67D6D5A-2674-CC71-C910-C08329139155}"/>
              </a:ext>
            </a:extLst>
          </p:cNvPr>
          <p:cNvSpPr txBox="1"/>
          <p:nvPr/>
        </p:nvSpPr>
        <p:spPr>
          <a:xfrm>
            <a:off x="39768" y="1912034"/>
            <a:ext cx="2064495" cy="3076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b="1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Projeto</a:t>
            </a:r>
          </a:p>
        </p:txBody>
      </p:sp>
      <p:sp>
        <p:nvSpPr>
          <p:cNvPr id="15" name="CaixaDeTexto 10">
            <a:extLst>
              <a:ext uri="{FF2B5EF4-FFF2-40B4-BE49-F238E27FC236}">
                <a16:creationId xmlns:a16="http://schemas.microsoft.com/office/drawing/2014/main" id="{5A4AAC78-8969-7E29-3790-B7C9BE90D1C6}"/>
              </a:ext>
            </a:extLst>
          </p:cNvPr>
          <p:cNvSpPr txBox="1"/>
          <p:nvPr/>
        </p:nvSpPr>
        <p:spPr>
          <a:xfrm>
            <a:off x="39768" y="2660541"/>
            <a:ext cx="2064495" cy="3076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Pagamento</a:t>
            </a:r>
          </a:p>
        </p:txBody>
      </p:sp>
      <p:sp>
        <p:nvSpPr>
          <p:cNvPr id="16" name="CaixaDeTexto 10">
            <a:extLst>
              <a:ext uri="{FF2B5EF4-FFF2-40B4-BE49-F238E27FC236}">
                <a16:creationId xmlns:a16="http://schemas.microsoft.com/office/drawing/2014/main" id="{9FE42992-1F8E-A206-E132-FCFE85949131}"/>
              </a:ext>
            </a:extLst>
          </p:cNvPr>
          <p:cNvSpPr txBox="1"/>
          <p:nvPr/>
        </p:nvSpPr>
        <p:spPr>
          <a:xfrm>
            <a:off x="39768" y="2286287"/>
            <a:ext cx="2064495" cy="3076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Investimento</a:t>
            </a:r>
          </a:p>
        </p:txBody>
      </p:sp>
      <p:sp>
        <p:nvSpPr>
          <p:cNvPr id="17" name="CaixaDeTexto 10">
            <a:extLst>
              <a:ext uri="{FF2B5EF4-FFF2-40B4-BE49-F238E27FC236}">
                <a16:creationId xmlns:a16="http://schemas.microsoft.com/office/drawing/2014/main" id="{E6728D76-7039-5AB6-4C4F-3602BE8AD8A4}"/>
              </a:ext>
            </a:extLst>
          </p:cNvPr>
          <p:cNvSpPr txBox="1"/>
          <p:nvPr/>
        </p:nvSpPr>
        <p:spPr>
          <a:xfrm>
            <a:off x="39768" y="3034794"/>
            <a:ext cx="2064495" cy="3076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Prazos</a:t>
            </a:r>
          </a:p>
        </p:txBody>
      </p:sp>
      <p:sp>
        <p:nvSpPr>
          <p:cNvPr id="18" name="CaixaDeTexto 10">
            <a:extLst>
              <a:ext uri="{FF2B5EF4-FFF2-40B4-BE49-F238E27FC236}">
                <a16:creationId xmlns:a16="http://schemas.microsoft.com/office/drawing/2014/main" id="{4A0DB739-EA32-27DA-63AB-94704716DD25}"/>
              </a:ext>
            </a:extLst>
          </p:cNvPr>
          <p:cNvSpPr txBox="1"/>
          <p:nvPr/>
        </p:nvSpPr>
        <p:spPr>
          <a:xfrm>
            <a:off x="39768" y="3409048"/>
            <a:ext cx="2064495" cy="3076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Garantia</a:t>
            </a:r>
          </a:p>
        </p:txBody>
      </p:sp>
      <p:sp>
        <p:nvSpPr>
          <p:cNvPr id="19" name="CaixaDeTexto 10">
            <a:extLst>
              <a:ext uri="{FF2B5EF4-FFF2-40B4-BE49-F238E27FC236}">
                <a16:creationId xmlns:a16="http://schemas.microsoft.com/office/drawing/2014/main" id="{E0CB8EAD-282E-1F12-A81D-B4B418518B73}"/>
              </a:ext>
            </a:extLst>
          </p:cNvPr>
          <p:cNvSpPr txBox="1"/>
          <p:nvPr/>
        </p:nvSpPr>
        <p:spPr>
          <a:xfrm>
            <a:off x="39768" y="3783303"/>
            <a:ext cx="2064495" cy="3076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Regras </a:t>
            </a:r>
          </a:p>
        </p:txBody>
      </p:sp>
      <p:sp>
        <p:nvSpPr>
          <p:cNvPr id="20" name="CaixaDeTexto 15">
            <a:extLst>
              <a:ext uri="{FF2B5EF4-FFF2-40B4-BE49-F238E27FC236}">
                <a16:creationId xmlns:a16="http://schemas.microsoft.com/office/drawing/2014/main" id="{893D9386-1ACA-94D7-5AD3-A596BCB4CF91}"/>
              </a:ext>
            </a:extLst>
          </p:cNvPr>
          <p:cNvSpPr txBox="1"/>
          <p:nvPr/>
        </p:nvSpPr>
        <p:spPr>
          <a:xfrm>
            <a:off x="2104262" y="322073"/>
            <a:ext cx="9126869" cy="584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3199" b="1">
                <a:solidFill>
                  <a:srgbClr val="FF0000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Detalhe construtivo – Piso Asfáltico</a:t>
            </a:r>
            <a:endParaRPr lang="pt-BR" sz="2799" b="1">
              <a:solidFill>
                <a:srgbClr val="FF0000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6" name="Imagem 5" descr="Tela de computador com texto preto sobre fundo branco&#10;&#10;Descrição gerada automaticamente">
            <a:extLst>
              <a:ext uri="{FF2B5EF4-FFF2-40B4-BE49-F238E27FC236}">
                <a16:creationId xmlns:a16="http://schemas.microsoft.com/office/drawing/2014/main" id="{CAA865DC-5D5C-AB2E-3DDF-7DF9803D5A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34" t="4773" r="1736" b="11793"/>
          <a:stretch/>
        </p:blipFill>
        <p:spPr>
          <a:xfrm>
            <a:off x="2585210" y="1644617"/>
            <a:ext cx="9053151" cy="3528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5457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Personalizar</PresentationFormat>
  <Paragraphs>0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Office Theme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9</cp:revision>
  <dcterms:created xsi:type="dcterms:W3CDTF">2013-01-27T09:14:16Z</dcterms:created>
  <dcterms:modified xsi:type="dcterms:W3CDTF">2026-05-28T17:37:00Z</dcterms:modified>
  <cp:category/>
</cp:coreProperties>
</file>