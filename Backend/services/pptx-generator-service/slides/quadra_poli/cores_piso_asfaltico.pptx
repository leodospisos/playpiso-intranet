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91" r:id="rId2"/>
    <p:sldId id="392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225E7D-40D9-CF44-DB31-1C01038BBA60}" v="140" dt="2026-05-19T16:25:05.4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7B58FC-6199-4481-AE05-143CE4D4EDAB}" type="datetimeFigureOut">
              <a:t>19/05/2026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BC3D7D-6A6F-4DDA-8EAF-22802233670F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8152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F91F8-E6D9-2AFC-F38D-3501BF529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71A2AE3-23B4-A0A7-D008-157511317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3AAA1A4-C33C-FFE8-808D-40DDC26F4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56935A7-12CA-237F-5B50-7F8F7FEE19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7C740D-A4AF-9C40-8FFB-99FBBDFCF035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4376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E3499-FBD6-40E2-7E57-82145D96B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08D2832-5C98-251C-F3E8-20F5B293F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4E0DFE8-E405-C604-3C85-5E96134A7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449BB39-8C72-1836-910C-255EB8C951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7C740D-A4AF-9C40-8FFB-99FBBDFCF035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1198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1E9B2-AA43-14F0-B80E-FA861ABE5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E3E4443-4A40-5DFC-8038-1C881D86479E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B5741937-F901-4FC6-6F33-5559C0A31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0773AE37-E000-EE79-CE7B-E10AB789BF54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Projeto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F3606A6B-3FF7-DB9D-6194-2A22E7012DF1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Pagamento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41CFFE34-22F8-2B83-BFFE-9B7C1793EB16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Investimento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2923EA31-BC8E-1534-D42D-F3EE2607B2BE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Prazos</a:t>
            </a:r>
          </a:p>
        </p:txBody>
      </p:sp>
      <p:sp>
        <p:nvSpPr>
          <p:cNvPr id="20" name="CaixaDeTexto 10">
            <a:extLst>
              <a:ext uri="{FF2B5EF4-FFF2-40B4-BE49-F238E27FC236}">
                <a16:creationId xmlns:a16="http://schemas.microsoft.com/office/drawing/2014/main" id="{6E25093C-3507-28FA-1445-0ADE28B3D242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Garantia</a:t>
            </a:r>
          </a:p>
        </p:txBody>
      </p:sp>
      <p:sp>
        <p:nvSpPr>
          <p:cNvPr id="23" name="CaixaDeTexto 10">
            <a:extLst>
              <a:ext uri="{FF2B5EF4-FFF2-40B4-BE49-F238E27FC236}">
                <a16:creationId xmlns:a16="http://schemas.microsoft.com/office/drawing/2014/main" id="{2FE9F6C5-8848-98E2-4CA9-04523F0A23C9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Regras </a:t>
            </a:r>
          </a:p>
        </p:txBody>
      </p:sp>
      <p:sp>
        <p:nvSpPr>
          <p:cNvPr id="3" name="CaixaDeTexto 15">
            <a:extLst>
              <a:ext uri="{FF2B5EF4-FFF2-40B4-BE49-F238E27FC236}">
                <a16:creationId xmlns:a16="http://schemas.microsoft.com/office/drawing/2014/main" id="{6DB1880F-F775-5040-C0B0-8E9B29E3EA48}"/>
              </a:ext>
            </a:extLst>
          </p:cNvPr>
          <p:cNvSpPr txBox="1"/>
          <p:nvPr/>
        </p:nvSpPr>
        <p:spPr>
          <a:xfrm>
            <a:off x="2110682" y="328462"/>
            <a:ext cx="76860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 Bold" panose="00000800000000000000" pitchFamily="2" charset="0"/>
                <a:ea typeface="+mn-ea"/>
                <a:cs typeface="Poppins Bold" panose="00000800000000000000" pitchFamily="2" charset="0"/>
              </a:rPr>
              <a:t>Sugestões de cores</a:t>
            </a:r>
          </a:p>
        </p:txBody>
      </p:sp>
      <p:sp>
        <p:nvSpPr>
          <p:cNvPr id="203" name="Fluxograma: Conector 202">
            <a:extLst>
              <a:ext uri="{FF2B5EF4-FFF2-40B4-BE49-F238E27FC236}">
                <a16:creationId xmlns:a16="http://schemas.microsoft.com/office/drawing/2014/main" id="{48B1375B-3AD4-CAA2-5616-2C7E57196A11}"/>
              </a:ext>
            </a:extLst>
          </p:cNvPr>
          <p:cNvSpPr/>
          <p:nvPr/>
        </p:nvSpPr>
        <p:spPr>
          <a:xfrm>
            <a:off x="11064808" y="872841"/>
            <a:ext cx="457200" cy="457200"/>
          </a:xfrm>
          <a:prstGeom prst="flowChartConnector">
            <a:avLst/>
          </a:prstGeom>
          <a:solidFill>
            <a:srgbClr val="03BB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4" name="Fluxograma: Conector 203">
            <a:extLst>
              <a:ext uri="{FF2B5EF4-FFF2-40B4-BE49-F238E27FC236}">
                <a16:creationId xmlns:a16="http://schemas.microsoft.com/office/drawing/2014/main" id="{D7022FA3-6BC1-32B3-E38A-762DF406D574}"/>
              </a:ext>
            </a:extLst>
          </p:cNvPr>
          <p:cNvSpPr/>
          <p:nvPr/>
        </p:nvSpPr>
        <p:spPr>
          <a:xfrm>
            <a:off x="11064808" y="1693138"/>
            <a:ext cx="457200" cy="457200"/>
          </a:xfrm>
          <a:prstGeom prst="flowChartConnector">
            <a:avLst/>
          </a:prstGeom>
          <a:solidFill>
            <a:srgbClr val="2089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" name="Fluxograma: Conector 204">
            <a:extLst>
              <a:ext uri="{FF2B5EF4-FFF2-40B4-BE49-F238E27FC236}">
                <a16:creationId xmlns:a16="http://schemas.microsoft.com/office/drawing/2014/main" id="{6578D0EE-FBDD-91CA-684A-2E1F55342FBE}"/>
              </a:ext>
            </a:extLst>
          </p:cNvPr>
          <p:cNvSpPr/>
          <p:nvPr/>
        </p:nvSpPr>
        <p:spPr>
          <a:xfrm>
            <a:off x="11064808" y="2470378"/>
            <a:ext cx="457200" cy="457200"/>
          </a:xfrm>
          <a:prstGeom prst="flowChartConnector">
            <a:avLst/>
          </a:prstGeom>
          <a:solidFill>
            <a:srgbClr val="B2382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" name="Fluxograma: Conector 205">
            <a:extLst>
              <a:ext uri="{FF2B5EF4-FFF2-40B4-BE49-F238E27FC236}">
                <a16:creationId xmlns:a16="http://schemas.microsoft.com/office/drawing/2014/main" id="{65457DCC-D143-50D6-106A-C4AB800966CC}"/>
              </a:ext>
            </a:extLst>
          </p:cNvPr>
          <p:cNvSpPr/>
          <p:nvPr/>
        </p:nvSpPr>
        <p:spPr>
          <a:xfrm>
            <a:off x="11064808" y="3292589"/>
            <a:ext cx="457200" cy="457200"/>
          </a:xfrm>
          <a:prstGeom prst="flowChartConnector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" name="Fluxograma: Conector 206">
            <a:extLst>
              <a:ext uri="{FF2B5EF4-FFF2-40B4-BE49-F238E27FC236}">
                <a16:creationId xmlns:a16="http://schemas.microsoft.com/office/drawing/2014/main" id="{2B1D5C25-BF16-DE6C-CE3C-61059381A8EB}"/>
              </a:ext>
            </a:extLst>
          </p:cNvPr>
          <p:cNvSpPr/>
          <p:nvPr/>
        </p:nvSpPr>
        <p:spPr>
          <a:xfrm>
            <a:off x="11081577" y="4106467"/>
            <a:ext cx="457200" cy="457200"/>
          </a:xfrm>
          <a:prstGeom prst="flowChartConnector">
            <a:avLst/>
          </a:prstGeom>
          <a:solidFill>
            <a:srgbClr val="6298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" name="Fluxograma: Conector 207">
            <a:extLst>
              <a:ext uri="{FF2B5EF4-FFF2-40B4-BE49-F238E27FC236}">
                <a16:creationId xmlns:a16="http://schemas.microsoft.com/office/drawing/2014/main" id="{6E4338B4-1AB4-7805-0980-B6CDF38645CF}"/>
              </a:ext>
            </a:extLst>
          </p:cNvPr>
          <p:cNvSpPr/>
          <p:nvPr/>
        </p:nvSpPr>
        <p:spPr>
          <a:xfrm>
            <a:off x="11081577" y="4900387"/>
            <a:ext cx="457200" cy="457200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9" name="Fluxograma: Conector 208">
            <a:extLst>
              <a:ext uri="{FF2B5EF4-FFF2-40B4-BE49-F238E27FC236}">
                <a16:creationId xmlns:a16="http://schemas.microsoft.com/office/drawing/2014/main" id="{5AB3ADCA-8411-BE0B-F9A7-AEDDC751CE54}"/>
              </a:ext>
            </a:extLst>
          </p:cNvPr>
          <p:cNvSpPr/>
          <p:nvPr/>
        </p:nvSpPr>
        <p:spPr>
          <a:xfrm>
            <a:off x="11081577" y="5743432"/>
            <a:ext cx="457200" cy="457200"/>
          </a:xfrm>
          <a:prstGeom prst="flowChartConnector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0" name="CaixaDeTexto 209">
            <a:extLst>
              <a:ext uri="{FF2B5EF4-FFF2-40B4-BE49-F238E27FC236}">
                <a16:creationId xmlns:a16="http://schemas.microsoft.com/office/drawing/2014/main" id="{FF1447DF-DF9C-3463-A031-E31156745548}"/>
              </a:ext>
            </a:extLst>
          </p:cNvPr>
          <p:cNvSpPr txBox="1"/>
          <p:nvPr/>
        </p:nvSpPr>
        <p:spPr>
          <a:xfrm>
            <a:off x="10796635" y="1330041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Azul claro</a:t>
            </a:r>
          </a:p>
        </p:txBody>
      </p:sp>
      <p:sp>
        <p:nvSpPr>
          <p:cNvPr id="211" name="CaixaDeTexto 210">
            <a:extLst>
              <a:ext uri="{FF2B5EF4-FFF2-40B4-BE49-F238E27FC236}">
                <a16:creationId xmlns:a16="http://schemas.microsoft.com/office/drawing/2014/main" id="{33DD773A-17F7-1F89-C4F5-C72ADE9F947F}"/>
              </a:ext>
            </a:extLst>
          </p:cNvPr>
          <p:cNvSpPr txBox="1"/>
          <p:nvPr/>
        </p:nvSpPr>
        <p:spPr>
          <a:xfrm>
            <a:off x="10800945" y="2135324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Azul </a:t>
            </a:r>
            <a:r>
              <a:rPr kumimoji="0" lang="en-US" sz="105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escuro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12" name="CaixaDeTexto 211">
            <a:extLst>
              <a:ext uri="{FF2B5EF4-FFF2-40B4-BE49-F238E27FC236}">
                <a16:creationId xmlns:a16="http://schemas.microsoft.com/office/drawing/2014/main" id="{E88809B3-A891-6C07-2FCA-733559AE09C2}"/>
              </a:ext>
            </a:extLst>
          </p:cNvPr>
          <p:cNvSpPr txBox="1"/>
          <p:nvPr/>
        </p:nvSpPr>
        <p:spPr>
          <a:xfrm>
            <a:off x="10795672" y="2950941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Vermelho</a:t>
            </a:r>
          </a:p>
        </p:txBody>
      </p:sp>
      <p:sp>
        <p:nvSpPr>
          <p:cNvPr id="213" name="CaixaDeTexto 212">
            <a:extLst>
              <a:ext uri="{FF2B5EF4-FFF2-40B4-BE49-F238E27FC236}">
                <a16:creationId xmlns:a16="http://schemas.microsoft.com/office/drawing/2014/main" id="{A45B8A56-92AA-ED76-700E-6DC4AE490DA6}"/>
              </a:ext>
            </a:extLst>
          </p:cNvPr>
          <p:cNvSpPr txBox="1"/>
          <p:nvPr/>
        </p:nvSpPr>
        <p:spPr>
          <a:xfrm>
            <a:off x="10731728" y="3756443"/>
            <a:ext cx="11214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Verde </a:t>
            </a:r>
            <a:r>
              <a:rPr kumimoji="0" lang="en-US" sz="105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escuro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14" name="CaixaDeTexto 213">
            <a:extLst>
              <a:ext uri="{FF2B5EF4-FFF2-40B4-BE49-F238E27FC236}">
                <a16:creationId xmlns:a16="http://schemas.microsoft.com/office/drawing/2014/main" id="{ED9DDFCB-D4C3-5375-DC74-91010873FE14}"/>
              </a:ext>
            </a:extLst>
          </p:cNvPr>
          <p:cNvSpPr txBox="1"/>
          <p:nvPr/>
        </p:nvSpPr>
        <p:spPr>
          <a:xfrm>
            <a:off x="10805014" y="4545422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Verde claro</a:t>
            </a:r>
          </a:p>
        </p:txBody>
      </p:sp>
      <p:sp>
        <p:nvSpPr>
          <p:cNvPr id="215" name="CaixaDeTexto 214">
            <a:extLst>
              <a:ext uri="{FF2B5EF4-FFF2-40B4-BE49-F238E27FC236}">
                <a16:creationId xmlns:a16="http://schemas.microsoft.com/office/drawing/2014/main" id="{1F8696BA-AA31-4D08-D136-CADFAC65D3E2}"/>
              </a:ext>
            </a:extLst>
          </p:cNvPr>
          <p:cNvSpPr txBox="1"/>
          <p:nvPr/>
        </p:nvSpPr>
        <p:spPr>
          <a:xfrm>
            <a:off x="10813404" y="5357587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Laranja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16" name="CaixaDeTexto 215">
            <a:extLst>
              <a:ext uri="{FF2B5EF4-FFF2-40B4-BE49-F238E27FC236}">
                <a16:creationId xmlns:a16="http://schemas.microsoft.com/office/drawing/2014/main" id="{0AE4CAE1-7F38-4624-1874-50948A02321B}"/>
              </a:ext>
            </a:extLst>
          </p:cNvPr>
          <p:cNvSpPr txBox="1"/>
          <p:nvPr/>
        </p:nvSpPr>
        <p:spPr>
          <a:xfrm>
            <a:off x="10795672" y="6205631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Cinza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217" name="Group 23">
            <a:extLst>
              <a:ext uri="{FF2B5EF4-FFF2-40B4-BE49-F238E27FC236}">
                <a16:creationId xmlns:a16="http://schemas.microsoft.com/office/drawing/2014/main" id="{A8119587-8732-4121-30D9-D278801EF4EC}"/>
              </a:ext>
            </a:extLst>
          </p:cNvPr>
          <p:cNvGrpSpPr/>
          <p:nvPr/>
        </p:nvGrpSpPr>
        <p:grpSpPr>
          <a:xfrm>
            <a:off x="4381817" y="1206091"/>
            <a:ext cx="1504760" cy="2577304"/>
            <a:chOff x="8882824" y="402672"/>
            <a:chExt cx="2016211" cy="3435909"/>
          </a:xfrm>
        </p:grpSpPr>
        <p:sp>
          <p:nvSpPr>
            <p:cNvPr id="218" name="Retângulo 217">
              <a:extLst>
                <a:ext uri="{FF2B5EF4-FFF2-40B4-BE49-F238E27FC236}">
                  <a16:creationId xmlns:a16="http://schemas.microsoft.com/office/drawing/2014/main" id="{8023B37E-1206-DCD2-9B57-15D23A802F14}"/>
                </a:ext>
              </a:extLst>
            </p:cNvPr>
            <p:cNvSpPr/>
            <p:nvPr/>
          </p:nvSpPr>
          <p:spPr>
            <a:xfrm>
              <a:off x="8882824" y="402672"/>
              <a:ext cx="2016211" cy="2841453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9" name="Retângulo 218">
              <a:extLst>
                <a:ext uri="{FF2B5EF4-FFF2-40B4-BE49-F238E27FC236}">
                  <a16:creationId xmlns:a16="http://schemas.microsoft.com/office/drawing/2014/main" id="{A6B104AE-0F26-5D3A-3FD5-39B830DD3C39}"/>
                </a:ext>
              </a:extLst>
            </p:cNvPr>
            <p:cNvSpPr/>
            <p:nvPr/>
          </p:nvSpPr>
          <p:spPr>
            <a:xfrm>
              <a:off x="9017096" y="568857"/>
              <a:ext cx="1735775" cy="2534056"/>
            </a:xfrm>
            <a:prstGeom prst="rect">
              <a:avLst/>
            </a:prstGeom>
            <a:solidFill>
              <a:srgbClr val="B2382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1" name="Retângulo 220">
              <a:extLst>
                <a:ext uri="{FF2B5EF4-FFF2-40B4-BE49-F238E27FC236}">
                  <a16:creationId xmlns:a16="http://schemas.microsoft.com/office/drawing/2014/main" id="{19D39182-CAC0-8B19-C56A-5A6D7A458F68}"/>
                </a:ext>
              </a:extLst>
            </p:cNvPr>
            <p:cNvSpPr/>
            <p:nvPr/>
          </p:nvSpPr>
          <p:spPr>
            <a:xfrm>
              <a:off x="9674720" y="585715"/>
              <a:ext cx="383059" cy="52959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" name="Retângulo 221">
              <a:extLst>
                <a:ext uri="{FF2B5EF4-FFF2-40B4-BE49-F238E27FC236}">
                  <a16:creationId xmlns:a16="http://schemas.microsoft.com/office/drawing/2014/main" id="{ED476B2F-E855-30E7-A6C8-87EC5B8E27A1}"/>
                </a:ext>
              </a:extLst>
            </p:cNvPr>
            <p:cNvSpPr/>
            <p:nvPr/>
          </p:nvSpPr>
          <p:spPr>
            <a:xfrm>
              <a:off x="9674720" y="2568729"/>
              <a:ext cx="383059" cy="522307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3" name="Fluxograma: Conector 222">
              <a:extLst>
                <a:ext uri="{FF2B5EF4-FFF2-40B4-BE49-F238E27FC236}">
                  <a16:creationId xmlns:a16="http://schemas.microsoft.com/office/drawing/2014/main" id="{585D2959-0846-ECDF-23FC-500E1307DD78}"/>
                </a:ext>
              </a:extLst>
            </p:cNvPr>
            <p:cNvSpPr/>
            <p:nvPr/>
          </p:nvSpPr>
          <p:spPr>
            <a:xfrm>
              <a:off x="9571710" y="1588620"/>
              <a:ext cx="566351" cy="522803"/>
            </a:xfrm>
            <a:prstGeom prst="flowChartConnector">
              <a:avLst/>
            </a:prstGeom>
            <a:solidFill>
              <a:srgbClr val="B2382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4" name="Fluxograma: Conector 223">
              <a:extLst>
                <a:ext uri="{FF2B5EF4-FFF2-40B4-BE49-F238E27FC236}">
                  <a16:creationId xmlns:a16="http://schemas.microsoft.com/office/drawing/2014/main" id="{B553F0CE-A7A6-6C66-3E77-61E84518AF72}"/>
                </a:ext>
              </a:extLst>
            </p:cNvPr>
            <p:cNvSpPr/>
            <p:nvPr/>
          </p:nvSpPr>
          <p:spPr>
            <a:xfrm>
              <a:off x="9730805" y="1708218"/>
              <a:ext cx="248165" cy="267429"/>
            </a:xfrm>
            <a:prstGeom prst="flowChartConnector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25" name="Conector reto 224">
              <a:extLst>
                <a:ext uri="{FF2B5EF4-FFF2-40B4-BE49-F238E27FC236}">
                  <a16:creationId xmlns:a16="http://schemas.microsoft.com/office/drawing/2014/main" id="{00DBDDCF-7CC2-E054-B2E8-6A5F8CE873F8}"/>
                </a:ext>
              </a:extLst>
            </p:cNvPr>
            <p:cNvCxnSpPr>
              <a:cxnSpLocks/>
              <a:stCxn id="219" idx="1"/>
              <a:endCxn id="219" idx="3"/>
            </p:cNvCxnSpPr>
            <p:nvPr/>
          </p:nvCxnSpPr>
          <p:spPr>
            <a:xfrm>
              <a:off x="9017096" y="1835886"/>
              <a:ext cx="1735775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26" name="Conector reto 225">
              <a:extLst>
                <a:ext uri="{FF2B5EF4-FFF2-40B4-BE49-F238E27FC236}">
                  <a16:creationId xmlns:a16="http://schemas.microsoft.com/office/drawing/2014/main" id="{9F6CE386-2397-0571-CFE0-31EB5A760C04}"/>
                </a:ext>
              </a:extLst>
            </p:cNvPr>
            <p:cNvCxnSpPr>
              <a:cxnSpLocks/>
            </p:cNvCxnSpPr>
            <p:nvPr/>
          </p:nvCxnSpPr>
          <p:spPr>
            <a:xfrm>
              <a:off x="9307573" y="1576137"/>
              <a:ext cx="1139047" cy="958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30" name="Arco 229">
              <a:extLst>
                <a:ext uri="{FF2B5EF4-FFF2-40B4-BE49-F238E27FC236}">
                  <a16:creationId xmlns:a16="http://schemas.microsoft.com/office/drawing/2014/main" id="{21FB3E47-1375-620D-9DD2-6CE4BCCBB9F8}"/>
                </a:ext>
              </a:extLst>
            </p:cNvPr>
            <p:cNvSpPr/>
            <p:nvPr/>
          </p:nvSpPr>
          <p:spPr>
            <a:xfrm>
              <a:off x="9191746" y="2328266"/>
              <a:ext cx="1369866" cy="1510315"/>
            </a:xfrm>
            <a:prstGeom prst="arc">
              <a:avLst>
                <a:gd name="adj1" fmla="val 10763157"/>
                <a:gd name="adj2" fmla="val 42407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2" name="Arco 231">
              <a:extLst>
                <a:ext uri="{FF2B5EF4-FFF2-40B4-BE49-F238E27FC236}">
                  <a16:creationId xmlns:a16="http://schemas.microsoft.com/office/drawing/2014/main" id="{264B1CE6-D4D4-8558-F645-672F34EC6BCC}"/>
                </a:ext>
              </a:extLst>
            </p:cNvPr>
            <p:cNvSpPr/>
            <p:nvPr/>
          </p:nvSpPr>
          <p:spPr>
            <a:xfrm>
              <a:off x="9674720" y="2405641"/>
              <a:ext cx="383059" cy="586345"/>
            </a:xfrm>
            <a:prstGeom prst="arc">
              <a:avLst>
                <a:gd name="adj1" fmla="val 13111375"/>
                <a:gd name="adj2" fmla="val 19331494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3" name="Arco 232">
              <a:extLst>
                <a:ext uri="{FF2B5EF4-FFF2-40B4-BE49-F238E27FC236}">
                  <a16:creationId xmlns:a16="http://schemas.microsoft.com/office/drawing/2014/main" id="{57B02CFD-A3B7-1BB7-99CC-AAE6028035C6}"/>
                </a:ext>
              </a:extLst>
            </p:cNvPr>
            <p:cNvSpPr/>
            <p:nvPr/>
          </p:nvSpPr>
          <p:spPr>
            <a:xfrm rot="10800000">
              <a:off x="9674720" y="672634"/>
              <a:ext cx="383059" cy="586345"/>
            </a:xfrm>
            <a:prstGeom prst="arc">
              <a:avLst>
                <a:gd name="adj1" fmla="val 13390027"/>
                <a:gd name="adj2" fmla="val 19026755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" name="Retângulo 219">
              <a:extLst>
                <a:ext uri="{FF2B5EF4-FFF2-40B4-BE49-F238E27FC236}">
                  <a16:creationId xmlns:a16="http://schemas.microsoft.com/office/drawing/2014/main" id="{25ECB4B5-A442-D0BD-96D9-06FF0AB06B71}"/>
                </a:ext>
              </a:extLst>
            </p:cNvPr>
            <p:cNvSpPr/>
            <p:nvPr/>
          </p:nvSpPr>
          <p:spPr>
            <a:xfrm>
              <a:off x="9403867" y="942634"/>
              <a:ext cx="951471" cy="1787001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258" name="Conector reto 257">
            <a:extLst>
              <a:ext uri="{FF2B5EF4-FFF2-40B4-BE49-F238E27FC236}">
                <a16:creationId xmlns:a16="http://schemas.microsoft.com/office/drawing/2014/main" id="{18FF5F92-A18E-C52B-2A38-CAB6D33BF0A4}"/>
              </a:ext>
            </a:extLst>
          </p:cNvPr>
          <p:cNvCxnSpPr>
            <a:cxnSpLocks/>
          </p:cNvCxnSpPr>
          <p:nvPr/>
        </p:nvCxnSpPr>
        <p:spPr>
          <a:xfrm>
            <a:off x="4698820" y="2490011"/>
            <a:ext cx="850106" cy="71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2" name="Arco 261">
            <a:extLst>
              <a:ext uri="{FF2B5EF4-FFF2-40B4-BE49-F238E27FC236}">
                <a16:creationId xmlns:a16="http://schemas.microsoft.com/office/drawing/2014/main" id="{A71AB94D-2B7D-2D2F-6673-82398E627546}"/>
              </a:ext>
            </a:extLst>
          </p:cNvPr>
          <p:cNvSpPr/>
          <p:nvPr/>
        </p:nvSpPr>
        <p:spPr>
          <a:xfrm rot="5741751">
            <a:off x="5035791" y="1352709"/>
            <a:ext cx="145363" cy="144822"/>
          </a:xfrm>
          <a:prstGeom prst="arc">
            <a:avLst>
              <a:gd name="adj1" fmla="val 16200000"/>
              <a:gd name="adj2" fmla="val 488961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3" name="Arco 262">
            <a:extLst>
              <a:ext uri="{FF2B5EF4-FFF2-40B4-BE49-F238E27FC236}">
                <a16:creationId xmlns:a16="http://schemas.microsoft.com/office/drawing/2014/main" id="{49D2C344-5A90-3BDC-581D-AC312BD21F4A}"/>
              </a:ext>
            </a:extLst>
          </p:cNvPr>
          <p:cNvSpPr/>
          <p:nvPr/>
        </p:nvSpPr>
        <p:spPr>
          <a:xfrm rot="16532904">
            <a:off x="5034383" y="3074819"/>
            <a:ext cx="145363" cy="144822"/>
          </a:xfrm>
          <a:prstGeom prst="arc">
            <a:avLst>
              <a:gd name="adj1" fmla="val 16200000"/>
              <a:gd name="adj2" fmla="val 488961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4" name="Arco 263">
            <a:extLst>
              <a:ext uri="{FF2B5EF4-FFF2-40B4-BE49-F238E27FC236}">
                <a16:creationId xmlns:a16="http://schemas.microsoft.com/office/drawing/2014/main" id="{FBBD21D6-5B6E-ED08-EBEA-9ABCCAAD219C}"/>
              </a:ext>
            </a:extLst>
          </p:cNvPr>
          <p:cNvSpPr/>
          <p:nvPr/>
        </p:nvSpPr>
        <p:spPr>
          <a:xfrm rot="10800000">
            <a:off x="4551205" y="968956"/>
            <a:ext cx="1163254" cy="719032"/>
          </a:xfrm>
          <a:prstGeom prst="arc">
            <a:avLst>
              <a:gd name="adj1" fmla="val 10795468"/>
              <a:gd name="adj2" fmla="val 3835"/>
            </a:avLst>
          </a:prstGeom>
          <a:noFill/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8" name="Arco 267">
            <a:extLst>
              <a:ext uri="{FF2B5EF4-FFF2-40B4-BE49-F238E27FC236}">
                <a16:creationId xmlns:a16="http://schemas.microsoft.com/office/drawing/2014/main" id="{E1AA051E-EA17-D7B7-A37F-F8170A1FB067}"/>
              </a:ext>
            </a:extLst>
          </p:cNvPr>
          <p:cNvSpPr/>
          <p:nvPr/>
        </p:nvSpPr>
        <p:spPr>
          <a:xfrm rot="10800000" flipV="1">
            <a:off x="4549729" y="2886215"/>
            <a:ext cx="1163254" cy="719032"/>
          </a:xfrm>
          <a:prstGeom prst="arc">
            <a:avLst>
              <a:gd name="adj1" fmla="val 10889965"/>
              <a:gd name="adj2" fmla="val 21509610"/>
            </a:avLst>
          </a:prstGeom>
          <a:noFill/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9" name="Arco 268">
            <a:extLst>
              <a:ext uri="{FF2B5EF4-FFF2-40B4-BE49-F238E27FC236}">
                <a16:creationId xmlns:a16="http://schemas.microsoft.com/office/drawing/2014/main" id="{89A0BE03-84F5-A4BF-5051-B4D90A4717D8}"/>
              </a:ext>
            </a:extLst>
          </p:cNvPr>
          <p:cNvSpPr/>
          <p:nvPr/>
        </p:nvSpPr>
        <p:spPr>
          <a:xfrm flipV="1">
            <a:off x="4598218" y="788715"/>
            <a:ext cx="1022373" cy="1132900"/>
          </a:xfrm>
          <a:prstGeom prst="arc">
            <a:avLst>
              <a:gd name="adj1" fmla="val 10657095"/>
              <a:gd name="adj2" fmla="val 15439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75" name="Group 23">
            <a:extLst>
              <a:ext uri="{FF2B5EF4-FFF2-40B4-BE49-F238E27FC236}">
                <a16:creationId xmlns:a16="http://schemas.microsoft.com/office/drawing/2014/main" id="{3C3A6996-DF52-D026-DF76-A547546CCF37}"/>
              </a:ext>
            </a:extLst>
          </p:cNvPr>
          <p:cNvGrpSpPr/>
          <p:nvPr/>
        </p:nvGrpSpPr>
        <p:grpSpPr>
          <a:xfrm>
            <a:off x="2443283" y="1224273"/>
            <a:ext cx="1504760" cy="2577304"/>
            <a:chOff x="8882824" y="402672"/>
            <a:chExt cx="2016211" cy="3435909"/>
          </a:xfrm>
        </p:grpSpPr>
        <p:sp>
          <p:nvSpPr>
            <p:cNvPr id="276" name="Retângulo 275">
              <a:extLst>
                <a:ext uri="{FF2B5EF4-FFF2-40B4-BE49-F238E27FC236}">
                  <a16:creationId xmlns:a16="http://schemas.microsoft.com/office/drawing/2014/main" id="{6F7DB771-5FCA-A7F7-75D3-2C21A4A0C214}"/>
                </a:ext>
              </a:extLst>
            </p:cNvPr>
            <p:cNvSpPr/>
            <p:nvPr/>
          </p:nvSpPr>
          <p:spPr>
            <a:xfrm>
              <a:off x="8882824" y="402672"/>
              <a:ext cx="2016211" cy="2841453"/>
            </a:xfrm>
            <a:prstGeom prst="rect">
              <a:avLst/>
            </a:prstGeom>
            <a:solidFill>
              <a:srgbClr val="03BBF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7" name="Retângulo 276">
              <a:extLst>
                <a:ext uri="{FF2B5EF4-FFF2-40B4-BE49-F238E27FC236}">
                  <a16:creationId xmlns:a16="http://schemas.microsoft.com/office/drawing/2014/main" id="{4E147752-B2B9-94ED-41E1-76467EEB39BD}"/>
                </a:ext>
              </a:extLst>
            </p:cNvPr>
            <p:cNvSpPr/>
            <p:nvPr/>
          </p:nvSpPr>
          <p:spPr>
            <a:xfrm>
              <a:off x="9017096" y="568857"/>
              <a:ext cx="1735775" cy="253405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9" name="Retângulo 278">
              <a:extLst>
                <a:ext uri="{FF2B5EF4-FFF2-40B4-BE49-F238E27FC236}">
                  <a16:creationId xmlns:a16="http://schemas.microsoft.com/office/drawing/2014/main" id="{42268744-C30C-5363-D9E3-3C14020913A5}"/>
                </a:ext>
              </a:extLst>
            </p:cNvPr>
            <p:cNvSpPr/>
            <p:nvPr/>
          </p:nvSpPr>
          <p:spPr>
            <a:xfrm>
              <a:off x="9674720" y="2568729"/>
              <a:ext cx="383059" cy="522307"/>
            </a:xfrm>
            <a:prstGeom prst="rect">
              <a:avLst/>
            </a:prstGeom>
            <a:solidFill>
              <a:srgbClr val="03BBF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0" name="Fluxograma: Conector 279">
              <a:extLst>
                <a:ext uri="{FF2B5EF4-FFF2-40B4-BE49-F238E27FC236}">
                  <a16:creationId xmlns:a16="http://schemas.microsoft.com/office/drawing/2014/main" id="{5A350ECD-3AA5-A223-4218-40332FC48F56}"/>
                </a:ext>
              </a:extLst>
            </p:cNvPr>
            <p:cNvSpPr/>
            <p:nvPr/>
          </p:nvSpPr>
          <p:spPr>
            <a:xfrm>
              <a:off x="9571710" y="1588620"/>
              <a:ext cx="566351" cy="522803"/>
            </a:xfrm>
            <a:prstGeom prst="flowChartConnector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1" name="Fluxograma: Conector 280">
              <a:extLst>
                <a:ext uri="{FF2B5EF4-FFF2-40B4-BE49-F238E27FC236}">
                  <a16:creationId xmlns:a16="http://schemas.microsoft.com/office/drawing/2014/main" id="{DD0CA114-8F10-E1F0-92A3-A7B3D2F1C1B9}"/>
                </a:ext>
              </a:extLst>
            </p:cNvPr>
            <p:cNvSpPr/>
            <p:nvPr/>
          </p:nvSpPr>
          <p:spPr>
            <a:xfrm>
              <a:off x="9730805" y="1708218"/>
              <a:ext cx="248165" cy="267429"/>
            </a:xfrm>
            <a:prstGeom prst="flowChartConnector">
              <a:avLst/>
            </a:prstGeom>
            <a:solidFill>
              <a:srgbClr val="03BBF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82" name="Conector reto 281">
              <a:extLst>
                <a:ext uri="{FF2B5EF4-FFF2-40B4-BE49-F238E27FC236}">
                  <a16:creationId xmlns:a16="http://schemas.microsoft.com/office/drawing/2014/main" id="{717A25DF-BC7B-5C03-DB97-3C0B877FFF9D}"/>
                </a:ext>
              </a:extLst>
            </p:cNvPr>
            <p:cNvCxnSpPr>
              <a:cxnSpLocks/>
              <a:stCxn id="277" idx="1"/>
              <a:endCxn id="277" idx="3"/>
            </p:cNvCxnSpPr>
            <p:nvPr/>
          </p:nvCxnSpPr>
          <p:spPr>
            <a:xfrm>
              <a:off x="9017096" y="1835886"/>
              <a:ext cx="1735775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83" name="Conector reto 282">
              <a:extLst>
                <a:ext uri="{FF2B5EF4-FFF2-40B4-BE49-F238E27FC236}">
                  <a16:creationId xmlns:a16="http://schemas.microsoft.com/office/drawing/2014/main" id="{2DF8AF06-F954-A27C-335C-1EBA7EEBECFA}"/>
                </a:ext>
              </a:extLst>
            </p:cNvPr>
            <p:cNvCxnSpPr>
              <a:cxnSpLocks/>
            </p:cNvCxnSpPr>
            <p:nvPr/>
          </p:nvCxnSpPr>
          <p:spPr>
            <a:xfrm>
              <a:off x="9307573" y="1576137"/>
              <a:ext cx="1139047" cy="958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84" name="Arco 283">
              <a:extLst>
                <a:ext uri="{FF2B5EF4-FFF2-40B4-BE49-F238E27FC236}">
                  <a16:creationId xmlns:a16="http://schemas.microsoft.com/office/drawing/2014/main" id="{36E7F7AB-2380-CCC2-9782-11997AD4AE55}"/>
                </a:ext>
              </a:extLst>
            </p:cNvPr>
            <p:cNvSpPr/>
            <p:nvPr/>
          </p:nvSpPr>
          <p:spPr>
            <a:xfrm>
              <a:off x="9191746" y="2328266"/>
              <a:ext cx="1369866" cy="1510315"/>
            </a:xfrm>
            <a:prstGeom prst="arc">
              <a:avLst>
                <a:gd name="adj1" fmla="val 10763157"/>
                <a:gd name="adj2" fmla="val 42407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5" name="Arco 284">
              <a:extLst>
                <a:ext uri="{FF2B5EF4-FFF2-40B4-BE49-F238E27FC236}">
                  <a16:creationId xmlns:a16="http://schemas.microsoft.com/office/drawing/2014/main" id="{E5C4B1A1-2CE4-72A1-3D41-537BC9AAF42A}"/>
                </a:ext>
              </a:extLst>
            </p:cNvPr>
            <p:cNvSpPr/>
            <p:nvPr/>
          </p:nvSpPr>
          <p:spPr>
            <a:xfrm>
              <a:off x="9674720" y="2405641"/>
              <a:ext cx="383059" cy="586345"/>
            </a:xfrm>
            <a:prstGeom prst="arc">
              <a:avLst>
                <a:gd name="adj1" fmla="val 13111375"/>
                <a:gd name="adj2" fmla="val 19331494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" name="Arco 285">
              <a:extLst>
                <a:ext uri="{FF2B5EF4-FFF2-40B4-BE49-F238E27FC236}">
                  <a16:creationId xmlns:a16="http://schemas.microsoft.com/office/drawing/2014/main" id="{BE4947A1-2BE9-4FFE-AFEE-25D59BF41163}"/>
                </a:ext>
              </a:extLst>
            </p:cNvPr>
            <p:cNvSpPr/>
            <p:nvPr/>
          </p:nvSpPr>
          <p:spPr>
            <a:xfrm rot="10800000">
              <a:off x="9674720" y="672634"/>
              <a:ext cx="383059" cy="586345"/>
            </a:xfrm>
            <a:prstGeom prst="arc">
              <a:avLst>
                <a:gd name="adj1" fmla="val 13390027"/>
                <a:gd name="adj2" fmla="val 19026755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8" name="Retângulo 277">
              <a:extLst>
                <a:ext uri="{FF2B5EF4-FFF2-40B4-BE49-F238E27FC236}">
                  <a16:creationId xmlns:a16="http://schemas.microsoft.com/office/drawing/2014/main" id="{7E837104-98A9-BA8C-337C-ABAA03D5A749}"/>
                </a:ext>
              </a:extLst>
            </p:cNvPr>
            <p:cNvSpPr/>
            <p:nvPr/>
          </p:nvSpPr>
          <p:spPr>
            <a:xfrm>
              <a:off x="9674720" y="585715"/>
              <a:ext cx="383059" cy="529590"/>
            </a:xfrm>
            <a:prstGeom prst="rect">
              <a:avLst/>
            </a:prstGeom>
            <a:solidFill>
              <a:srgbClr val="03BBF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7" name="Retângulo 286">
              <a:extLst>
                <a:ext uri="{FF2B5EF4-FFF2-40B4-BE49-F238E27FC236}">
                  <a16:creationId xmlns:a16="http://schemas.microsoft.com/office/drawing/2014/main" id="{0657D510-54E1-65D1-7A56-4F24D2B68C42}"/>
                </a:ext>
              </a:extLst>
            </p:cNvPr>
            <p:cNvSpPr/>
            <p:nvPr/>
          </p:nvSpPr>
          <p:spPr>
            <a:xfrm>
              <a:off x="9403867" y="942634"/>
              <a:ext cx="951471" cy="1787001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288" name="Conector reto 287">
            <a:extLst>
              <a:ext uri="{FF2B5EF4-FFF2-40B4-BE49-F238E27FC236}">
                <a16:creationId xmlns:a16="http://schemas.microsoft.com/office/drawing/2014/main" id="{3AE9074F-3526-1775-1210-CB462666411E}"/>
              </a:ext>
            </a:extLst>
          </p:cNvPr>
          <p:cNvCxnSpPr>
            <a:cxnSpLocks/>
          </p:cNvCxnSpPr>
          <p:nvPr/>
        </p:nvCxnSpPr>
        <p:spPr>
          <a:xfrm>
            <a:off x="2760286" y="2508193"/>
            <a:ext cx="850106" cy="71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89" name="Arco 288">
            <a:extLst>
              <a:ext uri="{FF2B5EF4-FFF2-40B4-BE49-F238E27FC236}">
                <a16:creationId xmlns:a16="http://schemas.microsoft.com/office/drawing/2014/main" id="{ACAFA89A-9D7E-75A8-9A77-7710E797BF98}"/>
              </a:ext>
            </a:extLst>
          </p:cNvPr>
          <p:cNvSpPr/>
          <p:nvPr/>
        </p:nvSpPr>
        <p:spPr>
          <a:xfrm rot="5741751">
            <a:off x="3097257" y="1370891"/>
            <a:ext cx="145363" cy="144822"/>
          </a:xfrm>
          <a:prstGeom prst="arc">
            <a:avLst>
              <a:gd name="adj1" fmla="val 16200000"/>
              <a:gd name="adj2" fmla="val 488961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0" name="Arco 289">
            <a:extLst>
              <a:ext uri="{FF2B5EF4-FFF2-40B4-BE49-F238E27FC236}">
                <a16:creationId xmlns:a16="http://schemas.microsoft.com/office/drawing/2014/main" id="{CC474EE8-7287-D7BF-7C9C-A083F52B5DF4}"/>
              </a:ext>
            </a:extLst>
          </p:cNvPr>
          <p:cNvSpPr/>
          <p:nvPr/>
        </p:nvSpPr>
        <p:spPr>
          <a:xfrm rot="16532904">
            <a:off x="3095849" y="3093001"/>
            <a:ext cx="145363" cy="144822"/>
          </a:xfrm>
          <a:prstGeom prst="arc">
            <a:avLst>
              <a:gd name="adj1" fmla="val 16200000"/>
              <a:gd name="adj2" fmla="val 488961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2" name="Arco 291">
            <a:extLst>
              <a:ext uri="{FF2B5EF4-FFF2-40B4-BE49-F238E27FC236}">
                <a16:creationId xmlns:a16="http://schemas.microsoft.com/office/drawing/2014/main" id="{678538D2-3525-B30A-94CC-F0FD87F10DED}"/>
              </a:ext>
            </a:extLst>
          </p:cNvPr>
          <p:cNvSpPr/>
          <p:nvPr/>
        </p:nvSpPr>
        <p:spPr>
          <a:xfrm rot="10800000" flipV="1">
            <a:off x="2611195" y="2904397"/>
            <a:ext cx="1163254" cy="719032"/>
          </a:xfrm>
          <a:prstGeom prst="arc">
            <a:avLst>
              <a:gd name="adj1" fmla="val 10889965"/>
              <a:gd name="adj2" fmla="val 21509610"/>
            </a:avLst>
          </a:prstGeom>
          <a:noFill/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3" name="Arco 292">
            <a:extLst>
              <a:ext uri="{FF2B5EF4-FFF2-40B4-BE49-F238E27FC236}">
                <a16:creationId xmlns:a16="http://schemas.microsoft.com/office/drawing/2014/main" id="{57E0E62E-4A02-DB80-3660-39C6442C19CF}"/>
              </a:ext>
            </a:extLst>
          </p:cNvPr>
          <p:cNvSpPr/>
          <p:nvPr/>
        </p:nvSpPr>
        <p:spPr>
          <a:xfrm flipV="1">
            <a:off x="2659684" y="806897"/>
            <a:ext cx="1022373" cy="1132900"/>
          </a:xfrm>
          <a:prstGeom prst="arc">
            <a:avLst>
              <a:gd name="adj1" fmla="val 10657095"/>
              <a:gd name="adj2" fmla="val 15439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1" name="Arco 290">
            <a:extLst>
              <a:ext uri="{FF2B5EF4-FFF2-40B4-BE49-F238E27FC236}">
                <a16:creationId xmlns:a16="http://schemas.microsoft.com/office/drawing/2014/main" id="{5BCF2FF2-3A1B-E303-486E-3E7FD9861EE4}"/>
              </a:ext>
            </a:extLst>
          </p:cNvPr>
          <p:cNvSpPr/>
          <p:nvPr/>
        </p:nvSpPr>
        <p:spPr>
          <a:xfrm rot="10800000">
            <a:off x="2612671" y="987138"/>
            <a:ext cx="1163254" cy="719032"/>
          </a:xfrm>
          <a:prstGeom prst="arc">
            <a:avLst>
              <a:gd name="adj1" fmla="val 10795468"/>
              <a:gd name="adj2" fmla="val 3835"/>
            </a:avLst>
          </a:prstGeom>
          <a:noFill/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94" name="Group 23">
            <a:extLst>
              <a:ext uri="{FF2B5EF4-FFF2-40B4-BE49-F238E27FC236}">
                <a16:creationId xmlns:a16="http://schemas.microsoft.com/office/drawing/2014/main" id="{4432ACFB-AC00-5853-A18B-5D2AB8B76D9D}"/>
              </a:ext>
            </a:extLst>
          </p:cNvPr>
          <p:cNvGrpSpPr/>
          <p:nvPr/>
        </p:nvGrpSpPr>
        <p:grpSpPr>
          <a:xfrm>
            <a:off x="8465568" y="1212995"/>
            <a:ext cx="1504760" cy="2577304"/>
            <a:chOff x="8882824" y="402672"/>
            <a:chExt cx="2016211" cy="3435909"/>
          </a:xfrm>
        </p:grpSpPr>
        <p:sp>
          <p:nvSpPr>
            <p:cNvPr id="295" name="Retângulo 294">
              <a:extLst>
                <a:ext uri="{FF2B5EF4-FFF2-40B4-BE49-F238E27FC236}">
                  <a16:creationId xmlns:a16="http://schemas.microsoft.com/office/drawing/2014/main" id="{99A5D6B2-7D4B-E588-2C06-9EF0C6011609}"/>
                </a:ext>
              </a:extLst>
            </p:cNvPr>
            <p:cNvSpPr/>
            <p:nvPr/>
          </p:nvSpPr>
          <p:spPr>
            <a:xfrm>
              <a:off x="8882824" y="402672"/>
              <a:ext cx="2016211" cy="2841453"/>
            </a:xfrm>
            <a:prstGeom prst="rect">
              <a:avLst/>
            </a:prstGeom>
            <a:solidFill>
              <a:srgbClr val="62983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6" name="Retângulo 295">
              <a:extLst>
                <a:ext uri="{FF2B5EF4-FFF2-40B4-BE49-F238E27FC236}">
                  <a16:creationId xmlns:a16="http://schemas.microsoft.com/office/drawing/2014/main" id="{67B4185D-DFA0-8B05-A135-5BE7265E2E33}"/>
                </a:ext>
              </a:extLst>
            </p:cNvPr>
            <p:cNvSpPr/>
            <p:nvPr/>
          </p:nvSpPr>
          <p:spPr>
            <a:xfrm>
              <a:off x="9017096" y="568857"/>
              <a:ext cx="1735775" cy="2534056"/>
            </a:xfrm>
            <a:prstGeom prst="rect">
              <a:avLst/>
            </a:prstGeom>
            <a:solidFill>
              <a:srgbClr val="2089CA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7" name="Retângulo 296">
              <a:extLst>
                <a:ext uri="{FF2B5EF4-FFF2-40B4-BE49-F238E27FC236}">
                  <a16:creationId xmlns:a16="http://schemas.microsoft.com/office/drawing/2014/main" id="{7DAA2FC6-142B-7D42-E767-794350DC03E1}"/>
                </a:ext>
              </a:extLst>
            </p:cNvPr>
            <p:cNvSpPr/>
            <p:nvPr/>
          </p:nvSpPr>
          <p:spPr>
            <a:xfrm>
              <a:off x="9674720" y="585715"/>
              <a:ext cx="383059" cy="529590"/>
            </a:xfrm>
            <a:prstGeom prst="rect">
              <a:avLst/>
            </a:prstGeom>
            <a:solidFill>
              <a:srgbClr val="62983E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8" name="Retângulo 297">
              <a:extLst>
                <a:ext uri="{FF2B5EF4-FFF2-40B4-BE49-F238E27FC236}">
                  <a16:creationId xmlns:a16="http://schemas.microsoft.com/office/drawing/2014/main" id="{9B1FDC0E-FB8B-8655-4236-7215336C08AD}"/>
                </a:ext>
              </a:extLst>
            </p:cNvPr>
            <p:cNvSpPr/>
            <p:nvPr/>
          </p:nvSpPr>
          <p:spPr>
            <a:xfrm>
              <a:off x="9674720" y="2568729"/>
              <a:ext cx="383059" cy="522307"/>
            </a:xfrm>
            <a:prstGeom prst="rect">
              <a:avLst/>
            </a:prstGeom>
            <a:solidFill>
              <a:srgbClr val="62983E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9" name="Fluxograma: Conector 298">
              <a:extLst>
                <a:ext uri="{FF2B5EF4-FFF2-40B4-BE49-F238E27FC236}">
                  <a16:creationId xmlns:a16="http://schemas.microsoft.com/office/drawing/2014/main" id="{33EF21E1-F18A-07CD-A813-8E9CB79D27CA}"/>
                </a:ext>
              </a:extLst>
            </p:cNvPr>
            <p:cNvSpPr/>
            <p:nvPr/>
          </p:nvSpPr>
          <p:spPr>
            <a:xfrm>
              <a:off x="9571710" y="1588620"/>
              <a:ext cx="566351" cy="522803"/>
            </a:xfrm>
            <a:prstGeom prst="flowChartConnector">
              <a:avLst/>
            </a:prstGeom>
            <a:solidFill>
              <a:srgbClr val="2089CA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0" name="Fluxograma: Conector 299">
              <a:extLst>
                <a:ext uri="{FF2B5EF4-FFF2-40B4-BE49-F238E27FC236}">
                  <a16:creationId xmlns:a16="http://schemas.microsoft.com/office/drawing/2014/main" id="{B930D506-23C2-AC3D-F432-17D0361A3817}"/>
                </a:ext>
              </a:extLst>
            </p:cNvPr>
            <p:cNvSpPr/>
            <p:nvPr/>
          </p:nvSpPr>
          <p:spPr>
            <a:xfrm>
              <a:off x="9730805" y="1708218"/>
              <a:ext cx="248165" cy="267429"/>
            </a:xfrm>
            <a:prstGeom prst="flowChartConnector">
              <a:avLst/>
            </a:prstGeom>
            <a:solidFill>
              <a:srgbClr val="62983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01" name="Conector reto 300">
              <a:extLst>
                <a:ext uri="{FF2B5EF4-FFF2-40B4-BE49-F238E27FC236}">
                  <a16:creationId xmlns:a16="http://schemas.microsoft.com/office/drawing/2014/main" id="{8087C9FA-0A03-D12F-7F85-312EB8EDB632}"/>
                </a:ext>
              </a:extLst>
            </p:cNvPr>
            <p:cNvCxnSpPr>
              <a:cxnSpLocks/>
              <a:stCxn id="296" idx="1"/>
              <a:endCxn id="296" idx="3"/>
            </p:cNvCxnSpPr>
            <p:nvPr/>
          </p:nvCxnSpPr>
          <p:spPr>
            <a:xfrm>
              <a:off x="9017096" y="1835886"/>
              <a:ext cx="1735775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02" name="Conector reto 301">
              <a:extLst>
                <a:ext uri="{FF2B5EF4-FFF2-40B4-BE49-F238E27FC236}">
                  <a16:creationId xmlns:a16="http://schemas.microsoft.com/office/drawing/2014/main" id="{480018EC-CA2C-A9A9-5562-32FF6674BF00}"/>
                </a:ext>
              </a:extLst>
            </p:cNvPr>
            <p:cNvCxnSpPr>
              <a:cxnSpLocks/>
            </p:cNvCxnSpPr>
            <p:nvPr/>
          </p:nvCxnSpPr>
          <p:spPr>
            <a:xfrm>
              <a:off x="9307573" y="1576137"/>
              <a:ext cx="1139047" cy="958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303" name="Arco 302">
              <a:extLst>
                <a:ext uri="{FF2B5EF4-FFF2-40B4-BE49-F238E27FC236}">
                  <a16:creationId xmlns:a16="http://schemas.microsoft.com/office/drawing/2014/main" id="{B7DF2D52-FC77-B1FF-2294-C36A6EA0BD0A}"/>
                </a:ext>
              </a:extLst>
            </p:cNvPr>
            <p:cNvSpPr/>
            <p:nvPr/>
          </p:nvSpPr>
          <p:spPr>
            <a:xfrm>
              <a:off x="9191746" y="2328266"/>
              <a:ext cx="1369866" cy="1510315"/>
            </a:xfrm>
            <a:prstGeom prst="arc">
              <a:avLst>
                <a:gd name="adj1" fmla="val 10763157"/>
                <a:gd name="adj2" fmla="val 42407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4" name="Arco 303">
              <a:extLst>
                <a:ext uri="{FF2B5EF4-FFF2-40B4-BE49-F238E27FC236}">
                  <a16:creationId xmlns:a16="http://schemas.microsoft.com/office/drawing/2014/main" id="{80C82F9B-7073-4E54-5DBD-9ECB7379F9A2}"/>
                </a:ext>
              </a:extLst>
            </p:cNvPr>
            <p:cNvSpPr/>
            <p:nvPr/>
          </p:nvSpPr>
          <p:spPr>
            <a:xfrm>
              <a:off x="9674720" y="2405641"/>
              <a:ext cx="383059" cy="586345"/>
            </a:xfrm>
            <a:prstGeom prst="arc">
              <a:avLst>
                <a:gd name="adj1" fmla="val 13111375"/>
                <a:gd name="adj2" fmla="val 19331494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5" name="Arco 304">
              <a:extLst>
                <a:ext uri="{FF2B5EF4-FFF2-40B4-BE49-F238E27FC236}">
                  <a16:creationId xmlns:a16="http://schemas.microsoft.com/office/drawing/2014/main" id="{B3B7D37F-9EE5-BBEF-DF63-809DDBA40147}"/>
                </a:ext>
              </a:extLst>
            </p:cNvPr>
            <p:cNvSpPr/>
            <p:nvPr/>
          </p:nvSpPr>
          <p:spPr>
            <a:xfrm rot="10800000">
              <a:off x="9674720" y="672634"/>
              <a:ext cx="383059" cy="586345"/>
            </a:xfrm>
            <a:prstGeom prst="arc">
              <a:avLst>
                <a:gd name="adj1" fmla="val 13390027"/>
                <a:gd name="adj2" fmla="val 19026755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6" name="Retângulo 305">
              <a:extLst>
                <a:ext uri="{FF2B5EF4-FFF2-40B4-BE49-F238E27FC236}">
                  <a16:creationId xmlns:a16="http://schemas.microsoft.com/office/drawing/2014/main" id="{BFF69F81-F6A0-AF17-3A71-EF113E5AE058}"/>
                </a:ext>
              </a:extLst>
            </p:cNvPr>
            <p:cNvSpPr/>
            <p:nvPr/>
          </p:nvSpPr>
          <p:spPr>
            <a:xfrm>
              <a:off x="9403867" y="942634"/>
              <a:ext cx="951471" cy="1787001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307" name="Conector reto 306">
            <a:extLst>
              <a:ext uri="{FF2B5EF4-FFF2-40B4-BE49-F238E27FC236}">
                <a16:creationId xmlns:a16="http://schemas.microsoft.com/office/drawing/2014/main" id="{3894240C-0AA6-AD5C-63F6-3D207C3C6953}"/>
              </a:ext>
            </a:extLst>
          </p:cNvPr>
          <p:cNvCxnSpPr>
            <a:cxnSpLocks/>
          </p:cNvCxnSpPr>
          <p:nvPr/>
        </p:nvCxnSpPr>
        <p:spPr>
          <a:xfrm>
            <a:off x="8782571" y="2496915"/>
            <a:ext cx="850106" cy="71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08" name="Arco 307">
            <a:extLst>
              <a:ext uri="{FF2B5EF4-FFF2-40B4-BE49-F238E27FC236}">
                <a16:creationId xmlns:a16="http://schemas.microsoft.com/office/drawing/2014/main" id="{9DFF1B19-3F45-4481-513B-C5FE6CBA7C1D}"/>
              </a:ext>
            </a:extLst>
          </p:cNvPr>
          <p:cNvSpPr/>
          <p:nvPr/>
        </p:nvSpPr>
        <p:spPr>
          <a:xfrm rot="5741751">
            <a:off x="9119542" y="1359613"/>
            <a:ext cx="145363" cy="144822"/>
          </a:xfrm>
          <a:prstGeom prst="arc">
            <a:avLst>
              <a:gd name="adj1" fmla="val 16200000"/>
              <a:gd name="adj2" fmla="val 488961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9" name="Arco 308">
            <a:extLst>
              <a:ext uri="{FF2B5EF4-FFF2-40B4-BE49-F238E27FC236}">
                <a16:creationId xmlns:a16="http://schemas.microsoft.com/office/drawing/2014/main" id="{847EC604-774E-AC5B-0A1E-680FA89C3261}"/>
              </a:ext>
            </a:extLst>
          </p:cNvPr>
          <p:cNvSpPr/>
          <p:nvPr/>
        </p:nvSpPr>
        <p:spPr>
          <a:xfrm rot="16532904">
            <a:off x="9118134" y="3081723"/>
            <a:ext cx="145363" cy="144822"/>
          </a:xfrm>
          <a:prstGeom prst="arc">
            <a:avLst>
              <a:gd name="adj1" fmla="val 16200000"/>
              <a:gd name="adj2" fmla="val 488961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0" name="Arco 309">
            <a:extLst>
              <a:ext uri="{FF2B5EF4-FFF2-40B4-BE49-F238E27FC236}">
                <a16:creationId xmlns:a16="http://schemas.microsoft.com/office/drawing/2014/main" id="{87BF7631-EE9A-6896-5ED3-9ADBD848ADBB}"/>
              </a:ext>
            </a:extLst>
          </p:cNvPr>
          <p:cNvSpPr/>
          <p:nvPr/>
        </p:nvSpPr>
        <p:spPr>
          <a:xfrm rot="10800000">
            <a:off x="8634956" y="975860"/>
            <a:ext cx="1163254" cy="719032"/>
          </a:xfrm>
          <a:prstGeom prst="arc">
            <a:avLst>
              <a:gd name="adj1" fmla="val 10795468"/>
              <a:gd name="adj2" fmla="val 3835"/>
            </a:avLst>
          </a:prstGeom>
          <a:noFill/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1" name="Arco 310">
            <a:extLst>
              <a:ext uri="{FF2B5EF4-FFF2-40B4-BE49-F238E27FC236}">
                <a16:creationId xmlns:a16="http://schemas.microsoft.com/office/drawing/2014/main" id="{2E12E45C-593C-4CC8-84B8-F1B968D6A610}"/>
              </a:ext>
            </a:extLst>
          </p:cNvPr>
          <p:cNvSpPr/>
          <p:nvPr/>
        </p:nvSpPr>
        <p:spPr>
          <a:xfrm rot="10800000" flipV="1">
            <a:off x="8633480" y="2893119"/>
            <a:ext cx="1163254" cy="719032"/>
          </a:xfrm>
          <a:prstGeom prst="arc">
            <a:avLst>
              <a:gd name="adj1" fmla="val 10889965"/>
              <a:gd name="adj2" fmla="val 21509610"/>
            </a:avLst>
          </a:prstGeom>
          <a:noFill/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2" name="Arco 311">
            <a:extLst>
              <a:ext uri="{FF2B5EF4-FFF2-40B4-BE49-F238E27FC236}">
                <a16:creationId xmlns:a16="http://schemas.microsoft.com/office/drawing/2014/main" id="{36C1D262-29CB-D770-AFD4-33A26F26D258}"/>
              </a:ext>
            </a:extLst>
          </p:cNvPr>
          <p:cNvSpPr/>
          <p:nvPr/>
        </p:nvSpPr>
        <p:spPr>
          <a:xfrm flipV="1">
            <a:off x="8681969" y="795619"/>
            <a:ext cx="1022373" cy="1132900"/>
          </a:xfrm>
          <a:prstGeom prst="arc">
            <a:avLst>
              <a:gd name="adj1" fmla="val 10657095"/>
              <a:gd name="adj2" fmla="val 15439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3" name="Group 23">
            <a:extLst>
              <a:ext uri="{FF2B5EF4-FFF2-40B4-BE49-F238E27FC236}">
                <a16:creationId xmlns:a16="http://schemas.microsoft.com/office/drawing/2014/main" id="{9B0D1EF6-FD7A-B825-2E96-8C19A14BDBCE}"/>
              </a:ext>
            </a:extLst>
          </p:cNvPr>
          <p:cNvGrpSpPr/>
          <p:nvPr/>
        </p:nvGrpSpPr>
        <p:grpSpPr>
          <a:xfrm>
            <a:off x="6417242" y="1224273"/>
            <a:ext cx="1504760" cy="2577304"/>
            <a:chOff x="8882824" y="402672"/>
            <a:chExt cx="2016211" cy="3435909"/>
          </a:xfrm>
        </p:grpSpPr>
        <p:sp>
          <p:nvSpPr>
            <p:cNvPr id="314" name="Retângulo 313">
              <a:extLst>
                <a:ext uri="{FF2B5EF4-FFF2-40B4-BE49-F238E27FC236}">
                  <a16:creationId xmlns:a16="http://schemas.microsoft.com/office/drawing/2014/main" id="{DF90EA09-964A-341F-12B3-2E80D608E289}"/>
                </a:ext>
              </a:extLst>
            </p:cNvPr>
            <p:cNvSpPr/>
            <p:nvPr/>
          </p:nvSpPr>
          <p:spPr>
            <a:xfrm>
              <a:off x="8882824" y="402672"/>
              <a:ext cx="2016211" cy="2841453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5" name="Retângulo 314">
              <a:extLst>
                <a:ext uri="{FF2B5EF4-FFF2-40B4-BE49-F238E27FC236}">
                  <a16:creationId xmlns:a16="http://schemas.microsoft.com/office/drawing/2014/main" id="{41B1621A-D0F9-753A-CF3B-FEC4C98588A6}"/>
                </a:ext>
              </a:extLst>
            </p:cNvPr>
            <p:cNvSpPr/>
            <p:nvPr/>
          </p:nvSpPr>
          <p:spPr>
            <a:xfrm>
              <a:off x="9017096" y="568857"/>
              <a:ext cx="1735775" cy="2534056"/>
            </a:xfrm>
            <a:prstGeom prst="rect">
              <a:avLst/>
            </a:prstGeom>
            <a:solidFill>
              <a:srgbClr val="62983E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6" name="Retângulo 315">
              <a:extLst>
                <a:ext uri="{FF2B5EF4-FFF2-40B4-BE49-F238E27FC236}">
                  <a16:creationId xmlns:a16="http://schemas.microsoft.com/office/drawing/2014/main" id="{4C3DF818-965F-63D7-8C75-E6BBA5A6C772}"/>
                </a:ext>
              </a:extLst>
            </p:cNvPr>
            <p:cNvSpPr/>
            <p:nvPr/>
          </p:nvSpPr>
          <p:spPr>
            <a:xfrm>
              <a:off x="9674720" y="2568729"/>
              <a:ext cx="383059" cy="52230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7" name="Fluxograma: Conector 316">
              <a:extLst>
                <a:ext uri="{FF2B5EF4-FFF2-40B4-BE49-F238E27FC236}">
                  <a16:creationId xmlns:a16="http://schemas.microsoft.com/office/drawing/2014/main" id="{8E4D93FA-97EE-2191-4BAD-4B32D7071867}"/>
                </a:ext>
              </a:extLst>
            </p:cNvPr>
            <p:cNvSpPr/>
            <p:nvPr/>
          </p:nvSpPr>
          <p:spPr>
            <a:xfrm>
              <a:off x="9571710" y="1588620"/>
              <a:ext cx="566351" cy="522803"/>
            </a:xfrm>
            <a:prstGeom prst="flowChartConnector">
              <a:avLst/>
            </a:prstGeom>
            <a:solidFill>
              <a:srgbClr val="62983E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8" name="Fluxograma: Conector 317">
              <a:extLst>
                <a:ext uri="{FF2B5EF4-FFF2-40B4-BE49-F238E27FC236}">
                  <a16:creationId xmlns:a16="http://schemas.microsoft.com/office/drawing/2014/main" id="{5218D9C4-CFDB-731B-B3BA-EDDD0FC75871}"/>
                </a:ext>
              </a:extLst>
            </p:cNvPr>
            <p:cNvSpPr/>
            <p:nvPr/>
          </p:nvSpPr>
          <p:spPr>
            <a:xfrm>
              <a:off x="9730805" y="1708218"/>
              <a:ext cx="248165" cy="267429"/>
            </a:xfrm>
            <a:prstGeom prst="flowChartConnector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19" name="Conector reto 318">
              <a:extLst>
                <a:ext uri="{FF2B5EF4-FFF2-40B4-BE49-F238E27FC236}">
                  <a16:creationId xmlns:a16="http://schemas.microsoft.com/office/drawing/2014/main" id="{BF12608D-228D-193D-75CE-1D4DF4692D53}"/>
                </a:ext>
              </a:extLst>
            </p:cNvPr>
            <p:cNvCxnSpPr>
              <a:cxnSpLocks/>
              <a:stCxn id="315" idx="1"/>
              <a:endCxn id="315" idx="3"/>
            </p:cNvCxnSpPr>
            <p:nvPr/>
          </p:nvCxnSpPr>
          <p:spPr>
            <a:xfrm>
              <a:off x="9017096" y="1835886"/>
              <a:ext cx="1735775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20" name="Conector reto 319">
              <a:extLst>
                <a:ext uri="{FF2B5EF4-FFF2-40B4-BE49-F238E27FC236}">
                  <a16:creationId xmlns:a16="http://schemas.microsoft.com/office/drawing/2014/main" id="{C22E3838-5EFC-F3C3-4726-8D4D433ABB0D}"/>
                </a:ext>
              </a:extLst>
            </p:cNvPr>
            <p:cNvCxnSpPr>
              <a:cxnSpLocks/>
            </p:cNvCxnSpPr>
            <p:nvPr/>
          </p:nvCxnSpPr>
          <p:spPr>
            <a:xfrm>
              <a:off x="9307573" y="1576137"/>
              <a:ext cx="1139047" cy="958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321" name="Arco 320">
              <a:extLst>
                <a:ext uri="{FF2B5EF4-FFF2-40B4-BE49-F238E27FC236}">
                  <a16:creationId xmlns:a16="http://schemas.microsoft.com/office/drawing/2014/main" id="{0419BA53-21DD-528C-62A8-87F777B8D218}"/>
                </a:ext>
              </a:extLst>
            </p:cNvPr>
            <p:cNvSpPr/>
            <p:nvPr/>
          </p:nvSpPr>
          <p:spPr>
            <a:xfrm>
              <a:off x="9191746" y="2328266"/>
              <a:ext cx="1369866" cy="1510315"/>
            </a:xfrm>
            <a:prstGeom prst="arc">
              <a:avLst>
                <a:gd name="adj1" fmla="val 10763157"/>
                <a:gd name="adj2" fmla="val 42407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2" name="Arco 321">
              <a:extLst>
                <a:ext uri="{FF2B5EF4-FFF2-40B4-BE49-F238E27FC236}">
                  <a16:creationId xmlns:a16="http://schemas.microsoft.com/office/drawing/2014/main" id="{2B41041A-E20B-BF43-39EE-D92943DC5A7E}"/>
                </a:ext>
              </a:extLst>
            </p:cNvPr>
            <p:cNvSpPr/>
            <p:nvPr/>
          </p:nvSpPr>
          <p:spPr>
            <a:xfrm>
              <a:off x="9674720" y="2405641"/>
              <a:ext cx="383059" cy="586345"/>
            </a:xfrm>
            <a:prstGeom prst="arc">
              <a:avLst>
                <a:gd name="adj1" fmla="val 13111375"/>
                <a:gd name="adj2" fmla="val 19331494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3" name="Arco 322">
              <a:extLst>
                <a:ext uri="{FF2B5EF4-FFF2-40B4-BE49-F238E27FC236}">
                  <a16:creationId xmlns:a16="http://schemas.microsoft.com/office/drawing/2014/main" id="{5F3E1053-3024-F01C-C7C2-B23473BBA793}"/>
                </a:ext>
              </a:extLst>
            </p:cNvPr>
            <p:cNvSpPr/>
            <p:nvPr/>
          </p:nvSpPr>
          <p:spPr>
            <a:xfrm rot="10800000">
              <a:off x="9674720" y="672634"/>
              <a:ext cx="383059" cy="586345"/>
            </a:xfrm>
            <a:prstGeom prst="arc">
              <a:avLst>
                <a:gd name="adj1" fmla="val 13390027"/>
                <a:gd name="adj2" fmla="val 19026755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5" name="Retângulo 324">
              <a:extLst>
                <a:ext uri="{FF2B5EF4-FFF2-40B4-BE49-F238E27FC236}">
                  <a16:creationId xmlns:a16="http://schemas.microsoft.com/office/drawing/2014/main" id="{06462544-B7B3-F109-748C-ECCF080131A8}"/>
                </a:ext>
              </a:extLst>
            </p:cNvPr>
            <p:cNvSpPr/>
            <p:nvPr/>
          </p:nvSpPr>
          <p:spPr>
            <a:xfrm>
              <a:off x="9674720" y="585715"/>
              <a:ext cx="383059" cy="52959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4" name="Retângulo 323">
              <a:extLst>
                <a:ext uri="{FF2B5EF4-FFF2-40B4-BE49-F238E27FC236}">
                  <a16:creationId xmlns:a16="http://schemas.microsoft.com/office/drawing/2014/main" id="{30ECCCE6-FA99-9D79-1DEE-05F38E5FC28A}"/>
                </a:ext>
              </a:extLst>
            </p:cNvPr>
            <p:cNvSpPr/>
            <p:nvPr/>
          </p:nvSpPr>
          <p:spPr>
            <a:xfrm>
              <a:off x="9403867" y="942634"/>
              <a:ext cx="951471" cy="1787001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326" name="Conector reto 325">
            <a:extLst>
              <a:ext uri="{FF2B5EF4-FFF2-40B4-BE49-F238E27FC236}">
                <a16:creationId xmlns:a16="http://schemas.microsoft.com/office/drawing/2014/main" id="{716ECB34-4D80-54D5-C95E-C6C166D4C59B}"/>
              </a:ext>
            </a:extLst>
          </p:cNvPr>
          <p:cNvCxnSpPr>
            <a:cxnSpLocks/>
          </p:cNvCxnSpPr>
          <p:nvPr/>
        </p:nvCxnSpPr>
        <p:spPr>
          <a:xfrm>
            <a:off x="6734245" y="2508193"/>
            <a:ext cx="850106" cy="71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27" name="Arco 326">
            <a:extLst>
              <a:ext uri="{FF2B5EF4-FFF2-40B4-BE49-F238E27FC236}">
                <a16:creationId xmlns:a16="http://schemas.microsoft.com/office/drawing/2014/main" id="{2431807B-1604-D586-18A3-CD7F74619ABE}"/>
              </a:ext>
            </a:extLst>
          </p:cNvPr>
          <p:cNvSpPr/>
          <p:nvPr/>
        </p:nvSpPr>
        <p:spPr>
          <a:xfrm rot="5741751">
            <a:off x="7071216" y="1370891"/>
            <a:ext cx="145363" cy="144822"/>
          </a:xfrm>
          <a:prstGeom prst="arc">
            <a:avLst>
              <a:gd name="adj1" fmla="val 16200000"/>
              <a:gd name="adj2" fmla="val 488961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8" name="Arco 327">
            <a:extLst>
              <a:ext uri="{FF2B5EF4-FFF2-40B4-BE49-F238E27FC236}">
                <a16:creationId xmlns:a16="http://schemas.microsoft.com/office/drawing/2014/main" id="{F3FCEBC6-FA57-A0E1-A711-52F8101FF20A}"/>
              </a:ext>
            </a:extLst>
          </p:cNvPr>
          <p:cNvSpPr/>
          <p:nvPr/>
        </p:nvSpPr>
        <p:spPr>
          <a:xfrm rot="16532904">
            <a:off x="7069808" y="3093001"/>
            <a:ext cx="145363" cy="144822"/>
          </a:xfrm>
          <a:prstGeom prst="arc">
            <a:avLst>
              <a:gd name="adj1" fmla="val 16200000"/>
              <a:gd name="adj2" fmla="val 488961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9" name="Arco 328">
            <a:extLst>
              <a:ext uri="{FF2B5EF4-FFF2-40B4-BE49-F238E27FC236}">
                <a16:creationId xmlns:a16="http://schemas.microsoft.com/office/drawing/2014/main" id="{313AE523-DAEB-BF47-A467-AEBBEF0883EA}"/>
              </a:ext>
            </a:extLst>
          </p:cNvPr>
          <p:cNvSpPr/>
          <p:nvPr/>
        </p:nvSpPr>
        <p:spPr>
          <a:xfrm rot="10800000" flipV="1">
            <a:off x="6585154" y="2904397"/>
            <a:ext cx="1163254" cy="719032"/>
          </a:xfrm>
          <a:prstGeom prst="arc">
            <a:avLst>
              <a:gd name="adj1" fmla="val 10889965"/>
              <a:gd name="adj2" fmla="val 21509610"/>
            </a:avLst>
          </a:prstGeom>
          <a:noFill/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0" name="Arco 329">
            <a:extLst>
              <a:ext uri="{FF2B5EF4-FFF2-40B4-BE49-F238E27FC236}">
                <a16:creationId xmlns:a16="http://schemas.microsoft.com/office/drawing/2014/main" id="{B9B1A30B-BC59-14F7-8CF2-679DC0C48F4B}"/>
              </a:ext>
            </a:extLst>
          </p:cNvPr>
          <p:cNvSpPr/>
          <p:nvPr/>
        </p:nvSpPr>
        <p:spPr>
          <a:xfrm flipV="1">
            <a:off x="6633643" y="806897"/>
            <a:ext cx="1022373" cy="1132900"/>
          </a:xfrm>
          <a:prstGeom prst="arc">
            <a:avLst>
              <a:gd name="adj1" fmla="val 10657095"/>
              <a:gd name="adj2" fmla="val 15439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1" name="Arco 330">
            <a:extLst>
              <a:ext uri="{FF2B5EF4-FFF2-40B4-BE49-F238E27FC236}">
                <a16:creationId xmlns:a16="http://schemas.microsoft.com/office/drawing/2014/main" id="{7865230A-BC9D-18AF-B9A5-129354B87A84}"/>
              </a:ext>
            </a:extLst>
          </p:cNvPr>
          <p:cNvSpPr/>
          <p:nvPr/>
        </p:nvSpPr>
        <p:spPr>
          <a:xfrm rot="10800000">
            <a:off x="6586630" y="987138"/>
            <a:ext cx="1163254" cy="719032"/>
          </a:xfrm>
          <a:prstGeom prst="arc">
            <a:avLst>
              <a:gd name="adj1" fmla="val 10795468"/>
              <a:gd name="adj2" fmla="val 3835"/>
            </a:avLst>
          </a:prstGeom>
          <a:noFill/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32" name="Group 23">
            <a:extLst>
              <a:ext uri="{FF2B5EF4-FFF2-40B4-BE49-F238E27FC236}">
                <a16:creationId xmlns:a16="http://schemas.microsoft.com/office/drawing/2014/main" id="{9E10336D-F5ED-A8FB-8AAC-C0296E05BF4B}"/>
              </a:ext>
            </a:extLst>
          </p:cNvPr>
          <p:cNvGrpSpPr/>
          <p:nvPr/>
        </p:nvGrpSpPr>
        <p:grpSpPr>
          <a:xfrm>
            <a:off x="4413600" y="4062876"/>
            <a:ext cx="1504760" cy="2577304"/>
            <a:chOff x="8882824" y="402672"/>
            <a:chExt cx="2016211" cy="3435909"/>
          </a:xfrm>
        </p:grpSpPr>
        <p:sp>
          <p:nvSpPr>
            <p:cNvPr id="333" name="Retângulo 332">
              <a:extLst>
                <a:ext uri="{FF2B5EF4-FFF2-40B4-BE49-F238E27FC236}">
                  <a16:creationId xmlns:a16="http://schemas.microsoft.com/office/drawing/2014/main" id="{30E168DB-B1BC-89C4-777C-DEA9B8EB131A}"/>
                </a:ext>
              </a:extLst>
            </p:cNvPr>
            <p:cNvSpPr/>
            <p:nvPr/>
          </p:nvSpPr>
          <p:spPr>
            <a:xfrm>
              <a:off x="8882824" y="402672"/>
              <a:ext cx="2016211" cy="2841453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4" name="Retângulo 333">
              <a:extLst>
                <a:ext uri="{FF2B5EF4-FFF2-40B4-BE49-F238E27FC236}">
                  <a16:creationId xmlns:a16="http://schemas.microsoft.com/office/drawing/2014/main" id="{8BA22334-5ED2-6B75-BD63-9D8700F842B6}"/>
                </a:ext>
              </a:extLst>
            </p:cNvPr>
            <p:cNvSpPr/>
            <p:nvPr/>
          </p:nvSpPr>
          <p:spPr>
            <a:xfrm>
              <a:off x="9017096" y="568857"/>
              <a:ext cx="1735775" cy="253405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5" name="Retângulo 334">
              <a:extLst>
                <a:ext uri="{FF2B5EF4-FFF2-40B4-BE49-F238E27FC236}">
                  <a16:creationId xmlns:a16="http://schemas.microsoft.com/office/drawing/2014/main" id="{E7AC41F3-A517-9C7A-1B55-0DD6910A0A59}"/>
                </a:ext>
              </a:extLst>
            </p:cNvPr>
            <p:cNvSpPr/>
            <p:nvPr/>
          </p:nvSpPr>
          <p:spPr>
            <a:xfrm>
              <a:off x="9674720" y="585715"/>
              <a:ext cx="383059" cy="52959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6" name="Retângulo 335">
              <a:extLst>
                <a:ext uri="{FF2B5EF4-FFF2-40B4-BE49-F238E27FC236}">
                  <a16:creationId xmlns:a16="http://schemas.microsoft.com/office/drawing/2014/main" id="{113CF02A-4E3D-DA67-698D-E732BA15D173}"/>
                </a:ext>
              </a:extLst>
            </p:cNvPr>
            <p:cNvSpPr/>
            <p:nvPr/>
          </p:nvSpPr>
          <p:spPr>
            <a:xfrm>
              <a:off x="9674720" y="2568729"/>
              <a:ext cx="383059" cy="52230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7" name="Fluxograma: Conector 336">
              <a:extLst>
                <a:ext uri="{FF2B5EF4-FFF2-40B4-BE49-F238E27FC236}">
                  <a16:creationId xmlns:a16="http://schemas.microsoft.com/office/drawing/2014/main" id="{DA0D73DE-D3B1-36A6-D95D-006AF194163C}"/>
                </a:ext>
              </a:extLst>
            </p:cNvPr>
            <p:cNvSpPr/>
            <p:nvPr/>
          </p:nvSpPr>
          <p:spPr>
            <a:xfrm>
              <a:off x="9571710" y="1588620"/>
              <a:ext cx="566351" cy="522803"/>
            </a:xfrm>
            <a:prstGeom prst="flowChartConnector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8" name="Fluxograma: Conector 337">
              <a:extLst>
                <a:ext uri="{FF2B5EF4-FFF2-40B4-BE49-F238E27FC236}">
                  <a16:creationId xmlns:a16="http://schemas.microsoft.com/office/drawing/2014/main" id="{5CC37F22-C4E7-0C59-F537-073D6A963C87}"/>
                </a:ext>
              </a:extLst>
            </p:cNvPr>
            <p:cNvSpPr/>
            <p:nvPr/>
          </p:nvSpPr>
          <p:spPr>
            <a:xfrm>
              <a:off x="9730805" y="1708218"/>
              <a:ext cx="248165" cy="267429"/>
            </a:xfrm>
            <a:prstGeom prst="flowChartConnector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39" name="Conector reto 338">
              <a:extLst>
                <a:ext uri="{FF2B5EF4-FFF2-40B4-BE49-F238E27FC236}">
                  <a16:creationId xmlns:a16="http://schemas.microsoft.com/office/drawing/2014/main" id="{F63C3B54-6236-9946-29C2-887026CF472B}"/>
                </a:ext>
              </a:extLst>
            </p:cNvPr>
            <p:cNvCxnSpPr>
              <a:cxnSpLocks/>
              <a:stCxn id="334" idx="1"/>
              <a:endCxn id="334" idx="3"/>
            </p:cNvCxnSpPr>
            <p:nvPr/>
          </p:nvCxnSpPr>
          <p:spPr>
            <a:xfrm>
              <a:off x="9017096" y="1835886"/>
              <a:ext cx="1735775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40" name="Conector reto 339">
              <a:extLst>
                <a:ext uri="{FF2B5EF4-FFF2-40B4-BE49-F238E27FC236}">
                  <a16:creationId xmlns:a16="http://schemas.microsoft.com/office/drawing/2014/main" id="{E1AECBD8-7F4A-2ADA-176C-43609204A7C2}"/>
                </a:ext>
              </a:extLst>
            </p:cNvPr>
            <p:cNvCxnSpPr>
              <a:cxnSpLocks/>
            </p:cNvCxnSpPr>
            <p:nvPr/>
          </p:nvCxnSpPr>
          <p:spPr>
            <a:xfrm>
              <a:off x="9307573" y="1576137"/>
              <a:ext cx="1139047" cy="958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341" name="Arco 340">
              <a:extLst>
                <a:ext uri="{FF2B5EF4-FFF2-40B4-BE49-F238E27FC236}">
                  <a16:creationId xmlns:a16="http://schemas.microsoft.com/office/drawing/2014/main" id="{97129EB3-CDB2-7D79-D7DC-FC79CF0BE10F}"/>
                </a:ext>
              </a:extLst>
            </p:cNvPr>
            <p:cNvSpPr/>
            <p:nvPr/>
          </p:nvSpPr>
          <p:spPr>
            <a:xfrm>
              <a:off x="9191746" y="2328266"/>
              <a:ext cx="1369866" cy="1510315"/>
            </a:xfrm>
            <a:prstGeom prst="arc">
              <a:avLst>
                <a:gd name="adj1" fmla="val 10763157"/>
                <a:gd name="adj2" fmla="val 42407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2" name="Arco 341">
              <a:extLst>
                <a:ext uri="{FF2B5EF4-FFF2-40B4-BE49-F238E27FC236}">
                  <a16:creationId xmlns:a16="http://schemas.microsoft.com/office/drawing/2014/main" id="{91678F98-2B4A-673E-C918-E860940A8B0C}"/>
                </a:ext>
              </a:extLst>
            </p:cNvPr>
            <p:cNvSpPr/>
            <p:nvPr/>
          </p:nvSpPr>
          <p:spPr>
            <a:xfrm>
              <a:off x="9674720" y="2405641"/>
              <a:ext cx="383059" cy="586345"/>
            </a:xfrm>
            <a:prstGeom prst="arc">
              <a:avLst>
                <a:gd name="adj1" fmla="val 13111375"/>
                <a:gd name="adj2" fmla="val 19331494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3" name="Arco 342">
              <a:extLst>
                <a:ext uri="{FF2B5EF4-FFF2-40B4-BE49-F238E27FC236}">
                  <a16:creationId xmlns:a16="http://schemas.microsoft.com/office/drawing/2014/main" id="{5CF3F819-45CE-93FF-71F3-E939291087A4}"/>
                </a:ext>
              </a:extLst>
            </p:cNvPr>
            <p:cNvSpPr/>
            <p:nvPr/>
          </p:nvSpPr>
          <p:spPr>
            <a:xfrm rot="10800000">
              <a:off x="9674720" y="672634"/>
              <a:ext cx="383059" cy="586345"/>
            </a:xfrm>
            <a:prstGeom prst="arc">
              <a:avLst>
                <a:gd name="adj1" fmla="val 13390027"/>
                <a:gd name="adj2" fmla="val 19026755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4" name="Retângulo 343">
              <a:extLst>
                <a:ext uri="{FF2B5EF4-FFF2-40B4-BE49-F238E27FC236}">
                  <a16:creationId xmlns:a16="http://schemas.microsoft.com/office/drawing/2014/main" id="{295EBDE0-E22E-B3C1-CACE-406FD36CC3D2}"/>
                </a:ext>
              </a:extLst>
            </p:cNvPr>
            <p:cNvSpPr/>
            <p:nvPr/>
          </p:nvSpPr>
          <p:spPr>
            <a:xfrm>
              <a:off x="9403867" y="942634"/>
              <a:ext cx="951471" cy="1787001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345" name="Conector reto 344">
            <a:extLst>
              <a:ext uri="{FF2B5EF4-FFF2-40B4-BE49-F238E27FC236}">
                <a16:creationId xmlns:a16="http://schemas.microsoft.com/office/drawing/2014/main" id="{D114565A-8E93-22F5-D150-C3F009DDF380}"/>
              </a:ext>
            </a:extLst>
          </p:cNvPr>
          <p:cNvCxnSpPr>
            <a:cxnSpLocks/>
          </p:cNvCxnSpPr>
          <p:nvPr/>
        </p:nvCxnSpPr>
        <p:spPr>
          <a:xfrm>
            <a:off x="4730603" y="5346796"/>
            <a:ext cx="850106" cy="71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46" name="Arco 345">
            <a:extLst>
              <a:ext uri="{FF2B5EF4-FFF2-40B4-BE49-F238E27FC236}">
                <a16:creationId xmlns:a16="http://schemas.microsoft.com/office/drawing/2014/main" id="{6B35BA2F-A7D7-891D-ACB7-E71ED5EEE220}"/>
              </a:ext>
            </a:extLst>
          </p:cNvPr>
          <p:cNvSpPr/>
          <p:nvPr/>
        </p:nvSpPr>
        <p:spPr>
          <a:xfrm rot="5741751">
            <a:off x="5067574" y="4209494"/>
            <a:ext cx="145363" cy="144822"/>
          </a:xfrm>
          <a:prstGeom prst="arc">
            <a:avLst>
              <a:gd name="adj1" fmla="val 16200000"/>
              <a:gd name="adj2" fmla="val 488961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7" name="Arco 346">
            <a:extLst>
              <a:ext uri="{FF2B5EF4-FFF2-40B4-BE49-F238E27FC236}">
                <a16:creationId xmlns:a16="http://schemas.microsoft.com/office/drawing/2014/main" id="{782B6F46-2945-8C80-92D2-6F559E915D3F}"/>
              </a:ext>
            </a:extLst>
          </p:cNvPr>
          <p:cNvSpPr/>
          <p:nvPr/>
        </p:nvSpPr>
        <p:spPr>
          <a:xfrm rot="16532904">
            <a:off x="5066166" y="5931604"/>
            <a:ext cx="145363" cy="144822"/>
          </a:xfrm>
          <a:prstGeom prst="arc">
            <a:avLst>
              <a:gd name="adj1" fmla="val 16200000"/>
              <a:gd name="adj2" fmla="val 488961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8" name="Arco 347">
            <a:extLst>
              <a:ext uri="{FF2B5EF4-FFF2-40B4-BE49-F238E27FC236}">
                <a16:creationId xmlns:a16="http://schemas.microsoft.com/office/drawing/2014/main" id="{42189EF8-226D-E2AF-D33A-EE8BC9F4888E}"/>
              </a:ext>
            </a:extLst>
          </p:cNvPr>
          <p:cNvSpPr/>
          <p:nvPr/>
        </p:nvSpPr>
        <p:spPr>
          <a:xfrm rot="10800000">
            <a:off x="4582988" y="3825741"/>
            <a:ext cx="1163254" cy="719032"/>
          </a:xfrm>
          <a:prstGeom prst="arc">
            <a:avLst>
              <a:gd name="adj1" fmla="val 10795468"/>
              <a:gd name="adj2" fmla="val 3835"/>
            </a:avLst>
          </a:prstGeom>
          <a:noFill/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9" name="Arco 348">
            <a:extLst>
              <a:ext uri="{FF2B5EF4-FFF2-40B4-BE49-F238E27FC236}">
                <a16:creationId xmlns:a16="http://schemas.microsoft.com/office/drawing/2014/main" id="{CEFEB5A4-D053-6FA0-8C5B-CA6B89542554}"/>
              </a:ext>
            </a:extLst>
          </p:cNvPr>
          <p:cNvSpPr/>
          <p:nvPr/>
        </p:nvSpPr>
        <p:spPr>
          <a:xfrm rot="10800000" flipV="1">
            <a:off x="4581512" y="5743000"/>
            <a:ext cx="1163254" cy="719032"/>
          </a:xfrm>
          <a:prstGeom prst="arc">
            <a:avLst>
              <a:gd name="adj1" fmla="val 10889965"/>
              <a:gd name="adj2" fmla="val 21509610"/>
            </a:avLst>
          </a:prstGeom>
          <a:noFill/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0" name="Arco 349">
            <a:extLst>
              <a:ext uri="{FF2B5EF4-FFF2-40B4-BE49-F238E27FC236}">
                <a16:creationId xmlns:a16="http://schemas.microsoft.com/office/drawing/2014/main" id="{34A455BA-2871-67DF-5823-2451A7A2A41D}"/>
              </a:ext>
            </a:extLst>
          </p:cNvPr>
          <p:cNvSpPr/>
          <p:nvPr/>
        </p:nvSpPr>
        <p:spPr>
          <a:xfrm flipV="1">
            <a:off x="4630001" y="3645500"/>
            <a:ext cx="1022373" cy="1132900"/>
          </a:xfrm>
          <a:prstGeom prst="arc">
            <a:avLst>
              <a:gd name="adj1" fmla="val 10657095"/>
              <a:gd name="adj2" fmla="val 15439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51" name="Group 23">
            <a:extLst>
              <a:ext uri="{FF2B5EF4-FFF2-40B4-BE49-F238E27FC236}">
                <a16:creationId xmlns:a16="http://schemas.microsoft.com/office/drawing/2014/main" id="{6AB80A39-5FA7-59EF-F6E4-EFFA28815E8F}"/>
              </a:ext>
            </a:extLst>
          </p:cNvPr>
          <p:cNvGrpSpPr/>
          <p:nvPr/>
        </p:nvGrpSpPr>
        <p:grpSpPr>
          <a:xfrm>
            <a:off x="2475066" y="4081058"/>
            <a:ext cx="1504760" cy="2577304"/>
            <a:chOff x="8882824" y="402672"/>
            <a:chExt cx="2016211" cy="3435909"/>
          </a:xfrm>
        </p:grpSpPr>
        <p:sp>
          <p:nvSpPr>
            <p:cNvPr id="352" name="Retângulo 351">
              <a:extLst>
                <a:ext uri="{FF2B5EF4-FFF2-40B4-BE49-F238E27FC236}">
                  <a16:creationId xmlns:a16="http://schemas.microsoft.com/office/drawing/2014/main" id="{30D1DC31-4FF9-F2BA-A184-8EBC0282FC24}"/>
                </a:ext>
              </a:extLst>
            </p:cNvPr>
            <p:cNvSpPr/>
            <p:nvPr/>
          </p:nvSpPr>
          <p:spPr>
            <a:xfrm>
              <a:off x="8882824" y="402672"/>
              <a:ext cx="2016211" cy="2841453"/>
            </a:xfrm>
            <a:prstGeom prst="rect">
              <a:avLst/>
            </a:prstGeom>
            <a:solidFill>
              <a:srgbClr val="83838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3" name="Retângulo 352">
              <a:extLst>
                <a:ext uri="{FF2B5EF4-FFF2-40B4-BE49-F238E27FC236}">
                  <a16:creationId xmlns:a16="http://schemas.microsoft.com/office/drawing/2014/main" id="{B4A429BE-17D9-766E-074C-9581EC2D5CB3}"/>
                </a:ext>
              </a:extLst>
            </p:cNvPr>
            <p:cNvSpPr/>
            <p:nvPr/>
          </p:nvSpPr>
          <p:spPr>
            <a:xfrm>
              <a:off x="9017096" y="568857"/>
              <a:ext cx="1735775" cy="2534056"/>
            </a:xfrm>
            <a:prstGeom prst="rect">
              <a:avLst/>
            </a:prstGeom>
            <a:solidFill>
              <a:srgbClr val="62983E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4" name="Retângulo 353">
              <a:extLst>
                <a:ext uri="{FF2B5EF4-FFF2-40B4-BE49-F238E27FC236}">
                  <a16:creationId xmlns:a16="http://schemas.microsoft.com/office/drawing/2014/main" id="{2CE7C26D-012A-8C63-8091-061D899939BC}"/>
                </a:ext>
              </a:extLst>
            </p:cNvPr>
            <p:cNvSpPr/>
            <p:nvPr/>
          </p:nvSpPr>
          <p:spPr>
            <a:xfrm>
              <a:off x="9674720" y="2568729"/>
              <a:ext cx="383059" cy="522307"/>
            </a:xfrm>
            <a:prstGeom prst="rect">
              <a:avLst/>
            </a:prstGeom>
            <a:solidFill>
              <a:srgbClr val="83838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5" name="Fluxograma: Conector 354">
              <a:extLst>
                <a:ext uri="{FF2B5EF4-FFF2-40B4-BE49-F238E27FC236}">
                  <a16:creationId xmlns:a16="http://schemas.microsoft.com/office/drawing/2014/main" id="{E0686D17-B5B3-6931-44A4-C303B5972833}"/>
                </a:ext>
              </a:extLst>
            </p:cNvPr>
            <p:cNvSpPr/>
            <p:nvPr/>
          </p:nvSpPr>
          <p:spPr>
            <a:xfrm>
              <a:off x="9571710" y="1588620"/>
              <a:ext cx="566351" cy="522803"/>
            </a:xfrm>
            <a:prstGeom prst="flowChartConnector">
              <a:avLst/>
            </a:prstGeom>
            <a:solidFill>
              <a:srgbClr val="62983E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6" name="Fluxograma: Conector 355">
              <a:extLst>
                <a:ext uri="{FF2B5EF4-FFF2-40B4-BE49-F238E27FC236}">
                  <a16:creationId xmlns:a16="http://schemas.microsoft.com/office/drawing/2014/main" id="{363BBB0E-A870-2EBF-F3C7-21D274A8D11E}"/>
                </a:ext>
              </a:extLst>
            </p:cNvPr>
            <p:cNvSpPr/>
            <p:nvPr/>
          </p:nvSpPr>
          <p:spPr>
            <a:xfrm>
              <a:off x="9730805" y="1708218"/>
              <a:ext cx="248165" cy="267429"/>
            </a:xfrm>
            <a:prstGeom prst="flowChartConnector">
              <a:avLst/>
            </a:prstGeom>
            <a:solidFill>
              <a:srgbClr val="83838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57" name="Conector reto 356">
              <a:extLst>
                <a:ext uri="{FF2B5EF4-FFF2-40B4-BE49-F238E27FC236}">
                  <a16:creationId xmlns:a16="http://schemas.microsoft.com/office/drawing/2014/main" id="{A28804CE-EA94-CD97-04F7-F4CBB490761B}"/>
                </a:ext>
              </a:extLst>
            </p:cNvPr>
            <p:cNvCxnSpPr>
              <a:cxnSpLocks/>
              <a:stCxn id="353" idx="1"/>
              <a:endCxn id="353" idx="3"/>
            </p:cNvCxnSpPr>
            <p:nvPr/>
          </p:nvCxnSpPr>
          <p:spPr>
            <a:xfrm>
              <a:off x="9017096" y="1835886"/>
              <a:ext cx="1735775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58" name="Conector reto 357">
              <a:extLst>
                <a:ext uri="{FF2B5EF4-FFF2-40B4-BE49-F238E27FC236}">
                  <a16:creationId xmlns:a16="http://schemas.microsoft.com/office/drawing/2014/main" id="{6990A2F9-E077-2BDE-8F00-E3B0FD76EA7A}"/>
                </a:ext>
              </a:extLst>
            </p:cNvPr>
            <p:cNvCxnSpPr>
              <a:cxnSpLocks/>
            </p:cNvCxnSpPr>
            <p:nvPr/>
          </p:nvCxnSpPr>
          <p:spPr>
            <a:xfrm>
              <a:off x="9307573" y="1576137"/>
              <a:ext cx="1139047" cy="958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359" name="Arco 358">
              <a:extLst>
                <a:ext uri="{FF2B5EF4-FFF2-40B4-BE49-F238E27FC236}">
                  <a16:creationId xmlns:a16="http://schemas.microsoft.com/office/drawing/2014/main" id="{7A910866-4219-A18E-7F70-9537C6E42DDB}"/>
                </a:ext>
              </a:extLst>
            </p:cNvPr>
            <p:cNvSpPr/>
            <p:nvPr/>
          </p:nvSpPr>
          <p:spPr>
            <a:xfrm>
              <a:off x="9191746" y="2328266"/>
              <a:ext cx="1369866" cy="1510315"/>
            </a:xfrm>
            <a:prstGeom prst="arc">
              <a:avLst>
                <a:gd name="adj1" fmla="val 10763157"/>
                <a:gd name="adj2" fmla="val 42407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0" name="Arco 359">
              <a:extLst>
                <a:ext uri="{FF2B5EF4-FFF2-40B4-BE49-F238E27FC236}">
                  <a16:creationId xmlns:a16="http://schemas.microsoft.com/office/drawing/2014/main" id="{CB1E3664-2227-CEC0-5C10-149378B2C142}"/>
                </a:ext>
              </a:extLst>
            </p:cNvPr>
            <p:cNvSpPr/>
            <p:nvPr/>
          </p:nvSpPr>
          <p:spPr>
            <a:xfrm>
              <a:off x="9674720" y="2405641"/>
              <a:ext cx="383059" cy="586345"/>
            </a:xfrm>
            <a:prstGeom prst="arc">
              <a:avLst>
                <a:gd name="adj1" fmla="val 13111375"/>
                <a:gd name="adj2" fmla="val 19331494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1" name="Arco 360">
              <a:extLst>
                <a:ext uri="{FF2B5EF4-FFF2-40B4-BE49-F238E27FC236}">
                  <a16:creationId xmlns:a16="http://schemas.microsoft.com/office/drawing/2014/main" id="{6A8425F2-0C70-0D2B-A343-209AD79393F9}"/>
                </a:ext>
              </a:extLst>
            </p:cNvPr>
            <p:cNvSpPr/>
            <p:nvPr/>
          </p:nvSpPr>
          <p:spPr>
            <a:xfrm rot="10800000">
              <a:off x="9674720" y="672634"/>
              <a:ext cx="383059" cy="586345"/>
            </a:xfrm>
            <a:prstGeom prst="arc">
              <a:avLst>
                <a:gd name="adj1" fmla="val 13390027"/>
                <a:gd name="adj2" fmla="val 19026755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2" name="Retângulo 361">
              <a:extLst>
                <a:ext uri="{FF2B5EF4-FFF2-40B4-BE49-F238E27FC236}">
                  <a16:creationId xmlns:a16="http://schemas.microsoft.com/office/drawing/2014/main" id="{5F40BB62-C4DB-13CD-61AA-039B037EFD06}"/>
                </a:ext>
              </a:extLst>
            </p:cNvPr>
            <p:cNvSpPr/>
            <p:nvPr/>
          </p:nvSpPr>
          <p:spPr>
            <a:xfrm>
              <a:off x="9674720" y="585715"/>
              <a:ext cx="383059" cy="529590"/>
            </a:xfrm>
            <a:prstGeom prst="rect">
              <a:avLst/>
            </a:prstGeom>
            <a:solidFill>
              <a:srgbClr val="838383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3" name="Retângulo 362">
              <a:extLst>
                <a:ext uri="{FF2B5EF4-FFF2-40B4-BE49-F238E27FC236}">
                  <a16:creationId xmlns:a16="http://schemas.microsoft.com/office/drawing/2014/main" id="{C4E5901C-19F8-1597-E95E-69B3F0A5A9E0}"/>
                </a:ext>
              </a:extLst>
            </p:cNvPr>
            <p:cNvSpPr/>
            <p:nvPr/>
          </p:nvSpPr>
          <p:spPr>
            <a:xfrm>
              <a:off x="9403867" y="942634"/>
              <a:ext cx="951471" cy="1787001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364" name="Conector reto 363">
            <a:extLst>
              <a:ext uri="{FF2B5EF4-FFF2-40B4-BE49-F238E27FC236}">
                <a16:creationId xmlns:a16="http://schemas.microsoft.com/office/drawing/2014/main" id="{5F650C1B-5563-E6CF-8F01-13898EF36F15}"/>
              </a:ext>
            </a:extLst>
          </p:cNvPr>
          <p:cNvCxnSpPr>
            <a:cxnSpLocks/>
          </p:cNvCxnSpPr>
          <p:nvPr/>
        </p:nvCxnSpPr>
        <p:spPr>
          <a:xfrm>
            <a:off x="2792069" y="5364978"/>
            <a:ext cx="850106" cy="71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65" name="Arco 364">
            <a:extLst>
              <a:ext uri="{FF2B5EF4-FFF2-40B4-BE49-F238E27FC236}">
                <a16:creationId xmlns:a16="http://schemas.microsoft.com/office/drawing/2014/main" id="{1FC439DE-F6F9-C680-F927-468FDB451236}"/>
              </a:ext>
            </a:extLst>
          </p:cNvPr>
          <p:cNvSpPr/>
          <p:nvPr/>
        </p:nvSpPr>
        <p:spPr>
          <a:xfrm rot="5741751">
            <a:off x="3129040" y="4227676"/>
            <a:ext cx="145363" cy="144822"/>
          </a:xfrm>
          <a:prstGeom prst="arc">
            <a:avLst>
              <a:gd name="adj1" fmla="val 16200000"/>
              <a:gd name="adj2" fmla="val 488961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6" name="Arco 365">
            <a:extLst>
              <a:ext uri="{FF2B5EF4-FFF2-40B4-BE49-F238E27FC236}">
                <a16:creationId xmlns:a16="http://schemas.microsoft.com/office/drawing/2014/main" id="{139BB9C9-D819-8889-0067-024F97515831}"/>
              </a:ext>
            </a:extLst>
          </p:cNvPr>
          <p:cNvSpPr/>
          <p:nvPr/>
        </p:nvSpPr>
        <p:spPr>
          <a:xfrm rot="16532904">
            <a:off x="3127632" y="5949786"/>
            <a:ext cx="145363" cy="144822"/>
          </a:xfrm>
          <a:prstGeom prst="arc">
            <a:avLst>
              <a:gd name="adj1" fmla="val 16200000"/>
              <a:gd name="adj2" fmla="val 488961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7" name="Arco 366">
            <a:extLst>
              <a:ext uri="{FF2B5EF4-FFF2-40B4-BE49-F238E27FC236}">
                <a16:creationId xmlns:a16="http://schemas.microsoft.com/office/drawing/2014/main" id="{77423D01-3152-B430-DBF3-EF1EBB96F414}"/>
              </a:ext>
            </a:extLst>
          </p:cNvPr>
          <p:cNvSpPr/>
          <p:nvPr/>
        </p:nvSpPr>
        <p:spPr>
          <a:xfrm rot="10800000" flipV="1">
            <a:off x="2642978" y="5761182"/>
            <a:ext cx="1163254" cy="719032"/>
          </a:xfrm>
          <a:prstGeom prst="arc">
            <a:avLst>
              <a:gd name="adj1" fmla="val 10889965"/>
              <a:gd name="adj2" fmla="val 21509610"/>
            </a:avLst>
          </a:prstGeom>
          <a:noFill/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8" name="Arco 367">
            <a:extLst>
              <a:ext uri="{FF2B5EF4-FFF2-40B4-BE49-F238E27FC236}">
                <a16:creationId xmlns:a16="http://schemas.microsoft.com/office/drawing/2014/main" id="{71AEBFD7-ABF8-27C1-9C01-DE01F0874AC4}"/>
              </a:ext>
            </a:extLst>
          </p:cNvPr>
          <p:cNvSpPr/>
          <p:nvPr/>
        </p:nvSpPr>
        <p:spPr>
          <a:xfrm flipV="1">
            <a:off x="2691467" y="3663682"/>
            <a:ext cx="1022373" cy="1132900"/>
          </a:xfrm>
          <a:prstGeom prst="arc">
            <a:avLst>
              <a:gd name="adj1" fmla="val 10657095"/>
              <a:gd name="adj2" fmla="val 15439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9" name="Arco 368">
            <a:extLst>
              <a:ext uri="{FF2B5EF4-FFF2-40B4-BE49-F238E27FC236}">
                <a16:creationId xmlns:a16="http://schemas.microsoft.com/office/drawing/2014/main" id="{4AF05B35-1AAE-381C-74CF-D655E228F583}"/>
              </a:ext>
            </a:extLst>
          </p:cNvPr>
          <p:cNvSpPr/>
          <p:nvPr/>
        </p:nvSpPr>
        <p:spPr>
          <a:xfrm rot="10800000">
            <a:off x="2644454" y="3843923"/>
            <a:ext cx="1163254" cy="719032"/>
          </a:xfrm>
          <a:prstGeom prst="arc">
            <a:avLst>
              <a:gd name="adj1" fmla="val 10795468"/>
              <a:gd name="adj2" fmla="val 3835"/>
            </a:avLst>
          </a:prstGeom>
          <a:noFill/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0" name="Group 23">
            <a:extLst>
              <a:ext uri="{FF2B5EF4-FFF2-40B4-BE49-F238E27FC236}">
                <a16:creationId xmlns:a16="http://schemas.microsoft.com/office/drawing/2014/main" id="{DF84A0E3-9150-E938-6832-BDE3E0A1FA7A}"/>
              </a:ext>
            </a:extLst>
          </p:cNvPr>
          <p:cNvGrpSpPr/>
          <p:nvPr/>
        </p:nvGrpSpPr>
        <p:grpSpPr>
          <a:xfrm>
            <a:off x="8497351" y="4069780"/>
            <a:ext cx="1504760" cy="2577304"/>
            <a:chOff x="8882824" y="402672"/>
            <a:chExt cx="2016211" cy="3435909"/>
          </a:xfrm>
        </p:grpSpPr>
        <p:sp>
          <p:nvSpPr>
            <p:cNvPr id="371" name="Retângulo 370">
              <a:extLst>
                <a:ext uri="{FF2B5EF4-FFF2-40B4-BE49-F238E27FC236}">
                  <a16:creationId xmlns:a16="http://schemas.microsoft.com/office/drawing/2014/main" id="{49D6F20A-386A-988E-69EC-92F692FA871D}"/>
                </a:ext>
              </a:extLst>
            </p:cNvPr>
            <p:cNvSpPr/>
            <p:nvPr/>
          </p:nvSpPr>
          <p:spPr>
            <a:xfrm>
              <a:off x="8882824" y="402672"/>
              <a:ext cx="2016211" cy="2841453"/>
            </a:xfrm>
            <a:prstGeom prst="rect">
              <a:avLst/>
            </a:prstGeom>
            <a:solidFill>
              <a:srgbClr val="B2382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2" name="Retângulo 371">
              <a:extLst>
                <a:ext uri="{FF2B5EF4-FFF2-40B4-BE49-F238E27FC236}">
                  <a16:creationId xmlns:a16="http://schemas.microsoft.com/office/drawing/2014/main" id="{99173944-A464-BE88-8729-377E6D1096C8}"/>
                </a:ext>
              </a:extLst>
            </p:cNvPr>
            <p:cNvSpPr/>
            <p:nvPr/>
          </p:nvSpPr>
          <p:spPr>
            <a:xfrm>
              <a:off x="9017096" y="568857"/>
              <a:ext cx="1735775" cy="253405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3" name="Retângulo 372">
              <a:extLst>
                <a:ext uri="{FF2B5EF4-FFF2-40B4-BE49-F238E27FC236}">
                  <a16:creationId xmlns:a16="http://schemas.microsoft.com/office/drawing/2014/main" id="{7AB555EF-784A-B0EE-B12A-D1226D59C631}"/>
                </a:ext>
              </a:extLst>
            </p:cNvPr>
            <p:cNvSpPr/>
            <p:nvPr/>
          </p:nvSpPr>
          <p:spPr>
            <a:xfrm>
              <a:off x="9674720" y="585715"/>
              <a:ext cx="383059" cy="529590"/>
            </a:xfrm>
            <a:prstGeom prst="rect">
              <a:avLst/>
            </a:prstGeom>
            <a:solidFill>
              <a:srgbClr val="B2382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4" name="Retângulo 373">
              <a:extLst>
                <a:ext uri="{FF2B5EF4-FFF2-40B4-BE49-F238E27FC236}">
                  <a16:creationId xmlns:a16="http://schemas.microsoft.com/office/drawing/2014/main" id="{900308CF-7DB5-5EFD-51EB-33BE38932997}"/>
                </a:ext>
              </a:extLst>
            </p:cNvPr>
            <p:cNvSpPr/>
            <p:nvPr/>
          </p:nvSpPr>
          <p:spPr>
            <a:xfrm>
              <a:off x="9674720" y="2568729"/>
              <a:ext cx="383059" cy="522307"/>
            </a:xfrm>
            <a:prstGeom prst="rect">
              <a:avLst/>
            </a:prstGeom>
            <a:solidFill>
              <a:srgbClr val="B2382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5" name="Fluxograma: Conector 374">
              <a:extLst>
                <a:ext uri="{FF2B5EF4-FFF2-40B4-BE49-F238E27FC236}">
                  <a16:creationId xmlns:a16="http://schemas.microsoft.com/office/drawing/2014/main" id="{9E35478C-296D-D3D4-F0F5-85876E44F79B}"/>
                </a:ext>
              </a:extLst>
            </p:cNvPr>
            <p:cNvSpPr/>
            <p:nvPr/>
          </p:nvSpPr>
          <p:spPr>
            <a:xfrm>
              <a:off x="9571710" y="1588619"/>
              <a:ext cx="566351" cy="522803"/>
            </a:xfrm>
            <a:prstGeom prst="flowChartConnector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6" name="Fluxograma: Conector 375">
              <a:extLst>
                <a:ext uri="{FF2B5EF4-FFF2-40B4-BE49-F238E27FC236}">
                  <a16:creationId xmlns:a16="http://schemas.microsoft.com/office/drawing/2014/main" id="{7D30DB21-82C5-8580-5318-7211253E8E10}"/>
                </a:ext>
              </a:extLst>
            </p:cNvPr>
            <p:cNvSpPr/>
            <p:nvPr/>
          </p:nvSpPr>
          <p:spPr>
            <a:xfrm>
              <a:off x="9730805" y="1708218"/>
              <a:ext cx="248165" cy="267429"/>
            </a:xfrm>
            <a:prstGeom prst="flowChartConnector">
              <a:avLst/>
            </a:prstGeom>
            <a:solidFill>
              <a:srgbClr val="B2382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77" name="Conector reto 376">
              <a:extLst>
                <a:ext uri="{FF2B5EF4-FFF2-40B4-BE49-F238E27FC236}">
                  <a16:creationId xmlns:a16="http://schemas.microsoft.com/office/drawing/2014/main" id="{69F01497-763E-8BBB-6896-CF8E979C53DE}"/>
                </a:ext>
              </a:extLst>
            </p:cNvPr>
            <p:cNvCxnSpPr>
              <a:cxnSpLocks/>
              <a:stCxn id="372" idx="1"/>
              <a:endCxn id="372" idx="3"/>
            </p:cNvCxnSpPr>
            <p:nvPr/>
          </p:nvCxnSpPr>
          <p:spPr>
            <a:xfrm>
              <a:off x="9017096" y="1835886"/>
              <a:ext cx="1735775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78" name="Conector reto 377">
              <a:extLst>
                <a:ext uri="{FF2B5EF4-FFF2-40B4-BE49-F238E27FC236}">
                  <a16:creationId xmlns:a16="http://schemas.microsoft.com/office/drawing/2014/main" id="{54C48D27-98DA-C3B1-59FF-9ECB4F4B3FB5}"/>
                </a:ext>
              </a:extLst>
            </p:cNvPr>
            <p:cNvCxnSpPr>
              <a:cxnSpLocks/>
            </p:cNvCxnSpPr>
            <p:nvPr/>
          </p:nvCxnSpPr>
          <p:spPr>
            <a:xfrm>
              <a:off x="9307573" y="1576137"/>
              <a:ext cx="1139047" cy="958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379" name="Arco 378">
              <a:extLst>
                <a:ext uri="{FF2B5EF4-FFF2-40B4-BE49-F238E27FC236}">
                  <a16:creationId xmlns:a16="http://schemas.microsoft.com/office/drawing/2014/main" id="{56017FB2-20BB-B5F0-2FC5-6EBDA26887EF}"/>
                </a:ext>
              </a:extLst>
            </p:cNvPr>
            <p:cNvSpPr/>
            <p:nvPr/>
          </p:nvSpPr>
          <p:spPr>
            <a:xfrm>
              <a:off x="9191746" y="2328266"/>
              <a:ext cx="1369866" cy="1510315"/>
            </a:xfrm>
            <a:prstGeom prst="arc">
              <a:avLst>
                <a:gd name="adj1" fmla="val 10763157"/>
                <a:gd name="adj2" fmla="val 42407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0" name="Arco 379">
              <a:extLst>
                <a:ext uri="{FF2B5EF4-FFF2-40B4-BE49-F238E27FC236}">
                  <a16:creationId xmlns:a16="http://schemas.microsoft.com/office/drawing/2014/main" id="{12B2A51C-C939-53C1-5159-E100F9F05B91}"/>
                </a:ext>
              </a:extLst>
            </p:cNvPr>
            <p:cNvSpPr/>
            <p:nvPr/>
          </p:nvSpPr>
          <p:spPr>
            <a:xfrm>
              <a:off x="9674720" y="2405641"/>
              <a:ext cx="383059" cy="586345"/>
            </a:xfrm>
            <a:prstGeom prst="arc">
              <a:avLst>
                <a:gd name="adj1" fmla="val 13111375"/>
                <a:gd name="adj2" fmla="val 19331494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1" name="Arco 380">
              <a:extLst>
                <a:ext uri="{FF2B5EF4-FFF2-40B4-BE49-F238E27FC236}">
                  <a16:creationId xmlns:a16="http://schemas.microsoft.com/office/drawing/2014/main" id="{EC8B5999-D1FA-1321-D4ED-24791D3A54EB}"/>
                </a:ext>
              </a:extLst>
            </p:cNvPr>
            <p:cNvSpPr/>
            <p:nvPr/>
          </p:nvSpPr>
          <p:spPr>
            <a:xfrm rot="10800000">
              <a:off x="9674720" y="672634"/>
              <a:ext cx="383059" cy="586345"/>
            </a:xfrm>
            <a:prstGeom prst="arc">
              <a:avLst>
                <a:gd name="adj1" fmla="val 13390027"/>
                <a:gd name="adj2" fmla="val 19026755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2" name="Retângulo 381">
              <a:extLst>
                <a:ext uri="{FF2B5EF4-FFF2-40B4-BE49-F238E27FC236}">
                  <a16:creationId xmlns:a16="http://schemas.microsoft.com/office/drawing/2014/main" id="{E9FA39EE-9104-8177-F058-ECFE529EAAF7}"/>
                </a:ext>
              </a:extLst>
            </p:cNvPr>
            <p:cNvSpPr/>
            <p:nvPr/>
          </p:nvSpPr>
          <p:spPr>
            <a:xfrm>
              <a:off x="9403867" y="942634"/>
              <a:ext cx="951471" cy="1787001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383" name="Conector reto 382">
            <a:extLst>
              <a:ext uri="{FF2B5EF4-FFF2-40B4-BE49-F238E27FC236}">
                <a16:creationId xmlns:a16="http://schemas.microsoft.com/office/drawing/2014/main" id="{89D68091-9EC6-C003-8188-AF43A72233A4}"/>
              </a:ext>
            </a:extLst>
          </p:cNvPr>
          <p:cNvCxnSpPr>
            <a:cxnSpLocks/>
          </p:cNvCxnSpPr>
          <p:nvPr/>
        </p:nvCxnSpPr>
        <p:spPr>
          <a:xfrm>
            <a:off x="8814354" y="5353700"/>
            <a:ext cx="850106" cy="71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84" name="Arco 383">
            <a:extLst>
              <a:ext uri="{FF2B5EF4-FFF2-40B4-BE49-F238E27FC236}">
                <a16:creationId xmlns:a16="http://schemas.microsoft.com/office/drawing/2014/main" id="{E4BD5F84-2AE9-DD2A-2A4B-50BB55FF1B21}"/>
              </a:ext>
            </a:extLst>
          </p:cNvPr>
          <p:cNvSpPr/>
          <p:nvPr/>
        </p:nvSpPr>
        <p:spPr>
          <a:xfrm rot="5741751">
            <a:off x="9151325" y="4216398"/>
            <a:ext cx="145363" cy="144822"/>
          </a:xfrm>
          <a:prstGeom prst="arc">
            <a:avLst>
              <a:gd name="adj1" fmla="val 16200000"/>
              <a:gd name="adj2" fmla="val 488961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5" name="Arco 384">
            <a:extLst>
              <a:ext uri="{FF2B5EF4-FFF2-40B4-BE49-F238E27FC236}">
                <a16:creationId xmlns:a16="http://schemas.microsoft.com/office/drawing/2014/main" id="{0DC829DE-4A66-DC46-E577-6E7A20368F61}"/>
              </a:ext>
            </a:extLst>
          </p:cNvPr>
          <p:cNvSpPr/>
          <p:nvPr/>
        </p:nvSpPr>
        <p:spPr>
          <a:xfrm rot="16532904">
            <a:off x="9149917" y="5938508"/>
            <a:ext cx="145363" cy="144822"/>
          </a:xfrm>
          <a:prstGeom prst="arc">
            <a:avLst>
              <a:gd name="adj1" fmla="val 16200000"/>
              <a:gd name="adj2" fmla="val 488961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6" name="Arco 385">
            <a:extLst>
              <a:ext uri="{FF2B5EF4-FFF2-40B4-BE49-F238E27FC236}">
                <a16:creationId xmlns:a16="http://schemas.microsoft.com/office/drawing/2014/main" id="{40279083-109B-5352-046E-992184C05DBD}"/>
              </a:ext>
            </a:extLst>
          </p:cNvPr>
          <p:cNvSpPr/>
          <p:nvPr/>
        </p:nvSpPr>
        <p:spPr>
          <a:xfrm rot="10800000">
            <a:off x="8666739" y="3832645"/>
            <a:ext cx="1163254" cy="719032"/>
          </a:xfrm>
          <a:prstGeom prst="arc">
            <a:avLst>
              <a:gd name="adj1" fmla="val 10795468"/>
              <a:gd name="adj2" fmla="val 3835"/>
            </a:avLst>
          </a:prstGeom>
          <a:noFill/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7" name="Arco 386">
            <a:extLst>
              <a:ext uri="{FF2B5EF4-FFF2-40B4-BE49-F238E27FC236}">
                <a16:creationId xmlns:a16="http://schemas.microsoft.com/office/drawing/2014/main" id="{3CFD085E-0787-91C5-1C73-9D0712173EB7}"/>
              </a:ext>
            </a:extLst>
          </p:cNvPr>
          <p:cNvSpPr/>
          <p:nvPr/>
        </p:nvSpPr>
        <p:spPr>
          <a:xfrm rot="10800000" flipV="1">
            <a:off x="8665263" y="5749904"/>
            <a:ext cx="1163254" cy="719032"/>
          </a:xfrm>
          <a:prstGeom prst="arc">
            <a:avLst>
              <a:gd name="adj1" fmla="val 10889965"/>
              <a:gd name="adj2" fmla="val 21509610"/>
            </a:avLst>
          </a:prstGeom>
          <a:noFill/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8" name="Arco 387">
            <a:extLst>
              <a:ext uri="{FF2B5EF4-FFF2-40B4-BE49-F238E27FC236}">
                <a16:creationId xmlns:a16="http://schemas.microsoft.com/office/drawing/2014/main" id="{0417891B-562E-EC75-A2F5-258450D8E25B}"/>
              </a:ext>
            </a:extLst>
          </p:cNvPr>
          <p:cNvSpPr/>
          <p:nvPr/>
        </p:nvSpPr>
        <p:spPr>
          <a:xfrm flipV="1">
            <a:off x="8713752" y="3652404"/>
            <a:ext cx="1022373" cy="1132900"/>
          </a:xfrm>
          <a:prstGeom prst="arc">
            <a:avLst>
              <a:gd name="adj1" fmla="val 10657095"/>
              <a:gd name="adj2" fmla="val 15439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9" name="Group 23">
            <a:extLst>
              <a:ext uri="{FF2B5EF4-FFF2-40B4-BE49-F238E27FC236}">
                <a16:creationId xmlns:a16="http://schemas.microsoft.com/office/drawing/2014/main" id="{F05B778C-5B0B-71D8-85CA-6FB7FA59BB90}"/>
              </a:ext>
            </a:extLst>
          </p:cNvPr>
          <p:cNvGrpSpPr/>
          <p:nvPr/>
        </p:nvGrpSpPr>
        <p:grpSpPr>
          <a:xfrm>
            <a:off x="6449025" y="4081058"/>
            <a:ext cx="1504760" cy="2577304"/>
            <a:chOff x="8882824" y="402672"/>
            <a:chExt cx="2016211" cy="3435909"/>
          </a:xfrm>
        </p:grpSpPr>
        <p:sp>
          <p:nvSpPr>
            <p:cNvPr id="390" name="Retângulo 389">
              <a:extLst>
                <a:ext uri="{FF2B5EF4-FFF2-40B4-BE49-F238E27FC236}">
                  <a16:creationId xmlns:a16="http://schemas.microsoft.com/office/drawing/2014/main" id="{86968325-CF43-EE97-0C98-ED56B2257588}"/>
                </a:ext>
              </a:extLst>
            </p:cNvPr>
            <p:cNvSpPr/>
            <p:nvPr/>
          </p:nvSpPr>
          <p:spPr>
            <a:xfrm>
              <a:off x="8882824" y="402672"/>
              <a:ext cx="2016211" cy="2841453"/>
            </a:xfrm>
            <a:prstGeom prst="rect">
              <a:avLst/>
            </a:prstGeom>
            <a:solidFill>
              <a:srgbClr val="2089C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1" name="Retângulo 390">
              <a:extLst>
                <a:ext uri="{FF2B5EF4-FFF2-40B4-BE49-F238E27FC236}">
                  <a16:creationId xmlns:a16="http://schemas.microsoft.com/office/drawing/2014/main" id="{6FA955DA-B913-22F6-8F73-049DC95DF546}"/>
                </a:ext>
              </a:extLst>
            </p:cNvPr>
            <p:cNvSpPr/>
            <p:nvPr/>
          </p:nvSpPr>
          <p:spPr>
            <a:xfrm>
              <a:off x="9017096" y="568857"/>
              <a:ext cx="1735775" cy="2534056"/>
            </a:xfrm>
            <a:prstGeom prst="rect">
              <a:avLst/>
            </a:prstGeom>
            <a:solidFill>
              <a:srgbClr val="B2382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2" name="Retângulo 391">
              <a:extLst>
                <a:ext uri="{FF2B5EF4-FFF2-40B4-BE49-F238E27FC236}">
                  <a16:creationId xmlns:a16="http://schemas.microsoft.com/office/drawing/2014/main" id="{F70681C1-8A81-00FB-8873-5BDF85E059E6}"/>
                </a:ext>
              </a:extLst>
            </p:cNvPr>
            <p:cNvSpPr/>
            <p:nvPr/>
          </p:nvSpPr>
          <p:spPr>
            <a:xfrm>
              <a:off x="9674720" y="2568729"/>
              <a:ext cx="383059" cy="522307"/>
            </a:xfrm>
            <a:prstGeom prst="rect">
              <a:avLst/>
            </a:prstGeom>
            <a:solidFill>
              <a:srgbClr val="2089CA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3" name="Fluxograma: Conector 392">
              <a:extLst>
                <a:ext uri="{FF2B5EF4-FFF2-40B4-BE49-F238E27FC236}">
                  <a16:creationId xmlns:a16="http://schemas.microsoft.com/office/drawing/2014/main" id="{218261F0-5CF3-E3B8-21E3-B46CADD95293}"/>
                </a:ext>
              </a:extLst>
            </p:cNvPr>
            <p:cNvSpPr/>
            <p:nvPr/>
          </p:nvSpPr>
          <p:spPr>
            <a:xfrm>
              <a:off x="9571710" y="1588620"/>
              <a:ext cx="566351" cy="522803"/>
            </a:xfrm>
            <a:prstGeom prst="flowChartConnector">
              <a:avLst/>
            </a:prstGeom>
            <a:solidFill>
              <a:srgbClr val="B2382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4" name="Fluxograma: Conector 393">
              <a:extLst>
                <a:ext uri="{FF2B5EF4-FFF2-40B4-BE49-F238E27FC236}">
                  <a16:creationId xmlns:a16="http://schemas.microsoft.com/office/drawing/2014/main" id="{F54F6D6D-42CF-5FB8-4BC9-F08FF1BC6EB1}"/>
                </a:ext>
              </a:extLst>
            </p:cNvPr>
            <p:cNvSpPr/>
            <p:nvPr/>
          </p:nvSpPr>
          <p:spPr>
            <a:xfrm>
              <a:off x="9730805" y="1708218"/>
              <a:ext cx="248165" cy="267429"/>
            </a:xfrm>
            <a:prstGeom prst="flowChartConnector">
              <a:avLst/>
            </a:prstGeom>
            <a:solidFill>
              <a:srgbClr val="2089C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95" name="Conector reto 394">
              <a:extLst>
                <a:ext uri="{FF2B5EF4-FFF2-40B4-BE49-F238E27FC236}">
                  <a16:creationId xmlns:a16="http://schemas.microsoft.com/office/drawing/2014/main" id="{E8A78135-F1BC-A090-596D-5498C753ED28}"/>
                </a:ext>
              </a:extLst>
            </p:cNvPr>
            <p:cNvCxnSpPr>
              <a:cxnSpLocks/>
              <a:stCxn id="391" idx="1"/>
              <a:endCxn id="391" idx="3"/>
            </p:cNvCxnSpPr>
            <p:nvPr/>
          </p:nvCxnSpPr>
          <p:spPr>
            <a:xfrm>
              <a:off x="9017096" y="1835886"/>
              <a:ext cx="1735775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6" name="Conector reto 395">
              <a:extLst>
                <a:ext uri="{FF2B5EF4-FFF2-40B4-BE49-F238E27FC236}">
                  <a16:creationId xmlns:a16="http://schemas.microsoft.com/office/drawing/2014/main" id="{61CE3B0F-9229-660A-7330-C13974DA3973}"/>
                </a:ext>
              </a:extLst>
            </p:cNvPr>
            <p:cNvCxnSpPr>
              <a:cxnSpLocks/>
            </p:cNvCxnSpPr>
            <p:nvPr/>
          </p:nvCxnSpPr>
          <p:spPr>
            <a:xfrm>
              <a:off x="9307573" y="1576137"/>
              <a:ext cx="1139047" cy="958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397" name="Arco 396">
              <a:extLst>
                <a:ext uri="{FF2B5EF4-FFF2-40B4-BE49-F238E27FC236}">
                  <a16:creationId xmlns:a16="http://schemas.microsoft.com/office/drawing/2014/main" id="{83D7D215-90DF-5D2B-8C9E-CD3DB9CCE938}"/>
                </a:ext>
              </a:extLst>
            </p:cNvPr>
            <p:cNvSpPr/>
            <p:nvPr/>
          </p:nvSpPr>
          <p:spPr>
            <a:xfrm>
              <a:off x="9191746" y="2328266"/>
              <a:ext cx="1369866" cy="1510315"/>
            </a:xfrm>
            <a:prstGeom prst="arc">
              <a:avLst>
                <a:gd name="adj1" fmla="val 10763157"/>
                <a:gd name="adj2" fmla="val 42407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8" name="Arco 397">
              <a:extLst>
                <a:ext uri="{FF2B5EF4-FFF2-40B4-BE49-F238E27FC236}">
                  <a16:creationId xmlns:a16="http://schemas.microsoft.com/office/drawing/2014/main" id="{D851BC7A-D95D-E289-D090-F1CBC17FF798}"/>
                </a:ext>
              </a:extLst>
            </p:cNvPr>
            <p:cNvSpPr/>
            <p:nvPr/>
          </p:nvSpPr>
          <p:spPr>
            <a:xfrm>
              <a:off x="9674720" y="2405641"/>
              <a:ext cx="383059" cy="586345"/>
            </a:xfrm>
            <a:prstGeom prst="arc">
              <a:avLst>
                <a:gd name="adj1" fmla="val 13111375"/>
                <a:gd name="adj2" fmla="val 19331494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9" name="Arco 398">
              <a:extLst>
                <a:ext uri="{FF2B5EF4-FFF2-40B4-BE49-F238E27FC236}">
                  <a16:creationId xmlns:a16="http://schemas.microsoft.com/office/drawing/2014/main" id="{284B87C8-7619-151C-5E2F-FBB372467B03}"/>
                </a:ext>
              </a:extLst>
            </p:cNvPr>
            <p:cNvSpPr/>
            <p:nvPr/>
          </p:nvSpPr>
          <p:spPr>
            <a:xfrm rot="10800000">
              <a:off x="9674720" y="672634"/>
              <a:ext cx="383059" cy="586345"/>
            </a:xfrm>
            <a:prstGeom prst="arc">
              <a:avLst>
                <a:gd name="adj1" fmla="val 13390027"/>
                <a:gd name="adj2" fmla="val 19026755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0" name="Retângulo 399">
              <a:extLst>
                <a:ext uri="{FF2B5EF4-FFF2-40B4-BE49-F238E27FC236}">
                  <a16:creationId xmlns:a16="http://schemas.microsoft.com/office/drawing/2014/main" id="{8A576E27-AF19-19D6-12AE-A5459C7ECFB0}"/>
                </a:ext>
              </a:extLst>
            </p:cNvPr>
            <p:cNvSpPr/>
            <p:nvPr/>
          </p:nvSpPr>
          <p:spPr>
            <a:xfrm>
              <a:off x="9674720" y="585715"/>
              <a:ext cx="383059" cy="529590"/>
            </a:xfrm>
            <a:prstGeom prst="rect">
              <a:avLst/>
            </a:prstGeom>
            <a:solidFill>
              <a:srgbClr val="2089CA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1" name="Retângulo 400">
              <a:extLst>
                <a:ext uri="{FF2B5EF4-FFF2-40B4-BE49-F238E27FC236}">
                  <a16:creationId xmlns:a16="http://schemas.microsoft.com/office/drawing/2014/main" id="{F623DA69-C1D5-1BC3-B84C-B6D04FD80F47}"/>
                </a:ext>
              </a:extLst>
            </p:cNvPr>
            <p:cNvSpPr/>
            <p:nvPr/>
          </p:nvSpPr>
          <p:spPr>
            <a:xfrm>
              <a:off x="9403867" y="942634"/>
              <a:ext cx="951471" cy="1787001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402" name="Conector reto 401">
            <a:extLst>
              <a:ext uri="{FF2B5EF4-FFF2-40B4-BE49-F238E27FC236}">
                <a16:creationId xmlns:a16="http://schemas.microsoft.com/office/drawing/2014/main" id="{FAD8E254-75C7-3F06-356B-529DF9E8D895}"/>
              </a:ext>
            </a:extLst>
          </p:cNvPr>
          <p:cNvCxnSpPr>
            <a:cxnSpLocks/>
          </p:cNvCxnSpPr>
          <p:nvPr/>
        </p:nvCxnSpPr>
        <p:spPr>
          <a:xfrm>
            <a:off x="6766028" y="5364978"/>
            <a:ext cx="850106" cy="71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03" name="Arco 402">
            <a:extLst>
              <a:ext uri="{FF2B5EF4-FFF2-40B4-BE49-F238E27FC236}">
                <a16:creationId xmlns:a16="http://schemas.microsoft.com/office/drawing/2014/main" id="{D6FD2832-054E-38ED-4AEA-AC48D65BE869}"/>
              </a:ext>
            </a:extLst>
          </p:cNvPr>
          <p:cNvSpPr/>
          <p:nvPr/>
        </p:nvSpPr>
        <p:spPr>
          <a:xfrm rot="5741751">
            <a:off x="7102999" y="4227676"/>
            <a:ext cx="145363" cy="144822"/>
          </a:xfrm>
          <a:prstGeom prst="arc">
            <a:avLst>
              <a:gd name="adj1" fmla="val 16200000"/>
              <a:gd name="adj2" fmla="val 488961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4" name="Arco 403">
            <a:extLst>
              <a:ext uri="{FF2B5EF4-FFF2-40B4-BE49-F238E27FC236}">
                <a16:creationId xmlns:a16="http://schemas.microsoft.com/office/drawing/2014/main" id="{E3DD2C6F-8E18-920F-4255-169558A0D54F}"/>
              </a:ext>
            </a:extLst>
          </p:cNvPr>
          <p:cNvSpPr/>
          <p:nvPr/>
        </p:nvSpPr>
        <p:spPr>
          <a:xfrm rot="16532904">
            <a:off x="7101591" y="5949786"/>
            <a:ext cx="145363" cy="144822"/>
          </a:xfrm>
          <a:prstGeom prst="arc">
            <a:avLst>
              <a:gd name="adj1" fmla="val 16200000"/>
              <a:gd name="adj2" fmla="val 488961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5" name="Arco 404">
            <a:extLst>
              <a:ext uri="{FF2B5EF4-FFF2-40B4-BE49-F238E27FC236}">
                <a16:creationId xmlns:a16="http://schemas.microsoft.com/office/drawing/2014/main" id="{9D8B3548-757F-11D6-F930-019524457981}"/>
              </a:ext>
            </a:extLst>
          </p:cNvPr>
          <p:cNvSpPr/>
          <p:nvPr/>
        </p:nvSpPr>
        <p:spPr>
          <a:xfrm rot="10800000" flipV="1">
            <a:off x="6616937" y="5761182"/>
            <a:ext cx="1163254" cy="719032"/>
          </a:xfrm>
          <a:prstGeom prst="arc">
            <a:avLst>
              <a:gd name="adj1" fmla="val 10889965"/>
              <a:gd name="adj2" fmla="val 21509610"/>
            </a:avLst>
          </a:prstGeom>
          <a:noFill/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6" name="Arco 405">
            <a:extLst>
              <a:ext uri="{FF2B5EF4-FFF2-40B4-BE49-F238E27FC236}">
                <a16:creationId xmlns:a16="http://schemas.microsoft.com/office/drawing/2014/main" id="{1E87DFAC-6129-2930-30D8-6AA8AFEEA833}"/>
              </a:ext>
            </a:extLst>
          </p:cNvPr>
          <p:cNvSpPr/>
          <p:nvPr/>
        </p:nvSpPr>
        <p:spPr>
          <a:xfrm flipV="1">
            <a:off x="6665426" y="3663682"/>
            <a:ext cx="1022373" cy="1132900"/>
          </a:xfrm>
          <a:prstGeom prst="arc">
            <a:avLst>
              <a:gd name="adj1" fmla="val 10657095"/>
              <a:gd name="adj2" fmla="val 15439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7" name="Arco 406">
            <a:extLst>
              <a:ext uri="{FF2B5EF4-FFF2-40B4-BE49-F238E27FC236}">
                <a16:creationId xmlns:a16="http://schemas.microsoft.com/office/drawing/2014/main" id="{F0280EC8-655F-FF9B-9C01-7E9E4FF6EA81}"/>
              </a:ext>
            </a:extLst>
          </p:cNvPr>
          <p:cNvSpPr/>
          <p:nvPr/>
        </p:nvSpPr>
        <p:spPr>
          <a:xfrm rot="10800000">
            <a:off x="6618413" y="3843923"/>
            <a:ext cx="1163254" cy="719032"/>
          </a:xfrm>
          <a:prstGeom prst="arc">
            <a:avLst>
              <a:gd name="adj1" fmla="val 10795468"/>
              <a:gd name="adj2" fmla="val 3835"/>
            </a:avLst>
          </a:prstGeom>
          <a:noFill/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8" name="CaixaDeTexto 407">
            <a:extLst>
              <a:ext uri="{FF2B5EF4-FFF2-40B4-BE49-F238E27FC236}">
                <a16:creationId xmlns:a16="http://schemas.microsoft.com/office/drawing/2014/main" id="{48364F39-359A-5AB3-C359-AB76FF79CF48}"/>
              </a:ext>
            </a:extLst>
          </p:cNvPr>
          <p:cNvSpPr txBox="1"/>
          <p:nvPr/>
        </p:nvSpPr>
        <p:spPr>
          <a:xfrm>
            <a:off x="2437600" y="3371775"/>
            <a:ext cx="15047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Azul claro e verde escuro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409" name="CaixaDeTexto 408">
            <a:extLst>
              <a:ext uri="{FF2B5EF4-FFF2-40B4-BE49-F238E27FC236}">
                <a16:creationId xmlns:a16="http://schemas.microsoft.com/office/drawing/2014/main" id="{D730900A-3D75-D43B-C316-9783C857C2E8}"/>
              </a:ext>
            </a:extLst>
          </p:cNvPr>
          <p:cNvSpPr txBox="1"/>
          <p:nvPr/>
        </p:nvSpPr>
        <p:spPr>
          <a:xfrm>
            <a:off x="4381509" y="3348906"/>
            <a:ext cx="15047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02 - PADRÃO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Verde escuro e vermelho</a:t>
            </a: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410" name="CaixaDeTexto 409">
            <a:extLst>
              <a:ext uri="{FF2B5EF4-FFF2-40B4-BE49-F238E27FC236}">
                <a16:creationId xmlns:a16="http://schemas.microsoft.com/office/drawing/2014/main" id="{C2EEBAA0-94A0-F414-3CC1-577966240F62}"/>
              </a:ext>
            </a:extLst>
          </p:cNvPr>
          <p:cNvSpPr txBox="1"/>
          <p:nvPr/>
        </p:nvSpPr>
        <p:spPr>
          <a:xfrm>
            <a:off x="6389424" y="3350767"/>
            <a:ext cx="15047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Laranja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e verde claro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411" name="CaixaDeTexto 410">
            <a:extLst>
              <a:ext uri="{FF2B5EF4-FFF2-40B4-BE49-F238E27FC236}">
                <a16:creationId xmlns:a16="http://schemas.microsoft.com/office/drawing/2014/main" id="{994AEADA-46C8-F29A-63D1-C6C563105A48}"/>
              </a:ext>
            </a:extLst>
          </p:cNvPr>
          <p:cNvSpPr txBox="1"/>
          <p:nvPr/>
        </p:nvSpPr>
        <p:spPr>
          <a:xfrm>
            <a:off x="8468351" y="3337847"/>
            <a:ext cx="15047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Verde claro e azul escuro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412" name="CaixaDeTexto 411">
            <a:extLst>
              <a:ext uri="{FF2B5EF4-FFF2-40B4-BE49-F238E27FC236}">
                <a16:creationId xmlns:a16="http://schemas.microsoft.com/office/drawing/2014/main" id="{54688317-812C-A3DD-F747-581C2C94FB63}"/>
              </a:ext>
            </a:extLst>
          </p:cNvPr>
          <p:cNvSpPr txBox="1"/>
          <p:nvPr/>
        </p:nvSpPr>
        <p:spPr>
          <a:xfrm>
            <a:off x="2475066" y="6226160"/>
            <a:ext cx="1504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Cinza e verde claro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413" name="CaixaDeTexto 412">
            <a:extLst>
              <a:ext uri="{FF2B5EF4-FFF2-40B4-BE49-F238E27FC236}">
                <a16:creationId xmlns:a16="http://schemas.microsoft.com/office/drawing/2014/main" id="{53E43A66-7D7B-0143-E270-547E50D3B5F4}"/>
              </a:ext>
            </a:extLst>
          </p:cNvPr>
          <p:cNvSpPr txBox="1"/>
          <p:nvPr/>
        </p:nvSpPr>
        <p:spPr>
          <a:xfrm>
            <a:off x="4411166" y="6196605"/>
            <a:ext cx="15047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Laranja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e verde escuro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414" name="CaixaDeTexto 413">
            <a:extLst>
              <a:ext uri="{FF2B5EF4-FFF2-40B4-BE49-F238E27FC236}">
                <a16:creationId xmlns:a16="http://schemas.microsoft.com/office/drawing/2014/main" id="{E895850D-6DD1-F46C-9411-974F2041502C}"/>
              </a:ext>
            </a:extLst>
          </p:cNvPr>
          <p:cNvSpPr txBox="1"/>
          <p:nvPr/>
        </p:nvSpPr>
        <p:spPr>
          <a:xfrm>
            <a:off x="6443122" y="6217862"/>
            <a:ext cx="15047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Azul escuro e vermelho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415" name="CaixaDeTexto 414">
            <a:extLst>
              <a:ext uri="{FF2B5EF4-FFF2-40B4-BE49-F238E27FC236}">
                <a16:creationId xmlns:a16="http://schemas.microsoft.com/office/drawing/2014/main" id="{6F7076ED-B94A-ED8B-CA6C-71F7EF117041}"/>
              </a:ext>
            </a:extLst>
          </p:cNvPr>
          <p:cNvSpPr txBox="1"/>
          <p:nvPr/>
        </p:nvSpPr>
        <p:spPr>
          <a:xfrm>
            <a:off x="8502742" y="6196223"/>
            <a:ext cx="15047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08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Vermelho e verde escuro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39E5B5D-40CF-4E16-F5E6-3D6923C5D45F}"/>
              </a:ext>
            </a:extLst>
          </p:cNvPr>
          <p:cNvSpPr txBox="1"/>
          <p:nvPr/>
        </p:nvSpPr>
        <p:spPr>
          <a:xfrm rot="16200000">
            <a:off x="8790777" y="3308539"/>
            <a:ext cx="64797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Para </a:t>
            </a:r>
            <a:r>
              <a:rPr kumimoji="0" lang="en-US" sz="10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tonalidades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0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diferentes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0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que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0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precisem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de </a:t>
            </a:r>
            <a:r>
              <a:rPr kumimoji="0" lang="en-US" sz="10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desenvolvimento</a:t>
            </a:r>
            <a:r>
              <a:rPr lang="en-US" sz="10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000" dirty="0" err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terá</a:t>
            </a:r>
            <a:r>
              <a:rPr lang="en-US" sz="10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um </a:t>
            </a:r>
            <a:r>
              <a:rPr lang="en-US" sz="1000" dirty="0" err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acréscimo</a:t>
            </a:r>
            <a:r>
              <a:rPr lang="en-US" sz="10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R$5</a:t>
            </a:r>
            <a:r>
              <a:rPr lang="en-US" sz="10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.0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00,00</a:t>
            </a:r>
            <a:endParaRPr kumimoji="0" lang="pt-BR" sz="10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6358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A74E5-9135-CEE0-4BF9-E0C089170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3EB89FD-FB93-3687-66AB-9989FA8670F6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FBDA82F-58C6-50DA-94A3-F11B2F92D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FFA8FD20-FBB9-CB0D-FF73-BE24A9EC4BBA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Projeto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C205243E-4149-D936-20CD-2E782B655EDB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Pagamento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21438DC4-2A36-658E-7B0A-B29B913DCA95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Investimento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95D26113-06AC-55D0-BF8F-3AAD6975C6ED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Prazos</a:t>
            </a:r>
          </a:p>
        </p:txBody>
      </p:sp>
      <p:sp>
        <p:nvSpPr>
          <p:cNvPr id="20" name="CaixaDeTexto 10">
            <a:extLst>
              <a:ext uri="{FF2B5EF4-FFF2-40B4-BE49-F238E27FC236}">
                <a16:creationId xmlns:a16="http://schemas.microsoft.com/office/drawing/2014/main" id="{D49F35B6-C7EF-5D92-D974-A918D7D945CA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Garantia</a:t>
            </a:r>
          </a:p>
        </p:txBody>
      </p:sp>
      <p:sp>
        <p:nvSpPr>
          <p:cNvPr id="23" name="CaixaDeTexto 10">
            <a:extLst>
              <a:ext uri="{FF2B5EF4-FFF2-40B4-BE49-F238E27FC236}">
                <a16:creationId xmlns:a16="http://schemas.microsoft.com/office/drawing/2014/main" id="{DAE8B315-4EF7-75B4-0C70-F72D5FC30AAC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Regras </a:t>
            </a:r>
          </a:p>
        </p:txBody>
      </p:sp>
      <p:sp>
        <p:nvSpPr>
          <p:cNvPr id="203" name="Fluxograma: Conector 202">
            <a:extLst>
              <a:ext uri="{FF2B5EF4-FFF2-40B4-BE49-F238E27FC236}">
                <a16:creationId xmlns:a16="http://schemas.microsoft.com/office/drawing/2014/main" id="{20581B98-3515-2CED-4794-2F0ADCA021B8}"/>
              </a:ext>
            </a:extLst>
          </p:cNvPr>
          <p:cNvSpPr/>
          <p:nvPr/>
        </p:nvSpPr>
        <p:spPr>
          <a:xfrm>
            <a:off x="11064808" y="872841"/>
            <a:ext cx="457200" cy="457200"/>
          </a:xfrm>
          <a:prstGeom prst="flowChartConnector">
            <a:avLst/>
          </a:prstGeom>
          <a:solidFill>
            <a:srgbClr val="03BB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4" name="Fluxograma: Conector 203">
            <a:extLst>
              <a:ext uri="{FF2B5EF4-FFF2-40B4-BE49-F238E27FC236}">
                <a16:creationId xmlns:a16="http://schemas.microsoft.com/office/drawing/2014/main" id="{F19737AC-377D-200A-305F-0005F26673FB}"/>
              </a:ext>
            </a:extLst>
          </p:cNvPr>
          <p:cNvSpPr/>
          <p:nvPr/>
        </p:nvSpPr>
        <p:spPr>
          <a:xfrm>
            <a:off x="11064808" y="1693138"/>
            <a:ext cx="457200" cy="457200"/>
          </a:xfrm>
          <a:prstGeom prst="flowChartConnector">
            <a:avLst/>
          </a:prstGeom>
          <a:solidFill>
            <a:srgbClr val="2089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" name="Fluxograma: Conector 204">
            <a:extLst>
              <a:ext uri="{FF2B5EF4-FFF2-40B4-BE49-F238E27FC236}">
                <a16:creationId xmlns:a16="http://schemas.microsoft.com/office/drawing/2014/main" id="{1CA46B4E-0D14-614B-29B4-3C7C5B02A1A8}"/>
              </a:ext>
            </a:extLst>
          </p:cNvPr>
          <p:cNvSpPr/>
          <p:nvPr/>
        </p:nvSpPr>
        <p:spPr>
          <a:xfrm>
            <a:off x="11064808" y="2470378"/>
            <a:ext cx="457200" cy="457200"/>
          </a:xfrm>
          <a:prstGeom prst="flowChartConnector">
            <a:avLst/>
          </a:prstGeom>
          <a:solidFill>
            <a:srgbClr val="B2382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" name="Fluxograma: Conector 205">
            <a:extLst>
              <a:ext uri="{FF2B5EF4-FFF2-40B4-BE49-F238E27FC236}">
                <a16:creationId xmlns:a16="http://schemas.microsoft.com/office/drawing/2014/main" id="{FD280DB2-7E81-D99C-AAFA-623E9D1F76C0}"/>
              </a:ext>
            </a:extLst>
          </p:cNvPr>
          <p:cNvSpPr/>
          <p:nvPr/>
        </p:nvSpPr>
        <p:spPr>
          <a:xfrm>
            <a:off x="11064808" y="3292589"/>
            <a:ext cx="457200" cy="457200"/>
          </a:xfrm>
          <a:prstGeom prst="flowChartConnector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" name="Fluxograma: Conector 206">
            <a:extLst>
              <a:ext uri="{FF2B5EF4-FFF2-40B4-BE49-F238E27FC236}">
                <a16:creationId xmlns:a16="http://schemas.microsoft.com/office/drawing/2014/main" id="{75BE408F-E362-2BA7-69CE-76F2853DDB60}"/>
              </a:ext>
            </a:extLst>
          </p:cNvPr>
          <p:cNvSpPr/>
          <p:nvPr/>
        </p:nvSpPr>
        <p:spPr>
          <a:xfrm>
            <a:off x="11081577" y="4106467"/>
            <a:ext cx="457200" cy="457200"/>
          </a:xfrm>
          <a:prstGeom prst="flowChartConnector">
            <a:avLst/>
          </a:prstGeom>
          <a:solidFill>
            <a:srgbClr val="6298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" name="Fluxograma: Conector 207">
            <a:extLst>
              <a:ext uri="{FF2B5EF4-FFF2-40B4-BE49-F238E27FC236}">
                <a16:creationId xmlns:a16="http://schemas.microsoft.com/office/drawing/2014/main" id="{E741EF7E-52E7-CCE3-F521-C29904E0438E}"/>
              </a:ext>
            </a:extLst>
          </p:cNvPr>
          <p:cNvSpPr/>
          <p:nvPr/>
        </p:nvSpPr>
        <p:spPr>
          <a:xfrm>
            <a:off x="11081577" y="4900387"/>
            <a:ext cx="457200" cy="457200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9" name="Fluxograma: Conector 208">
            <a:extLst>
              <a:ext uri="{FF2B5EF4-FFF2-40B4-BE49-F238E27FC236}">
                <a16:creationId xmlns:a16="http://schemas.microsoft.com/office/drawing/2014/main" id="{4A28304C-61A7-5E4A-456E-3784B5BEA190}"/>
              </a:ext>
            </a:extLst>
          </p:cNvPr>
          <p:cNvSpPr/>
          <p:nvPr/>
        </p:nvSpPr>
        <p:spPr>
          <a:xfrm>
            <a:off x="11081577" y="5743432"/>
            <a:ext cx="457200" cy="457200"/>
          </a:xfrm>
          <a:prstGeom prst="flowChartConnector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0" name="CaixaDeTexto 209">
            <a:extLst>
              <a:ext uri="{FF2B5EF4-FFF2-40B4-BE49-F238E27FC236}">
                <a16:creationId xmlns:a16="http://schemas.microsoft.com/office/drawing/2014/main" id="{BC3C7108-91C3-4567-04B0-01B50470411E}"/>
              </a:ext>
            </a:extLst>
          </p:cNvPr>
          <p:cNvSpPr txBox="1"/>
          <p:nvPr/>
        </p:nvSpPr>
        <p:spPr>
          <a:xfrm>
            <a:off x="10796635" y="1330041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Azul claro</a:t>
            </a:r>
          </a:p>
        </p:txBody>
      </p:sp>
      <p:sp>
        <p:nvSpPr>
          <p:cNvPr id="211" name="CaixaDeTexto 210">
            <a:extLst>
              <a:ext uri="{FF2B5EF4-FFF2-40B4-BE49-F238E27FC236}">
                <a16:creationId xmlns:a16="http://schemas.microsoft.com/office/drawing/2014/main" id="{37C237EE-FFB9-CBBB-BF0C-4601FA140018}"/>
              </a:ext>
            </a:extLst>
          </p:cNvPr>
          <p:cNvSpPr txBox="1"/>
          <p:nvPr/>
        </p:nvSpPr>
        <p:spPr>
          <a:xfrm>
            <a:off x="10800945" y="2135324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Azul </a:t>
            </a:r>
            <a:r>
              <a:rPr kumimoji="0" lang="en-US" sz="105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escuro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12" name="CaixaDeTexto 211">
            <a:extLst>
              <a:ext uri="{FF2B5EF4-FFF2-40B4-BE49-F238E27FC236}">
                <a16:creationId xmlns:a16="http://schemas.microsoft.com/office/drawing/2014/main" id="{DBDF51B4-7D05-CA75-C39C-62E31DA0FACF}"/>
              </a:ext>
            </a:extLst>
          </p:cNvPr>
          <p:cNvSpPr txBox="1"/>
          <p:nvPr/>
        </p:nvSpPr>
        <p:spPr>
          <a:xfrm>
            <a:off x="10795672" y="2950941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Vermelho</a:t>
            </a:r>
          </a:p>
        </p:txBody>
      </p:sp>
      <p:sp>
        <p:nvSpPr>
          <p:cNvPr id="213" name="CaixaDeTexto 212">
            <a:extLst>
              <a:ext uri="{FF2B5EF4-FFF2-40B4-BE49-F238E27FC236}">
                <a16:creationId xmlns:a16="http://schemas.microsoft.com/office/drawing/2014/main" id="{15309FE2-6392-0EA1-6197-8F9873F2587F}"/>
              </a:ext>
            </a:extLst>
          </p:cNvPr>
          <p:cNvSpPr txBox="1"/>
          <p:nvPr/>
        </p:nvSpPr>
        <p:spPr>
          <a:xfrm>
            <a:off x="10731728" y="3756443"/>
            <a:ext cx="11214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Verde </a:t>
            </a:r>
            <a:r>
              <a:rPr kumimoji="0" lang="en-US" sz="105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escuro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14" name="CaixaDeTexto 213">
            <a:extLst>
              <a:ext uri="{FF2B5EF4-FFF2-40B4-BE49-F238E27FC236}">
                <a16:creationId xmlns:a16="http://schemas.microsoft.com/office/drawing/2014/main" id="{455B4CB6-6D65-40DE-C50B-548DAB33A506}"/>
              </a:ext>
            </a:extLst>
          </p:cNvPr>
          <p:cNvSpPr txBox="1"/>
          <p:nvPr/>
        </p:nvSpPr>
        <p:spPr>
          <a:xfrm>
            <a:off x="10805014" y="4545422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Verde claro</a:t>
            </a:r>
          </a:p>
        </p:txBody>
      </p:sp>
      <p:sp>
        <p:nvSpPr>
          <p:cNvPr id="215" name="CaixaDeTexto 214">
            <a:extLst>
              <a:ext uri="{FF2B5EF4-FFF2-40B4-BE49-F238E27FC236}">
                <a16:creationId xmlns:a16="http://schemas.microsoft.com/office/drawing/2014/main" id="{90640B74-2937-7DC7-49E7-007F323BC47D}"/>
              </a:ext>
            </a:extLst>
          </p:cNvPr>
          <p:cNvSpPr txBox="1"/>
          <p:nvPr/>
        </p:nvSpPr>
        <p:spPr>
          <a:xfrm>
            <a:off x="10813404" y="5357587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Laranja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16" name="CaixaDeTexto 215">
            <a:extLst>
              <a:ext uri="{FF2B5EF4-FFF2-40B4-BE49-F238E27FC236}">
                <a16:creationId xmlns:a16="http://schemas.microsoft.com/office/drawing/2014/main" id="{B7205B4B-E5BF-B112-7BD7-A0BE622BF8D7}"/>
              </a:ext>
            </a:extLst>
          </p:cNvPr>
          <p:cNvSpPr txBox="1"/>
          <p:nvPr/>
        </p:nvSpPr>
        <p:spPr>
          <a:xfrm>
            <a:off x="10795672" y="6205631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Cinza</a:t>
            </a:r>
          </a:p>
        </p:txBody>
      </p:sp>
      <p:grpSp>
        <p:nvGrpSpPr>
          <p:cNvPr id="275" name="Group 23">
            <a:extLst>
              <a:ext uri="{FF2B5EF4-FFF2-40B4-BE49-F238E27FC236}">
                <a16:creationId xmlns:a16="http://schemas.microsoft.com/office/drawing/2014/main" id="{349A63DA-F40F-24C8-0323-1E3B93194DB2}"/>
              </a:ext>
            </a:extLst>
          </p:cNvPr>
          <p:cNvGrpSpPr/>
          <p:nvPr/>
        </p:nvGrpSpPr>
        <p:grpSpPr>
          <a:xfrm>
            <a:off x="2364107" y="1195160"/>
            <a:ext cx="1938226" cy="1556237"/>
            <a:chOff x="8882824" y="402672"/>
            <a:chExt cx="2016211" cy="1510315"/>
          </a:xfrm>
        </p:grpSpPr>
        <p:sp>
          <p:nvSpPr>
            <p:cNvPr id="276" name="Retângulo 275">
              <a:extLst>
                <a:ext uri="{FF2B5EF4-FFF2-40B4-BE49-F238E27FC236}">
                  <a16:creationId xmlns:a16="http://schemas.microsoft.com/office/drawing/2014/main" id="{8652F95C-4735-CACF-F62B-FD91931DCC6C}"/>
                </a:ext>
              </a:extLst>
            </p:cNvPr>
            <p:cNvSpPr/>
            <p:nvPr/>
          </p:nvSpPr>
          <p:spPr>
            <a:xfrm>
              <a:off x="8882824" y="402672"/>
              <a:ext cx="2016211" cy="1510315"/>
            </a:xfrm>
            <a:prstGeom prst="rect">
              <a:avLst/>
            </a:prstGeom>
            <a:solidFill>
              <a:srgbClr val="03BBF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7" name="Retângulo 276">
              <a:extLst>
                <a:ext uri="{FF2B5EF4-FFF2-40B4-BE49-F238E27FC236}">
                  <a16:creationId xmlns:a16="http://schemas.microsoft.com/office/drawing/2014/main" id="{A4D26C5A-DDA0-10C5-AD52-D1EDBD40D304}"/>
                </a:ext>
              </a:extLst>
            </p:cNvPr>
            <p:cNvSpPr/>
            <p:nvPr/>
          </p:nvSpPr>
          <p:spPr>
            <a:xfrm>
              <a:off x="9017096" y="568857"/>
              <a:ext cx="1735775" cy="118072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" name="Arco 285">
              <a:extLst>
                <a:ext uri="{FF2B5EF4-FFF2-40B4-BE49-F238E27FC236}">
                  <a16:creationId xmlns:a16="http://schemas.microsoft.com/office/drawing/2014/main" id="{5C1084AA-A568-DAF9-B17E-DC3733292262}"/>
                </a:ext>
              </a:extLst>
            </p:cNvPr>
            <p:cNvSpPr/>
            <p:nvPr/>
          </p:nvSpPr>
          <p:spPr>
            <a:xfrm rot="10800000">
              <a:off x="9686372" y="659330"/>
              <a:ext cx="383059" cy="586345"/>
            </a:xfrm>
            <a:prstGeom prst="arc">
              <a:avLst>
                <a:gd name="adj1" fmla="val 13390027"/>
                <a:gd name="adj2" fmla="val 19026755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8" name="Retângulo 277">
              <a:extLst>
                <a:ext uri="{FF2B5EF4-FFF2-40B4-BE49-F238E27FC236}">
                  <a16:creationId xmlns:a16="http://schemas.microsoft.com/office/drawing/2014/main" id="{FAD3AE89-C721-527F-3433-DE15A487ED41}"/>
                </a:ext>
              </a:extLst>
            </p:cNvPr>
            <p:cNvSpPr/>
            <p:nvPr/>
          </p:nvSpPr>
          <p:spPr>
            <a:xfrm>
              <a:off x="9687799" y="571608"/>
              <a:ext cx="383059" cy="529590"/>
            </a:xfrm>
            <a:prstGeom prst="rect">
              <a:avLst/>
            </a:prstGeom>
            <a:solidFill>
              <a:srgbClr val="03BBF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89" name="Arco 288">
            <a:extLst>
              <a:ext uri="{FF2B5EF4-FFF2-40B4-BE49-F238E27FC236}">
                <a16:creationId xmlns:a16="http://schemas.microsoft.com/office/drawing/2014/main" id="{3BB73617-2551-FEC6-C575-EFE3FC8F5882}"/>
              </a:ext>
            </a:extLst>
          </p:cNvPr>
          <p:cNvSpPr/>
          <p:nvPr/>
        </p:nvSpPr>
        <p:spPr>
          <a:xfrm rot="5741751">
            <a:off x="3213406" y="1377893"/>
            <a:ext cx="199682" cy="186542"/>
          </a:xfrm>
          <a:prstGeom prst="arc">
            <a:avLst>
              <a:gd name="adj1" fmla="val 16200000"/>
              <a:gd name="adj2" fmla="val 488961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3" name="Arco 292">
            <a:extLst>
              <a:ext uri="{FF2B5EF4-FFF2-40B4-BE49-F238E27FC236}">
                <a16:creationId xmlns:a16="http://schemas.microsoft.com/office/drawing/2014/main" id="{D71E0BBB-DAF7-0DAB-62DD-A4516C6E9CD3}"/>
              </a:ext>
            </a:extLst>
          </p:cNvPr>
          <p:cNvSpPr/>
          <p:nvPr/>
        </p:nvSpPr>
        <p:spPr>
          <a:xfrm flipV="1">
            <a:off x="2672128" y="587331"/>
            <a:ext cx="1316881" cy="1632084"/>
          </a:xfrm>
          <a:prstGeom prst="arc">
            <a:avLst>
              <a:gd name="adj1" fmla="val 10657095"/>
              <a:gd name="adj2" fmla="val 154392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9A3830-B2A0-0BC0-0EA0-FFBDC88DBAC5}"/>
              </a:ext>
            </a:extLst>
          </p:cNvPr>
          <p:cNvSpPr txBox="1"/>
          <p:nvPr/>
        </p:nvSpPr>
        <p:spPr>
          <a:xfrm rot="16200000">
            <a:off x="8790777" y="3308539"/>
            <a:ext cx="64797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Para </a:t>
            </a:r>
            <a:r>
              <a:rPr kumimoji="0" lang="en-US" sz="10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tonalidades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0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diferentes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0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que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0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precisem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de </a:t>
            </a:r>
            <a:r>
              <a:rPr kumimoji="0" lang="en-US" sz="10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desenvolvimento</a:t>
            </a:r>
            <a:r>
              <a:rPr lang="en-US" sz="10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000" dirty="0" err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terá</a:t>
            </a:r>
            <a:r>
              <a:rPr lang="en-US" sz="10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um </a:t>
            </a:r>
            <a:r>
              <a:rPr lang="en-US" sz="1000" dirty="0" err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acréscimo</a:t>
            </a:r>
            <a:r>
              <a:rPr lang="en-US" sz="10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R$5.</a:t>
            </a:r>
            <a:r>
              <a:rPr lang="en-US" sz="10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00,00</a:t>
            </a:r>
            <a:endParaRPr kumimoji="0" lang="pt-BR" sz="10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9D2AA2D-3DE9-DFCA-28F3-AC470837857F}"/>
              </a:ext>
            </a:extLst>
          </p:cNvPr>
          <p:cNvSpPr txBox="1"/>
          <p:nvPr/>
        </p:nvSpPr>
        <p:spPr>
          <a:xfrm>
            <a:off x="2572914" y="2789175"/>
            <a:ext cx="150476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Azul claro e </a:t>
            </a:r>
            <a:r>
              <a:rPr lang="en-US" sz="10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verde escuro</a:t>
            </a:r>
            <a:endParaRPr kumimoji="0" lang="pt-B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7" name="Group 23">
            <a:extLst>
              <a:ext uri="{FF2B5EF4-FFF2-40B4-BE49-F238E27FC236}">
                <a16:creationId xmlns:a16="http://schemas.microsoft.com/office/drawing/2014/main" id="{3080A6D5-F54E-19AA-B125-53C64F3398B8}"/>
              </a:ext>
            </a:extLst>
          </p:cNvPr>
          <p:cNvGrpSpPr/>
          <p:nvPr/>
        </p:nvGrpSpPr>
        <p:grpSpPr>
          <a:xfrm>
            <a:off x="4462677" y="1195160"/>
            <a:ext cx="1938226" cy="1556237"/>
            <a:chOff x="8882824" y="402672"/>
            <a:chExt cx="2016211" cy="1510315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D8FF60E1-E788-1494-B7D2-11D8F88E77B6}"/>
                </a:ext>
              </a:extLst>
            </p:cNvPr>
            <p:cNvSpPr/>
            <p:nvPr/>
          </p:nvSpPr>
          <p:spPr>
            <a:xfrm>
              <a:off x="8882824" y="402672"/>
              <a:ext cx="2016211" cy="1510315"/>
            </a:xfrm>
            <a:prstGeom prst="rect">
              <a:avLst/>
            </a:prstGeom>
            <a:solidFill>
              <a:srgbClr val="B2382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0ED9EDAD-9415-ED14-36D0-DCFE79151B4D}"/>
                </a:ext>
              </a:extLst>
            </p:cNvPr>
            <p:cNvSpPr/>
            <p:nvPr/>
          </p:nvSpPr>
          <p:spPr>
            <a:xfrm>
              <a:off x="9017096" y="568857"/>
              <a:ext cx="1735775" cy="118072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Arco 9">
              <a:extLst>
                <a:ext uri="{FF2B5EF4-FFF2-40B4-BE49-F238E27FC236}">
                  <a16:creationId xmlns:a16="http://schemas.microsoft.com/office/drawing/2014/main" id="{B3ABF659-27F6-1FCB-8EA8-1C7C7EBB95CA}"/>
                </a:ext>
              </a:extLst>
            </p:cNvPr>
            <p:cNvSpPr/>
            <p:nvPr/>
          </p:nvSpPr>
          <p:spPr>
            <a:xfrm rot="10800000">
              <a:off x="9686372" y="659330"/>
              <a:ext cx="383059" cy="586345"/>
            </a:xfrm>
            <a:prstGeom prst="arc">
              <a:avLst>
                <a:gd name="adj1" fmla="val 13390027"/>
                <a:gd name="adj2" fmla="val 19026755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384E87A4-1815-18F4-D80D-EE623DB3973C}"/>
                </a:ext>
              </a:extLst>
            </p:cNvPr>
            <p:cNvSpPr/>
            <p:nvPr/>
          </p:nvSpPr>
          <p:spPr>
            <a:xfrm>
              <a:off x="9687799" y="571608"/>
              <a:ext cx="383059" cy="529590"/>
            </a:xfrm>
            <a:prstGeom prst="rect">
              <a:avLst/>
            </a:prstGeom>
            <a:solidFill>
              <a:srgbClr val="B2382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Arco 12">
            <a:extLst>
              <a:ext uri="{FF2B5EF4-FFF2-40B4-BE49-F238E27FC236}">
                <a16:creationId xmlns:a16="http://schemas.microsoft.com/office/drawing/2014/main" id="{0EFD3FCA-32C1-D5E2-17CD-21BBFE73DEE8}"/>
              </a:ext>
            </a:extLst>
          </p:cNvPr>
          <p:cNvSpPr/>
          <p:nvPr/>
        </p:nvSpPr>
        <p:spPr>
          <a:xfrm rot="5741751">
            <a:off x="5311976" y="1377893"/>
            <a:ext cx="199682" cy="186542"/>
          </a:xfrm>
          <a:prstGeom prst="arc">
            <a:avLst>
              <a:gd name="adj1" fmla="val 16200000"/>
              <a:gd name="adj2" fmla="val 488961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Arco 13">
            <a:extLst>
              <a:ext uri="{FF2B5EF4-FFF2-40B4-BE49-F238E27FC236}">
                <a16:creationId xmlns:a16="http://schemas.microsoft.com/office/drawing/2014/main" id="{A5E9D4F4-23FE-8015-3F26-B880D373E6FD}"/>
              </a:ext>
            </a:extLst>
          </p:cNvPr>
          <p:cNvSpPr/>
          <p:nvPr/>
        </p:nvSpPr>
        <p:spPr>
          <a:xfrm flipV="1">
            <a:off x="4770698" y="587331"/>
            <a:ext cx="1316881" cy="1632084"/>
          </a:xfrm>
          <a:prstGeom prst="arc">
            <a:avLst>
              <a:gd name="adj1" fmla="val 10657095"/>
              <a:gd name="adj2" fmla="val 154392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BCA992C-1A88-555F-DA47-EBCD5786F402}"/>
              </a:ext>
            </a:extLst>
          </p:cNvPr>
          <p:cNvSpPr txBox="1"/>
          <p:nvPr/>
        </p:nvSpPr>
        <p:spPr>
          <a:xfrm>
            <a:off x="4671484" y="2789175"/>
            <a:ext cx="150476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02 - PADRÃO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Vermelho e verde escuro </a:t>
            </a:r>
            <a:endParaRPr kumimoji="0" lang="pt-B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17" name="Group 23">
            <a:extLst>
              <a:ext uri="{FF2B5EF4-FFF2-40B4-BE49-F238E27FC236}">
                <a16:creationId xmlns:a16="http://schemas.microsoft.com/office/drawing/2014/main" id="{BBE45A84-9962-4FEC-9948-9F88EE378978}"/>
              </a:ext>
            </a:extLst>
          </p:cNvPr>
          <p:cNvGrpSpPr/>
          <p:nvPr/>
        </p:nvGrpSpPr>
        <p:grpSpPr>
          <a:xfrm>
            <a:off x="6559909" y="1195160"/>
            <a:ext cx="1938226" cy="1556237"/>
            <a:chOff x="8882824" y="402672"/>
            <a:chExt cx="2016211" cy="1510315"/>
          </a:xfrm>
        </p:grpSpPr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7BEC1405-9D2C-EE46-BBFD-E3D4BBF9EE28}"/>
                </a:ext>
              </a:extLst>
            </p:cNvPr>
            <p:cNvSpPr/>
            <p:nvPr/>
          </p:nvSpPr>
          <p:spPr>
            <a:xfrm>
              <a:off x="8882824" y="402672"/>
              <a:ext cx="2016211" cy="1510315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CDF7F1D9-A3F4-8A9E-9D40-C24074718870}"/>
                </a:ext>
              </a:extLst>
            </p:cNvPr>
            <p:cNvSpPr/>
            <p:nvPr/>
          </p:nvSpPr>
          <p:spPr>
            <a:xfrm>
              <a:off x="9017096" y="568857"/>
              <a:ext cx="1735775" cy="1180724"/>
            </a:xfrm>
            <a:prstGeom prst="rect">
              <a:avLst/>
            </a:prstGeom>
            <a:solidFill>
              <a:srgbClr val="2089C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Arco 23">
              <a:extLst>
                <a:ext uri="{FF2B5EF4-FFF2-40B4-BE49-F238E27FC236}">
                  <a16:creationId xmlns:a16="http://schemas.microsoft.com/office/drawing/2014/main" id="{F1447831-8BC9-CBFA-D8CC-FF7B60ED51E6}"/>
                </a:ext>
              </a:extLst>
            </p:cNvPr>
            <p:cNvSpPr/>
            <p:nvPr/>
          </p:nvSpPr>
          <p:spPr>
            <a:xfrm rot="10800000">
              <a:off x="9686372" y="659330"/>
              <a:ext cx="383059" cy="586345"/>
            </a:xfrm>
            <a:prstGeom prst="arc">
              <a:avLst>
                <a:gd name="adj1" fmla="val 13390027"/>
                <a:gd name="adj2" fmla="val 19026755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1B09E6D3-7B03-FBFA-0A40-4481A3242659}"/>
                </a:ext>
              </a:extLst>
            </p:cNvPr>
            <p:cNvSpPr/>
            <p:nvPr/>
          </p:nvSpPr>
          <p:spPr>
            <a:xfrm>
              <a:off x="9687799" y="571608"/>
              <a:ext cx="383059" cy="52959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6" name="Arco 25">
            <a:extLst>
              <a:ext uri="{FF2B5EF4-FFF2-40B4-BE49-F238E27FC236}">
                <a16:creationId xmlns:a16="http://schemas.microsoft.com/office/drawing/2014/main" id="{A418F969-1FF6-2FDF-64A4-796A8EDF8685}"/>
              </a:ext>
            </a:extLst>
          </p:cNvPr>
          <p:cNvSpPr/>
          <p:nvPr/>
        </p:nvSpPr>
        <p:spPr>
          <a:xfrm rot="5741751">
            <a:off x="7409208" y="1377893"/>
            <a:ext cx="199682" cy="186542"/>
          </a:xfrm>
          <a:prstGeom prst="arc">
            <a:avLst>
              <a:gd name="adj1" fmla="val 16200000"/>
              <a:gd name="adj2" fmla="val 488961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Arco 26">
            <a:extLst>
              <a:ext uri="{FF2B5EF4-FFF2-40B4-BE49-F238E27FC236}">
                <a16:creationId xmlns:a16="http://schemas.microsoft.com/office/drawing/2014/main" id="{F7B739E6-96E2-898D-C30E-2CF7A4D177E9}"/>
              </a:ext>
            </a:extLst>
          </p:cNvPr>
          <p:cNvSpPr/>
          <p:nvPr/>
        </p:nvSpPr>
        <p:spPr>
          <a:xfrm flipV="1">
            <a:off x="6867930" y="587331"/>
            <a:ext cx="1316881" cy="1632084"/>
          </a:xfrm>
          <a:prstGeom prst="arc">
            <a:avLst>
              <a:gd name="adj1" fmla="val 10657095"/>
              <a:gd name="adj2" fmla="val 154392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263E095-5911-FB2E-09B4-CA6CFC4EC8C3}"/>
              </a:ext>
            </a:extLst>
          </p:cNvPr>
          <p:cNvSpPr txBox="1"/>
          <p:nvPr/>
        </p:nvSpPr>
        <p:spPr>
          <a:xfrm>
            <a:off x="6768716" y="2789175"/>
            <a:ext cx="150476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Laranja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e azul escuro</a:t>
            </a:r>
            <a:endParaRPr kumimoji="0" lang="pt-B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29" name="Group 23">
            <a:extLst>
              <a:ext uri="{FF2B5EF4-FFF2-40B4-BE49-F238E27FC236}">
                <a16:creationId xmlns:a16="http://schemas.microsoft.com/office/drawing/2014/main" id="{71362285-069F-95E1-D1A0-7D345548ACA5}"/>
              </a:ext>
            </a:extLst>
          </p:cNvPr>
          <p:cNvGrpSpPr/>
          <p:nvPr/>
        </p:nvGrpSpPr>
        <p:grpSpPr>
          <a:xfrm>
            <a:off x="8655696" y="1201901"/>
            <a:ext cx="1938226" cy="1556237"/>
            <a:chOff x="8882824" y="402672"/>
            <a:chExt cx="2016211" cy="1510315"/>
          </a:xfrm>
        </p:grpSpPr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9BCC1AFC-37FC-5DDC-3A47-6A7458F97F39}"/>
                </a:ext>
              </a:extLst>
            </p:cNvPr>
            <p:cNvSpPr/>
            <p:nvPr/>
          </p:nvSpPr>
          <p:spPr>
            <a:xfrm>
              <a:off x="8882824" y="402672"/>
              <a:ext cx="2016211" cy="151031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808B0686-7F0A-1B95-0BCF-241DBAEEDF77}"/>
                </a:ext>
              </a:extLst>
            </p:cNvPr>
            <p:cNvSpPr/>
            <p:nvPr/>
          </p:nvSpPr>
          <p:spPr>
            <a:xfrm>
              <a:off x="9017096" y="568857"/>
              <a:ext cx="1735775" cy="1180724"/>
            </a:xfrm>
            <a:prstGeom prst="rect">
              <a:avLst/>
            </a:prstGeom>
            <a:solidFill>
              <a:srgbClr val="B2382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Arco 31">
              <a:extLst>
                <a:ext uri="{FF2B5EF4-FFF2-40B4-BE49-F238E27FC236}">
                  <a16:creationId xmlns:a16="http://schemas.microsoft.com/office/drawing/2014/main" id="{8A9D6DD1-CDCE-7C14-FD86-9231510CBA68}"/>
                </a:ext>
              </a:extLst>
            </p:cNvPr>
            <p:cNvSpPr/>
            <p:nvPr/>
          </p:nvSpPr>
          <p:spPr>
            <a:xfrm rot="10800000">
              <a:off x="9686372" y="659330"/>
              <a:ext cx="383059" cy="586345"/>
            </a:xfrm>
            <a:prstGeom prst="arc">
              <a:avLst>
                <a:gd name="adj1" fmla="val 13390027"/>
                <a:gd name="adj2" fmla="val 19026755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id="{6DFE969C-88C1-F0D3-4773-F36ECCA02CCF}"/>
                </a:ext>
              </a:extLst>
            </p:cNvPr>
            <p:cNvSpPr/>
            <p:nvPr/>
          </p:nvSpPr>
          <p:spPr>
            <a:xfrm>
              <a:off x="9687799" y="571608"/>
              <a:ext cx="383059" cy="52959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4" name="Arco 33">
            <a:extLst>
              <a:ext uri="{FF2B5EF4-FFF2-40B4-BE49-F238E27FC236}">
                <a16:creationId xmlns:a16="http://schemas.microsoft.com/office/drawing/2014/main" id="{09709468-5D2D-76BF-B1E3-FC981BF43459}"/>
              </a:ext>
            </a:extLst>
          </p:cNvPr>
          <p:cNvSpPr/>
          <p:nvPr/>
        </p:nvSpPr>
        <p:spPr>
          <a:xfrm rot="5741751">
            <a:off x="9504995" y="1384634"/>
            <a:ext cx="199682" cy="186542"/>
          </a:xfrm>
          <a:prstGeom prst="arc">
            <a:avLst>
              <a:gd name="adj1" fmla="val 16200000"/>
              <a:gd name="adj2" fmla="val 488961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Arco 34">
            <a:extLst>
              <a:ext uri="{FF2B5EF4-FFF2-40B4-BE49-F238E27FC236}">
                <a16:creationId xmlns:a16="http://schemas.microsoft.com/office/drawing/2014/main" id="{DAFF1729-7D7A-0855-B3BE-81C665E85264}"/>
              </a:ext>
            </a:extLst>
          </p:cNvPr>
          <p:cNvSpPr/>
          <p:nvPr/>
        </p:nvSpPr>
        <p:spPr>
          <a:xfrm flipV="1">
            <a:off x="8963717" y="594072"/>
            <a:ext cx="1316881" cy="1632084"/>
          </a:xfrm>
          <a:prstGeom prst="arc">
            <a:avLst>
              <a:gd name="adj1" fmla="val 10657095"/>
              <a:gd name="adj2" fmla="val 154392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DADB0277-0D52-5C05-06F9-CC0A6EBB0C6B}"/>
              </a:ext>
            </a:extLst>
          </p:cNvPr>
          <p:cNvSpPr txBox="1"/>
          <p:nvPr/>
        </p:nvSpPr>
        <p:spPr>
          <a:xfrm>
            <a:off x="8864503" y="2795916"/>
            <a:ext cx="150476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04</a:t>
            </a:r>
            <a:endParaRPr kumimoji="0" lang="en-US" sz="1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Verde escuro e </a:t>
            </a:r>
            <a:r>
              <a:rPr lang="en-US" sz="1000" dirty="0" err="1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vermelho</a:t>
            </a:r>
            <a:endParaRPr kumimoji="0" lang="pt-B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37" name="Group 23">
            <a:extLst>
              <a:ext uri="{FF2B5EF4-FFF2-40B4-BE49-F238E27FC236}">
                <a16:creationId xmlns:a16="http://schemas.microsoft.com/office/drawing/2014/main" id="{3417E58A-1BB1-78FE-67CC-C029B790BF5D}"/>
              </a:ext>
            </a:extLst>
          </p:cNvPr>
          <p:cNvGrpSpPr/>
          <p:nvPr/>
        </p:nvGrpSpPr>
        <p:grpSpPr>
          <a:xfrm>
            <a:off x="2370057" y="3967055"/>
            <a:ext cx="1938226" cy="1556237"/>
            <a:chOff x="8882824" y="402672"/>
            <a:chExt cx="2016211" cy="1510315"/>
          </a:xfrm>
        </p:grpSpPr>
        <p:sp>
          <p:nvSpPr>
            <p:cNvPr id="38" name="Retângulo 37">
              <a:extLst>
                <a:ext uri="{FF2B5EF4-FFF2-40B4-BE49-F238E27FC236}">
                  <a16:creationId xmlns:a16="http://schemas.microsoft.com/office/drawing/2014/main" id="{0451B994-4DC7-9EED-0C05-50A3BA2D461D}"/>
                </a:ext>
              </a:extLst>
            </p:cNvPr>
            <p:cNvSpPr/>
            <p:nvPr/>
          </p:nvSpPr>
          <p:spPr>
            <a:xfrm>
              <a:off x="8882824" y="402672"/>
              <a:ext cx="2016211" cy="1510315"/>
            </a:xfrm>
            <a:prstGeom prst="rect">
              <a:avLst/>
            </a:prstGeom>
            <a:solidFill>
              <a:srgbClr val="62983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Retângulo 38">
              <a:extLst>
                <a:ext uri="{FF2B5EF4-FFF2-40B4-BE49-F238E27FC236}">
                  <a16:creationId xmlns:a16="http://schemas.microsoft.com/office/drawing/2014/main" id="{D3661AB7-0FE1-03F1-6216-9E4F23F1C793}"/>
                </a:ext>
              </a:extLst>
            </p:cNvPr>
            <p:cNvSpPr/>
            <p:nvPr/>
          </p:nvSpPr>
          <p:spPr>
            <a:xfrm>
              <a:off x="9017096" y="568857"/>
              <a:ext cx="1735775" cy="1180724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Arco 39">
              <a:extLst>
                <a:ext uri="{FF2B5EF4-FFF2-40B4-BE49-F238E27FC236}">
                  <a16:creationId xmlns:a16="http://schemas.microsoft.com/office/drawing/2014/main" id="{D10EAEFB-EC18-ADF5-9C23-CF30E9592F41}"/>
                </a:ext>
              </a:extLst>
            </p:cNvPr>
            <p:cNvSpPr/>
            <p:nvPr/>
          </p:nvSpPr>
          <p:spPr>
            <a:xfrm rot="10800000">
              <a:off x="9686372" y="659330"/>
              <a:ext cx="383059" cy="586345"/>
            </a:xfrm>
            <a:prstGeom prst="arc">
              <a:avLst>
                <a:gd name="adj1" fmla="val 13390027"/>
                <a:gd name="adj2" fmla="val 19026755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Retângulo 40">
              <a:extLst>
                <a:ext uri="{FF2B5EF4-FFF2-40B4-BE49-F238E27FC236}">
                  <a16:creationId xmlns:a16="http://schemas.microsoft.com/office/drawing/2014/main" id="{0CDD29A0-FD9A-49D8-91BC-3882FDF40BAC}"/>
                </a:ext>
              </a:extLst>
            </p:cNvPr>
            <p:cNvSpPr/>
            <p:nvPr/>
          </p:nvSpPr>
          <p:spPr>
            <a:xfrm>
              <a:off x="9687799" y="571608"/>
              <a:ext cx="383059" cy="529590"/>
            </a:xfrm>
            <a:prstGeom prst="rect">
              <a:avLst/>
            </a:prstGeom>
            <a:solidFill>
              <a:srgbClr val="62983E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2" name="Arco 41">
            <a:extLst>
              <a:ext uri="{FF2B5EF4-FFF2-40B4-BE49-F238E27FC236}">
                <a16:creationId xmlns:a16="http://schemas.microsoft.com/office/drawing/2014/main" id="{4A17ABF3-CE83-CBE7-2322-8933D02490D3}"/>
              </a:ext>
            </a:extLst>
          </p:cNvPr>
          <p:cNvSpPr/>
          <p:nvPr/>
        </p:nvSpPr>
        <p:spPr>
          <a:xfrm rot="5741751">
            <a:off x="3219356" y="4149788"/>
            <a:ext cx="199682" cy="186542"/>
          </a:xfrm>
          <a:prstGeom prst="arc">
            <a:avLst>
              <a:gd name="adj1" fmla="val 16200000"/>
              <a:gd name="adj2" fmla="val 488961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Arco 42">
            <a:extLst>
              <a:ext uri="{FF2B5EF4-FFF2-40B4-BE49-F238E27FC236}">
                <a16:creationId xmlns:a16="http://schemas.microsoft.com/office/drawing/2014/main" id="{C4E40A7E-E8F2-4D86-3954-B257D04FC542}"/>
              </a:ext>
            </a:extLst>
          </p:cNvPr>
          <p:cNvSpPr/>
          <p:nvPr/>
        </p:nvSpPr>
        <p:spPr>
          <a:xfrm flipV="1">
            <a:off x="2678078" y="3359226"/>
            <a:ext cx="1316881" cy="1632084"/>
          </a:xfrm>
          <a:prstGeom prst="arc">
            <a:avLst>
              <a:gd name="adj1" fmla="val 10657095"/>
              <a:gd name="adj2" fmla="val 154392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D8353D9-B845-9EE8-E91E-D4DE5CE0A950}"/>
              </a:ext>
            </a:extLst>
          </p:cNvPr>
          <p:cNvSpPr txBox="1"/>
          <p:nvPr/>
        </p:nvSpPr>
        <p:spPr>
          <a:xfrm>
            <a:off x="2578864" y="5561070"/>
            <a:ext cx="150476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Verde claro e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laranja</a:t>
            </a:r>
            <a:endParaRPr kumimoji="0" lang="pt-B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45" name="Group 23">
            <a:extLst>
              <a:ext uri="{FF2B5EF4-FFF2-40B4-BE49-F238E27FC236}">
                <a16:creationId xmlns:a16="http://schemas.microsoft.com/office/drawing/2014/main" id="{AEDAB6B7-D5E6-4739-00F8-0CEB750C8CE7}"/>
              </a:ext>
            </a:extLst>
          </p:cNvPr>
          <p:cNvGrpSpPr/>
          <p:nvPr/>
        </p:nvGrpSpPr>
        <p:grpSpPr>
          <a:xfrm>
            <a:off x="4468627" y="3967055"/>
            <a:ext cx="1938226" cy="1556237"/>
            <a:chOff x="8882824" y="402672"/>
            <a:chExt cx="2016211" cy="1510315"/>
          </a:xfrm>
        </p:grpSpPr>
        <p:sp>
          <p:nvSpPr>
            <p:cNvPr id="46" name="Retângulo 45">
              <a:extLst>
                <a:ext uri="{FF2B5EF4-FFF2-40B4-BE49-F238E27FC236}">
                  <a16:creationId xmlns:a16="http://schemas.microsoft.com/office/drawing/2014/main" id="{5E85199B-EE1A-45C2-F8A6-409FEFD9291B}"/>
                </a:ext>
              </a:extLst>
            </p:cNvPr>
            <p:cNvSpPr/>
            <p:nvPr/>
          </p:nvSpPr>
          <p:spPr>
            <a:xfrm>
              <a:off x="8882824" y="402672"/>
              <a:ext cx="2016211" cy="151031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Retângulo 46">
              <a:extLst>
                <a:ext uri="{FF2B5EF4-FFF2-40B4-BE49-F238E27FC236}">
                  <a16:creationId xmlns:a16="http://schemas.microsoft.com/office/drawing/2014/main" id="{3D183660-997F-ECF5-6CA5-8BED74F8909F}"/>
                </a:ext>
              </a:extLst>
            </p:cNvPr>
            <p:cNvSpPr/>
            <p:nvPr/>
          </p:nvSpPr>
          <p:spPr>
            <a:xfrm>
              <a:off x="9017096" y="568857"/>
              <a:ext cx="1735775" cy="1180724"/>
            </a:xfrm>
            <a:prstGeom prst="rect">
              <a:avLst/>
            </a:prstGeom>
            <a:solidFill>
              <a:srgbClr val="B2382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Arco 47">
              <a:extLst>
                <a:ext uri="{FF2B5EF4-FFF2-40B4-BE49-F238E27FC236}">
                  <a16:creationId xmlns:a16="http://schemas.microsoft.com/office/drawing/2014/main" id="{EEBC5045-0E66-2D82-D363-445678DC6251}"/>
                </a:ext>
              </a:extLst>
            </p:cNvPr>
            <p:cNvSpPr/>
            <p:nvPr/>
          </p:nvSpPr>
          <p:spPr>
            <a:xfrm rot="10800000">
              <a:off x="9686372" y="659330"/>
              <a:ext cx="383059" cy="586345"/>
            </a:xfrm>
            <a:prstGeom prst="arc">
              <a:avLst>
                <a:gd name="adj1" fmla="val 13390027"/>
                <a:gd name="adj2" fmla="val 19026755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Retângulo 48">
              <a:extLst>
                <a:ext uri="{FF2B5EF4-FFF2-40B4-BE49-F238E27FC236}">
                  <a16:creationId xmlns:a16="http://schemas.microsoft.com/office/drawing/2014/main" id="{1460DB5B-59F8-9EF2-F9BA-265493809FFF}"/>
                </a:ext>
              </a:extLst>
            </p:cNvPr>
            <p:cNvSpPr/>
            <p:nvPr/>
          </p:nvSpPr>
          <p:spPr>
            <a:xfrm>
              <a:off x="9687799" y="571608"/>
              <a:ext cx="383059" cy="52959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0" name="Arco 49">
            <a:extLst>
              <a:ext uri="{FF2B5EF4-FFF2-40B4-BE49-F238E27FC236}">
                <a16:creationId xmlns:a16="http://schemas.microsoft.com/office/drawing/2014/main" id="{D0E84C06-EB3D-3C38-2221-5C743411E204}"/>
              </a:ext>
            </a:extLst>
          </p:cNvPr>
          <p:cNvSpPr/>
          <p:nvPr/>
        </p:nvSpPr>
        <p:spPr>
          <a:xfrm rot="5741751">
            <a:off x="5317926" y="4149788"/>
            <a:ext cx="199682" cy="186542"/>
          </a:xfrm>
          <a:prstGeom prst="arc">
            <a:avLst>
              <a:gd name="adj1" fmla="val 16200000"/>
              <a:gd name="adj2" fmla="val 488961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Arco 50">
            <a:extLst>
              <a:ext uri="{FF2B5EF4-FFF2-40B4-BE49-F238E27FC236}">
                <a16:creationId xmlns:a16="http://schemas.microsoft.com/office/drawing/2014/main" id="{871BD50A-01C0-FCA0-9725-86C1C8BB1841}"/>
              </a:ext>
            </a:extLst>
          </p:cNvPr>
          <p:cNvSpPr/>
          <p:nvPr/>
        </p:nvSpPr>
        <p:spPr>
          <a:xfrm flipV="1">
            <a:off x="4776648" y="3359226"/>
            <a:ext cx="1316881" cy="1632084"/>
          </a:xfrm>
          <a:prstGeom prst="arc">
            <a:avLst>
              <a:gd name="adj1" fmla="val 10657095"/>
              <a:gd name="adj2" fmla="val 154392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CDB31C22-322E-2E08-78FE-08CE91B75CEB}"/>
              </a:ext>
            </a:extLst>
          </p:cNvPr>
          <p:cNvSpPr txBox="1"/>
          <p:nvPr/>
        </p:nvSpPr>
        <p:spPr>
          <a:xfrm>
            <a:off x="4677434" y="5561070"/>
            <a:ext cx="150476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Cinza e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vermelho</a:t>
            </a:r>
            <a:endParaRPr kumimoji="0" lang="pt-B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53" name="Group 23">
            <a:extLst>
              <a:ext uri="{FF2B5EF4-FFF2-40B4-BE49-F238E27FC236}">
                <a16:creationId xmlns:a16="http://schemas.microsoft.com/office/drawing/2014/main" id="{98AA8135-E818-31D4-0236-0248B510D732}"/>
              </a:ext>
            </a:extLst>
          </p:cNvPr>
          <p:cNvGrpSpPr/>
          <p:nvPr/>
        </p:nvGrpSpPr>
        <p:grpSpPr>
          <a:xfrm>
            <a:off x="6565859" y="3967055"/>
            <a:ext cx="1938226" cy="1556237"/>
            <a:chOff x="8882824" y="402672"/>
            <a:chExt cx="2016211" cy="1510315"/>
          </a:xfrm>
        </p:grpSpPr>
        <p:sp>
          <p:nvSpPr>
            <p:cNvPr id="54" name="Retângulo 53">
              <a:extLst>
                <a:ext uri="{FF2B5EF4-FFF2-40B4-BE49-F238E27FC236}">
                  <a16:creationId xmlns:a16="http://schemas.microsoft.com/office/drawing/2014/main" id="{26DCF922-3A73-DB01-A4F9-CE7035EB72C7}"/>
                </a:ext>
              </a:extLst>
            </p:cNvPr>
            <p:cNvSpPr/>
            <p:nvPr/>
          </p:nvSpPr>
          <p:spPr>
            <a:xfrm>
              <a:off x="8882824" y="402672"/>
              <a:ext cx="2016211" cy="1510315"/>
            </a:xfrm>
            <a:prstGeom prst="rect">
              <a:avLst/>
            </a:prstGeom>
            <a:solidFill>
              <a:srgbClr val="03BBF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tângulo 54">
              <a:extLst>
                <a:ext uri="{FF2B5EF4-FFF2-40B4-BE49-F238E27FC236}">
                  <a16:creationId xmlns:a16="http://schemas.microsoft.com/office/drawing/2014/main" id="{18591E04-9BB8-0C54-4224-9C58992762DE}"/>
                </a:ext>
              </a:extLst>
            </p:cNvPr>
            <p:cNvSpPr/>
            <p:nvPr/>
          </p:nvSpPr>
          <p:spPr>
            <a:xfrm>
              <a:off x="9017096" y="568857"/>
              <a:ext cx="1735775" cy="118072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Arco 55">
              <a:extLst>
                <a:ext uri="{FF2B5EF4-FFF2-40B4-BE49-F238E27FC236}">
                  <a16:creationId xmlns:a16="http://schemas.microsoft.com/office/drawing/2014/main" id="{B5EE3AF5-F6F5-3A13-C03E-BA14A729E02F}"/>
                </a:ext>
              </a:extLst>
            </p:cNvPr>
            <p:cNvSpPr/>
            <p:nvPr/>
          </p:nvSpPr>
          <p:spPr>
            <a:xfrm rot="10800000">
              <a:off x="9686372" y="659330"/>
              <a:ext cx="383059" cy="586345"/>
            </a:xfrm>
            <a:prstGeom prst="arc">
              <a:avLst>
                <a:gd name="adj1" fmla="val 13390027"/>
                <a:gd name="adj2" fmla="val 19026755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Retângulo 56">
              <a:extLst>
                <a:ext uri="{FF2B5EF4-FFF2-40B4-BE49-F238E27FC236}">
                  <a16:creationId xmlns:a16="http://schemas.microsoft.com/office/drawing/2014/main" id="{1EF2A6EE-4E7E-BA07-0C76-5DC171AEAF00}"/>
                </a:ext>
              </a:extLst>
            </p:cNvPr>
            <p:cNvSpPr/>
            <p:nvPr/>
          </p:nvSpPr>
          <p:spPr>
            <a:xfrm>
              <a:off x="9687799" y="571608"/>
              <a:ext cx="383059" cy="529590"/>
            </a:xfrm>
            <a:prstGeom prst="rect">
              <a:avLst/>
            </a:prstGeom>
            <a:solidFill>
              <a:srgbClr val="03BBF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8" name="Arco 57">
            <a:extLst>
              <a:ext uri="{FF2B5EF4-FFF2-40B4-BE49-F238E27FC236}">
                <a16:creationId xmlns:a16="http://schemas.microsoft.com/office/drawing/2014/main" id="{CDC6E200-1C2B-03CC-D92D-81BB78C99E2D}"/>
              </a:ext>
            </a:extLst>
          </p:cNvPr>
          <p:cNvSpPr/>
          <p:nvPr/>
        </p:nvSpPr>
        <p:spPr>
          <a:xfrm rot="5741751">
            <a:off x="7415158" y="4149788"/>
            <a:ext cx="199682" cy="186542"/>
          </a:xfrm>
          <a:prstGeom prst="arc">
            <a:avLst>
              <a:gd name="adj1" fmla="val 16200000"/>
              <a:gd name="adj2" fmla="val 488961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Arco 58">
            <a:extLst>
              <a:ext uri="{FF2B5EF4-FFF2-40B4-BE49-F238E27FC236}">
                <a16:creationId xmlns:a16="http://schemas.microsoft.com/office/drawing/2014/main" id="{39DA8B20-9BD7-28D0-7EB1-1ED187496CF9}"/>
              </a:ext>
            </a:extLst>
          </p:cNvPr>
          <p:cNvSpPr/>
          <p:nvPr/>
        </p:nvSpPr>
        <p:spPr>
          <a:xfrm flipV="1">
            <a:off x="6873880" y="3359226"/>
            <a:ext cx="1316881" cy="1632084"/>
          </a:xfrm>
          <a:prstGeom prst="arc">
            <a:avLst>
              <a:gd name="adj1" fmla="val 10657095"/>
              <a:gd name="adj2" fmla="val 154392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FC8021BA-FA55-C0B6-56A6-8A018F9995AD}"/>
              </a:ext>
            </a:extLst>
          </p:cNvPr>
          <p:cNvSpPr txBox="1"/>
          <p:nvPr/>
        </p:nvSpPr>
        <p:spPr>
          <a:xfrm>
            <a:off x="6774666" y="5561070"/>
            <a:ext cx="150476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Azul claro e </a:t>
            </a:r>
            <a:r>
              <a:rPr lang="en-US" sz="1000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verde escuro</a:t>
            </a:r>
            <a:endParaRPr kumimoji="0" lang="pt-B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61" name="Group 23">
            <a:extLst>
              <a:ext uri="{FF2B5EF4-FFF2-40B4-BE49-F238E27FC236}">
                <a16:creationId xmlns:a16="http://schemas.microsoft.com/office/drawing/2014/main" id="{E4ACEF2E-A73A-49B0-D5A5-1EDA41A2FEF6}"/>
              </a:ext>
            </a:extLst>
          </p:cNvPr>
          <p:cNvGrpSpPr/>
          <p:nvPr/>
        </p:nvGrpSpPr>
        <p:grpSpPr>
          <a:xfrm>
            <a:off x="8661646" y="3973796"/>
            <a:ext cx="1938226" cy="1556237"/>
            <a:chOff x="8882824" y="402672"/>
            <a:chExt cx="2016211" cy="1510315"/>
          </a:xfrm>
        </p:grpSpPr>
        <p:sp>
          <p:nvSpPr>
            <p:cNvPr id="62" name="Retângulo 61">
              <a:extLst>
                <a:ext uri="{FF2B5EF4-FFF2-40B4-BE49-F238E27FC236}">
                  <a16:creationId xmlns:a16="http://schemas.microsoft.com/office/drawing/2014/main" id="{726E9B63-CDDC-D591-1EF0-1C5F3B545D62}"/>
                </a:ext>
              </a:extLst>
            </p:cNvPr>
            <p:cNvSpPr/>
            <p:nvPr/>
          </p:nvSpPr>
          <p:spPr>
            <a:xfrm>
              <a:off x="8882824" y="402672"/>
              <a:ext cx="2016211" cy="1510315"/>
            </a:xfrm>
            <a:prstGeom prst="rect">
              <a:avLst/>
            </a:prstGeom>
            <a:solidFill>
              <a:srgbClr val="62983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Retângulo 62">
              <a:extLst>
                <a:ext uri="{FF2B5EF4-FFF2-40B4-BE49-F238E27FC236}">
                  <a16:creationId xmlns:a16="http://schemas.microsoft.com/office/drawing/2014/main" id="{28C40288-329C-00C5-3AE7-2C9EA62F1BC3}"/>
                </a:ext>
              </a:extLst>
            </p:cNvPr>
            <p:cNvSpPr/>
            <p:nvPr/>
          </p:nvSpPr>
          <p:spPr>
            <a:xfrm>
              <a:off x="9017096" y="568857"/>
              <a:ext cx="1735775" cy="118072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" name="Arco 191">
              <a:extLst>
                <a:ext uri="{FF2B5EF4-FFF2-40B4-BE49-F238E27FC236}">
                  <a16:creationId xmlns:a16="http://schemas.microsoft.com/office/drawing/2014/main" id="{ABCC46A3-762A-00D9-295A-7D90EE966096}"/>
                </a:ext>
              </a:extLst>
            </p:cNvPr>
            <p:cNvSpPr/>
            <p:nvPr/>
          </p:nvSpPr>
          <p:spPr>
            <a:xfrm rot="10800000">
              <a:off x="9686372" y="659330"/>
              <a:ext cx="383059" cy="586345"/>
            </a:xfrm>
            <a:prstGeom prst="arc">
              <a:avLst>
                <a:gd name="adj1" fmla="val 13390027"/>
                <a:gd name="adj2" fmla="val 19026755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" name="Retângulo 192">
              <a:extLst>
                <a:ext uri="{FF2B5EF4-FFF2-40B4-BE49-F238E27FC236}">
                  <a16:creationId xmlns:a16="http://schemas.microsoft.com/office/drawing/2014/main" id="{C40145F9-8FEE-2DAD-C49B-608E43735551}"/>
                </a:ext>
              </a:extLst>
            </p:cNvPr>
            <p:cNvSpPr/>
            <p:nvPr/>
          </p:nvSpPr>
          <p:spPr>
            <a:xfrm>
              <a:off x="9687799" y="571608"/>
              <a:ext cx="383059" cy="529590"/>
            </a:xfrm>
            <a:prstGeom prst="rect">
              <a:avLst/>
            </a:prstGeom>
            <a:solidFill>
              <a:srgbClr val="62983E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94" name="Arco 193">
            <a:extLst>
              <a:ext uri="{FF2B5EF4-FFF2-40B4-BE49-F238E27FC236}">
                <a16:creationId xmlns:a16="http://schemas.microsoft.com/office/drawing/2014/main" id="{D5DEFBE8-CF3E-447F-EBA8-4E1AF64141C8}"/>
              </a:ext>
            </a:extLst>
          </p:cNvPr>
          <p:cNvSpPr/>
          <p:nvPr/>
        </p:nvSpPr>
        <p:spPr>
          <a:xfrm rot="5741751">
            <a:off x="9510945" y="4156529"/>
            <a:ext cx="199682" cy="186542"/>
          </a:xfrm>
          <a:prstGeom prst="arc">
            <a:avLst>
              <a:gd name="adj1" fmla="val 16200000"/>
              <a:gd name="adj2" fmla="val 488961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5" name="Arco 194">
            <a:extLst>
              <a:ext uri="{FF2B5EF4-FFF2-40B4-BE49-F238E27FC236}">
                <a16:creationId xmlns:a16="http://schemas.microsoft.com/office/drawing/2014/main" id="{6A87F6B2-EE07-6D4F-BD36-5E421011632E}"/>
              </a:ext>
            </a:extLst>
          </p:cNvPr>
          <p:cNvSpPr/>
          <p:nvPr/>
        </p:nvSpPr>
        <p:spPr>
          <a:xfrm flipV="1">
            <a:off x="8969667" y="3365967"/>
            <a:ext cx="1316881" cy="1632084"/>
          </a:xfrm>
          <a:prstGeom prst="arc">
            <a:avLst>
              <a:gd name="adj1" fmla="val 10657095"/>
              <a:gd name="adj2" fmla="val 154392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6" name="CaixaDeTexto 195">
            <a:extLst>
              <a:ext uri="{FF2B5EF4-FFF2-40B4-BE49-F238E27FC236}">
                <a16:creationId xmlns:a16="http://schemas.microsoft.com/office/drawing/2014/main" id="{E2662319-7DC7-F6A1-0FAC-CB1EFF4E77A2}"/>
              </a:ext>
            </a:extLst>
          </p:cNvPr>
          <p:cNvSpPr txBox="1"/>
          <p:nvPr/>
        </p:nvSpPr>
        <p:spPr>
          <a:xfrm>
            <a:off x="8870453" y="5567811"/>
            <a:ext cx="150476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Verde claro e verde escuro</a:t>
            </a:r>
            <a:endParaRPr kumimoji="0" lang="pt-B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3" name="CaixaDeTexto 15">
            <a:extLst>
              <a:ext uri="{FF2B5EF4-FFF2-40B4-BE49-F238E27FC236}">
                <a16:creationId xmlns:a16="http://schemas.microsoft.com/office/drawing/2014/main" id="{59C97720-9AE3-2852-0657-C79AFBEACAA1}"/>
              </a:ext>
            </a:extLst>
          </p:cNvPr>
          <p:cNvSpPr txBox="1"/>
          <p:nvPr/>
        </p:nvSpPr>
        <p:spPr>
          <a:xfrm>
            <a:off x="2110682" y="328462"/>
            <a:ext cx="7686052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 Bold" panose="00000800000000000000" pitchFamily="2" charset="0"/>
                <a:ea typeface="+mn-ea"/>
                <a:cs typeface="Poppins Bold" panose="00000800000000000000" pitchFamily="2" charset="0"/>
              </a:rPr>
              <a:t>Sugestões de cores</a:t>
            </a:r>
          </a:p>
        </p:txBody>
      </p:sp>
    </p:spTree>
    <p:extLst>
      <p:ext uri="{BB962C8B-B14F-4D97-AF65-F5344CB8AC3E}">
        <p14:creationId xmlns:p14="http://schemas.microsoft.com/office/powerpoint/2010/main" val="18215511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3" baseType="lpstr"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43</cp:revision>
  <dcterms:created xsi:type="dcterms:W3CDTF">2026-05-19T16:02:37Z</dcterms:created>
  <dcterms:modified xsi:type="dcterms:W3CDTF">2026-05-19T16:25:15Z</dcterms:modified>
</cp:coreProperties>
</file>