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74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B7FA39-A480-FAC4-91DD-DCA7985E5CB2}" v="49" dt="2026-05-26T12:44:37.056"/>
    <p1510:client id="{3CCBD2C5-2DC2-9517-D3DA-77E4C9BA5AE4}" v="1" dt="2026-05-25T19:55:30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EED79-A2FB-4833-8968-93515EDD6D26}" type="datetimeFigureOut">
              <a:t>26/05/2026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4630A-F5B8-4B60-A00C-7E9EFDCA66D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380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58D6DF9-CE6B-3D8F-494E-6D1270A313E5}"/>
              </a:ext>
            </a:extLst>
          </p:cNvPr>
          <p:cNvSpPr txBox="1">
            <a:spLocks/>
          </p:cNvSpPr>
          <p:nvPr/>
        </p:nvSpPr>
        <p:spPr>
          <a:xfrm>
            <a:off x="2079726" y="180366"/>
            <a:ext cx="9727960" cy="104193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1.2 Recomendações para execução da base de concreto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76D22A-81F7-483F-9C1A-AD734E65A584}"/>
              </a:ext>
            </a:extLst>
          </p:cNvPr>
          <p:cNvSpPr txBox="1"/>
          <p:nvPr/>
        </p:nvSpPr>
        <p:spPr>
          <a:xfrm>
            <a:off x="2079725" y="1218638"/>
            <a:ext cx="9727961" cy="2628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0400" marR="0" lvl="1" indent="-2304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Entre o terreno e o concreto deverá ser aplicado um filme impermeável de polietileno com mínimo de 20µm (micra) de espessura (</a:t>
            </a:r>
            <a:r>
              <a:rPr kumimoji="0" lang="pt-B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dompgard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ou similar) com sobreposição mínima de 1m para evitar subpressão de vapor e umidade do solo; </a:t>
            </a:r>
          </a:p>
          <a:p>
            <a:pPr marL="230400" marR="0" lvl="1" indent="-2304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Deverá ser colocada uma tela </a:t>
            </a:r>
            <a:r>
              <a:rPr kumimoji="0" lang="pt-B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eletrosoldada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tipo </a:t>
            </a:r>
            <a:r>
              <a:rPr kumimoji="0" lang="pt-B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Telcon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ou similar com malha de 15x15cm e diâmetro de 3,4mm, com espaçadores plásticos evitando furar a manta de polietileno. Esta tela tem a função de absorver movimentos de retração do concreto sem, portanto, ter função estrutural;</a:t>
            </a:r>
          </a:p>
          <a:p>
            <a:pPr marL="230400" marR="0" lvl="1" indent="-2304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 concreto deverá ser executado, desempenado com desempenadeira de aço, fazendo com que o piso esteja uniforme, não vitrificado, isento de umidade e com as juntas de dilatação tratadas.</a:t>
            </a:r>
            <a:endParaRPr kumimoji="0" lang="pt-BR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4502170-55EE-C11D-F57D-2C9827173415}"/>
              </a:ext>
            </a:extLst>
          </p:cNvPr>
          <p:cNvSpPr txBox="1"/>
          <p:nvPr/>
        </p:nvSpPr>
        <p:spPr>
          <a:xfrm>
            <a:off x="2079725" y="4418554"/>
            <a:ext cx="9727960" cy="225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0400" marR="0" lvl="0" indent="-2304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Resistência igual ou maior a 20m.p.a ativado com micro sílica, fibra de polipropileno e incorporador de ar de acordo com especificação do fabricante. Espessura mínima de 10cm;</a:t>
            </a:r>
          </a:p>
          <a:p>
            <a:pPr marL="230400" marR="0" lvl="1" indent="-2286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As juntas deverão obedecer o espaçamento mínimo de norma em função da área ou no máximo a cada 5 metros entre as juntas serradas;</a:t>
            </a:r>
          </a:p>
          <a:p>
            <a:pPr marL="230400" marR="0" lvl="1" indent="-2286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 largura da junta serrada deverá ser de 3mm e sua profundidade correspondente à 1/3 da espessura da base de concreto.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0935490-EB4B-E0AB-D7B2-ED878AD8C4C2}"/>
              </a:ext>
            </a:extLst>
          </p:cNvPr>
          <p:cNvSpPr txBox="1">
            <a:spLocks/>
          </p:cNvSpPr>
          <p:nvPr/>
        </p:nvSpPr>
        <p:spPr>
          <a:xfrm>
            <a:off x="2079726" y="3869783"/>
            <a:ext cx="8805988" cy="54827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1.3 Características técnicas do concreto</a:t>
            </a:r>
          </a:p>
        </p:txBody>
      </p:sp>
      <p:sp>
        <p:nvSpPr>
          <p:cNvPr id="3" name="Retângulo 1">
            <a:extLst>
              <a:ext uri="{FF2B5EF4-FFF2-40B4-BE49-F238E27FC236}">
                <a16:creationId xmlns:a16="http://schemas.microsoft.com/office/drawing/2014/main" id="{4E71A842-00A8-3723-CC95-594EA50BFB29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D9E7802E-C039-0382-616D-DCBA02EFE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9C22047A-692F-BA48-F348-FB57CF4C66C3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Projeto</a:t>
            </a:r>
          </a:p>
        </p:txBody>
      </p:sp>
      <p:sp>
        <p:nvSpPr>
          <p:cNvPr id="12" name="CaixaDeTexto 10">
            <a:extLst>
              <a:ext uri="{FF2B5EF4-FFF2-40B4-BE49-F238E27FC236}">
                <a16:creationId xmlns:a16="http://schemas.microsoft.com/office/drawing/2014/main" id="{7CFEA8A3-AB0B-36E7-7C50-DDB8C6D0A127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Pagamento</a:t>
            </a:r>
          </a:p>
        </p:txBody>
      </p:sp>
      <p:sp>
        <p:nvSpPr>
          <p:cNvPr id="13" name="CaixaDeTexto 10">
            <a:extLst>
              <a:ext uri="{FF2B5EF4-FFF2-40B4-BE49-F238E27FC236}">
                <a16:creationId xmlns:a16="http://schemas.microsoft.com/office/drawing/2014/main" id="{FB9BCBA0-02DC-92AD-D3B3-42A9A6441D5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Investimento</a:t>
            </a:r>
          </a:p>
        </p:txBody>
      </p:sp>
      <p:sp>
        <p:nvSpPr>
          <p:cNvPr id="14" name="CaixaDeTexto 10">
            <a:extLst>
              <a:ext uri="{FF2B5EF4-FFF2-40B4-BE49-F238E27FC236}">
                <a16:creationId xmlns:a16="http://schemas.microsoft.com/office/drawing/2014/main" id="{E4EEC601-0312-D9C1-D4F5-353F80588EF1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Prazos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A33A3CD6-BC90-BF47-12C5-DF08CEBD383E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Garantia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E600D84C-2B62-3C85-0050-1A1A6ABFC5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Regras </a:t>
            </a:r>
          </a:p>
        </p:txBody>
      </p:sp>
    </p:spTree>
    <p:extLst>
      <p:ext uri="{BB962C8B-B14F-4D97-AF65-F5344CB8AC3E}">
        <p14:creationId xmlns:p14="http://schemas.microsoft.com/office/powerpoint/2010/main" val="42691354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</cp:revision>
  <dcterms:created xsi:type="dcterms:W3CDTF">2026-05-19T22:59:01Z</dcterms:created>
  <dcterms:modified xsi:type="dcterms:W3CDTF">2026-05-26T12:45:01Z</dcterms:modified>
</cp:coreProperties>
</file>