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B54A5-CFC2-F232-AF47-87D56E4CB354}" v="8" dt="2026-05-25T18:02:48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1523-25D0-45DD-8428-48CF2ABB0D5B}" type="datetimeFigureOut"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09CF5-B867-4C3C-8EEA-44D367322211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45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BA4496-8467-5024-054E-DD647A3C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A3E9-C62C-4344-B3D3-1FBC5A21D098}" type="datetime1">
              <a:rPr lang="en-GB" smtClean="0"/>
              <a:t>25/05/2026</a:t>
            </a:fld>
            <a:endParaRPr lang="pt-BR"/>
          </a:p>
        </p:txBody>
      </p:sp>
      <p:sp>
        <p:nvSpPr>
          <p:cNvPr id="5" name="Retângulo 1">
            <a:extLst>
              <a:ext uri="{FF2B5EF4-FFF2-40B4-BE49-F238E27FC236}">
                <a16:creationId xmlns:a16="http://schemas.microsoft.com/office/drawing/2014/main" id="{1503AD74-43EC-9BA8-B430-6839A58AD34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4387D86-BFF9-9BAE-000F-F70DE0E2E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E67D6D5A-2674-CC71-C910-C08329139155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5A4AAC78-8969-7E29-3790-B7C9BE90D1C6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9FE42992-1F8E-A206-E132-FCFE85949131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E6728D76-7039-5AB6-4C4F-3602BE8AD8A4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4A0DB739-EA32-27DA-63AB-94704716DD25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E0CB8EAD-282E-1F12-A81D-B4B418518B73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0" name="CaixaDeTexto 15">
            <a:extLst>
              <a:ext uri="{FF2B5EF4-FFF2-40B4-BE49-F238E27FC236}">
                <a16:creationId xmlns:a16="http://schemas.microsoft.com/office/drawing/2014/main" id="{893D9386-1ACA-94D7-5AD3-A596BCB4CF91}"/>
              </a:ext>
            </a:extLst>
          </p:cNvPr>
          <p:cNvSpPr txBox="1"/>
          <p:nvPr/>
        </p:nvSpPr>
        <p:spPr>
          <a:xfrm>
            <a:off x="2104811" y="316510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1.6 Detalhe construtivo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F342CFF-F3C1-D210-219E-D4FB28D16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769" y="1338638"/>
            <a:ext cx="9350550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067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2026-05-25T17:58:22Z</dcterms:created>
  <dcterms:modified xsi:type="dcterms:W3CDTF">2026-05-25T18:03:55Z</dcterms:modified>
</cp:coreProperties>
</file>