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4CE801-7C1D-C304-A6E4-E5A486D943CD}" v="3" dt="2026-05-26T23:39:06.6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66A1D14-391D-AAD3-9C71-A8BC8B42900C}"/>
              </a:ext>
            </a:extLst>
          </p:cNvPr>
          <p:cNvSpPr txBox="1">
            <a:spLocks/>
          </p:cNvSpPr>
          <p:nvPr/>
        </p:nvSpPr>
        <p:spPr>
          <a:xfrm>
            <a:off x="2144588" y="2570"/>
            <a:ext cx="9622732" cy="142867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de-DE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200" b="1">
                <a:latin typeface="Poppins"/>
                <a:ea typeface="Times New Roman" panose="02020603050405020304" pitchFamily="18" charset="0"/>
                <a:cs typeface="Poppins"/>
              </a:rPr>
              <a:t>BASQUETE – Estrutura Aérea </a:t>
            </a:r>
            <a:endParaRPr lang="en-US" sz="1200">
              <a:latin typeface="Poppins"/>
              <a:ea typeface="Times New Roman" panose="02020603050405020304" pitchFamily="18" charset="0"/>
              <a:cs typeface="Poppins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buFont typeface="Arial"/>
              <a:buChar char="•"/>
            </a:pPr>
            <a:r>
              <a:rPr lang="pt-BR" sz="1200">
                <a:latin typeface="Poppins"/>
                <a:ea typeface="+mn-lt"/>
                <a:cs typeface="Poppins"/>
              </a:rPr>
              <a:t>Tabela de basquete oficial nos campeonatos da NBB. Segurança e durabilidade confiável. Estrutura e estabilidade reforçada. Quando a tabela é levantada as sapatas se fixam no chão para garantir mais estabilidade e segurança ao atleta.</a:t>
            </a:r>
            <a:endParaRPr lang="pt-BR" sz="1200" b="1">
              <a:latin typeface="Poppins"/>
              <a:ea typeface="Times New Roman" panose="02020603050405020304" pitchFamily="18" charset="0"/>
              <a:cs typeface="Poppins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endParaRPr lang="pt-BR" sz="1200" b="1" dirty="0">
              <a:latin typeface="Poppins"/>
              <a:ea typeface="Times New Roman" panose="02020603050405020304" pitchFamily="18" charset="0"/>
              <a:cs typeface="Poppins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endParaRPr lang="pt-BR" sz="1200" b="1" dirty="0">
              <a:effectLst/>
              <a:latin typeface="Poppins"/>
              <a:ea typeface="Times New Roman" panose="02020603050405020304" pitchFamily="18" charset="0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31</cp:revision>
  <dcterms:created xsi:type="dcterms:W3CDTF">2026-05-20T01:04:06Z</dcterms:created>
  <dcterms:modified xsi:type="dcterms:W3CDTF">2026-05-26T23:39:12Z</dcterms:modified>
</cp:coreProperties>
</file>