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73F864-63E8-4A20-C1C2-C1125AA9CA9F}" v="34" dt="2026-05-19T23:04:09.1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15">
            <a:extLst>
              <a:ext uri="{FF2B5EF4-FFF2-40B4-BE49-F238E27FC236}">
                <a16:creationId xmlns:a16="http://schemas.microsoft.com/office/drawing/2014/main" id="{7A11B827-5F64-AFF2-D0B2-94E7D10B215C}"/>
              </a:ext>
            </a:extLst>
          </p:cNvPr>
          <p:cNvSpPr txBox="1"/>
          <p:nvPr/>
        </p:nvSpPr>
        <p:spPr>
          <a:xfrm>
            <a:off x="2104811" y="175518"/>
            <a:ext cx="64590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32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Tela de proteção superior</a:t>
            </a:r>
            <a:endParaRPr lang="pt-BR" sz="2800" b="1" dirty="0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21" name="CaixaDeTexto 6">
            <a:extLst>
              <a:ext uri="{FF2B5EF4-FFF2-40B4-BE49-F238E27FC236}">
                <a16:creationId xmlns:a16="http://schemas.microsoft.com/office/drawing/2014/main" id="{13E2FD3B-C389-61DD-EC5A-11F5CF727DFF}"/>
              </a:ext>
            </a:extLst>
          </p:cNvPr>
          <p:cNvSpPr txBox="1"/>
          <p:nvPr/>
        </p:nvSpPr>
        <p:spPr>
          <a:xfrm>
            <a:off x="2080732" y="722394"/>
            <a:ext cx="9688481" cy="7817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9870" indent="-229870" algn="just">
              <a:lnSpc>
                <a:spcPct val="200000"/>
              </a:lnSpc>
              <a:spcAft>
                <a:spcPts val="10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 b="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Rede de cobertura 100% polipropileno, malha 10 x 10, fio 2mm, na cor </a:t>
            </a:r>
            <a:r>
              <a:rPr lang="pt-BR" sz="1200" dirty="0">
                <a:latin typeface="Poppins "/>
                <a:ea typeface="Times New Roman" panose="02020603050405020304" pitchFamily="18" charset="0"/>
                <a:cs typeface="Poppins Light"/>
              </a:rPr>
              <a:t>{{ </a:t>
            </a:r>
            <a:r>
              <a:rPr lang="pt-BR" sz="1200" dirty="0" err="1">
                <a:latin typeface="Poppins "/>
                <a:ea typeface="Times New Roman" panose="02020603050405020304" pitchFamily="18" charset="0"/>
                <a:cs typeface="Poppins Light"/>
              </a:rPr>
              <a:t>cor_tela_superior</a:t>
            </a:r>
            <a:r>
              <a:rPr lang="pt-BR" sz="1200" dirty="0">
                <a:latin typeface="Poppins "/>
                <a:ea typeface="Times New Roman" panose="02020603050405020304" pitchFamily="18" charset="0"/>
                <a:cs typeface="Poppins Light"/>
              </a:rPr>
              <a:t> }},</a:t>
            </a:r>
            <a:r>
              <a:rPr lang="pt-BR" sz="1200" b="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 sustentada por cabos metálicos interligando os vértices formando um X.</a:t>
            </a:r>
            <a:endParaRPr lang="pt-BR" sz="1200" b="1" dirty="0">
              <a:effectLst/>
              <a:latin typeface="Poppins "/>
              <a:ea typeface="Times New Roman" panose="02020603050405020304" pitchFamily="18" charset="0"/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</cp:revision>
  <dcterms:created xsi:type="dcterms:W3CDTF">2026-05-19T22:59:01Z</dcterms:created>
  <dcterms:modified xsi:type="dcterms:W3CDTF">2026-05-19T23:04:35Z</dcterms:modified>
</cp:coreProperties>
</file>