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73F864-63E8-4A20-C1C2-C1125AA9CA9F}" v="3" dt="2026-05-19T22:59:25.1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E1D86E26-6EAF-86EA-5DA7-B8D07CA80B5F}"/>
              </a:ext>
            </a:extLst>
          </p:cNvPr>
          <p:cNvSpPr/>
          <p:nvPr/>
        </p:nvSpPr>
        <p:spPr>
          <a:xfrm>
            <a:off x="1" y="0"/>
            <a:ext cx="1914523" cy="6858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m 4" descr="Desenho de um círculo&#10;&#10;Descrição gerada automaticamente com confiança baixa">
            <a:extLst>
              <a:ext uri="{FF2B5EF4-FFF2-40B4-BE49-F238E27FC236}">
                <a16:creationId xmlns:a16="http://schemas.microsoft.com/office/drawing/2014/main" id="{44A5654E-3894-177A-BCDF-404204C3F0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394" y="322704"/>
            <a:ext cx="622719" cy="600016"/>
          </a:xfrm>
          <a:prstGeom prst="rect">
            <a:avLst/>
          </a:prstGeom>
        </p:spPr>
      </p:pic>
      <p:sp>
        <p:nvSpPr>
          <p:cNvPr id="6" name="CaixaDeTexto 10">
            <a:extLst>
              <a:ext uri="{FF2B5EF4-FFF2-40B4-BE49-F238E27FC236}">
                <a16:creationId xmlns:a16="http://schemas.microsoft.com/office/drawing/2014/main" id="{2CE7D9D1-76E2-B0E6-D94A-95859237FBF0}"/>
              </a:ext>
            </a:extLst>
          </p:cNvPr>
          <p:cNvSpPr txBox="1"/>
          <p:nvPr/>
        </p:nvSpPr>
        <p:spPr>
          <a:xfrm>
            <a:off x="39778" y="1911638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1400" b="1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Projeto</a:t>
            </a:r>
          </a:p>
        </p:txBody>
      </p:sp>
      <p:sp>
        <p:nvSpPr>
          <p:cNvPr id="7" name="CaixaDeTexto 10">
            <a:extLst>
              <a:ext uri="{FF2B5EF4-FFF2-40B4-BE49-F238E27FC236}">
                <a16:creationId xmlns:a16="http://schemas.microsoft.com/office/drawing/2014/main" id="{66B6F47B-C56D-E5F7-B282-6525F08B6EDF}"/>
              </a:ext>
            </a:extLst>
          </p:cNvPr>
          <p:cNvSpPr txBox="1"/>
          <p:nvPr/>
        </p:nvSpPr>
        <p:spPr>
          <a:xfrm>
            <a:off x="39778" y="2660340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Pagamento</a:t>
            </a:r>
          </a:p>
        </p:txBody>
      </p:sp>
      <p:sp>
        <p:nvSpPr>
          <p:cNvPr id="8" name="CaixaDeTexto 10">
            <a:extLst>
              <a:ext uri="{FF2B5EF4-FFF2-40B4-BE49-F238E27FC236}">
                <a16:creationId xmlns:a16="http://schemas.microsoft.com/office/drawing/2014/main" id="{D8E99D25-FD99-C096-3673-E340AA9A965E}"/>
              </a:ext>
            </a:extLst>
          </p:cNvPr>
          <p:cNvSpPr txBox="1"/>
          <p:nvPr/>
        </p:nvSpPr>
        <p:spPr>
          <a:xfrm>
            <a:off x="39778" y="2285989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Investimento</a:t>
            </a:r>
          </a:p>
        </p:txBody>
      </p:sp>
      <p:sp>
        <p:nvSpPr>
          <p:cNvPr id="9" name="CaixaDeTexto 10">
            <a:extLst>
              <a:ext uri="{FF2B5EF4-FFF2-40B4-BE49-F238E27FC236}">
                <a16:creationId xmlns:a16="http://schemas.microsoft.com/office/drawing/2014/main" id="{84E6459A-3459-61A3-9A2C-2FF2F77A43C3}"/>
              </a:ext>
            </a:extLst>
          </p:cNvPr>
          <p:cNvSpPr txBox="1"/>
          <p:nvPr/>
        </p:nvSpPr>
        <p:spPr>
          <a:xfrm>
            <a:off x="39778" y="3034691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Prazos</a:t>
            </a:r>
          </a:p>
        </p:txBody>
      </p:sp>
      <p:sp>
        <p:nvSpPr>
          <p:cNvPr id="10" name="CaixaDeTexto 10">
            <a:extLst>
              <a:ext uri="{FF2B5EF4-FFF2-40B4-BE49-F238E27FC236}">
                <a16:creationId xmlns:a16="http://schemas.microsoft.com/office/drawing/2014/main" id="{0E9D7EF3-CCFC-818E-ABCF-0370ECAC8DDD}"/>
              </a:ext>
            </a:extLst>
          </p:cNvPr>
          <p:cNvSpPr txBox="1"/>
          <p:nvPr/>
        </p:nvSpPr>
        <p:spPr>
          <a:xfrm>
            <a:off x="39778" y="3409042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Garantia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156A5788-1DBD-A503-2001-DE9C2E7E1BD4}"/>
              </a:ext>
            </a:extLst>
          </p:cNvPr>
          <p:cNvSpPr txBox="1"/>
          <p:nvPr/>
        </p:nvSpPr>
        <p:spPr>
          <a:xfrm>
            <a:off x="39778" y="3783395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Regras </a:t>
            </a:r>
          </a:p>
        </p:txBody>
      </p:sp>
    </p:spTree>
    <p:extLst>
      <p:ext uri="{BB962C8B-B14F-4D97-AF65-F5344CB8AC3E}">
        <p14:creationId xmlns:p14="http://schemas.microsoft.com/office/powerpoint/2010/main" val="221086655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2" baseType="lpstr"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</cp:revision>
  <dcterms:created xsi:type="dcterms:W3CDTF">2026-05-19T22:59:01Z</dcterms:created>
  <dcterms:modified xsi:type="dcterms:W3CDTF">2026-05-19T23:01:46Z</dcterms:modified>
</cp:coreProperties>
</file>