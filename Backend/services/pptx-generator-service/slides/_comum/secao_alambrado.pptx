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73F864-63E8-4A20-C1C2-C1125AA9CA9F}" v="12" dt="2026-05-19T23:02:51.0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5/10/relationships/revisionInfo" Target="revisionInfo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4542291-680C-F737-DD7E-762E2ACFE6AA}"/>
              </a:ext>
            </a:extLst>
          </p:cNvPr>
          <p:cNvSpPr>
            <a:spLocks noGrp="1"/>
          </p:cNvSpPr>
          <p:nvPr/>
        </p:nvSpPr>
        <p:spPr>
          <a:xfrm>
            <a:off x="2080732" y="724605"/>
            <a:ext cx="9688481" cy="223406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200000"/>
              </a:lnSpc>
              <a:spcBef>
                <a:spcPts val="0"/>
              </a:spcBef>
              <a:buClr>
                <a:srgbClr val="FF0000"/>
              </a:buClr>
              <a:buFont typeface="Arial"/>
            </a:pPr>
            <a:r>
              <a:rPr lang="pt-BR" sz="1200" dirty="0">
                <a:latin typeface="Poppins"/>
                <a:cs typeface="Poppins"/>
              </a:rPr>
              <a:t>{{</a:t>
            </a:r>
            <a:r>
              <a:rPr lang="pt-BR" sz="1200" dirty="0" err="1">
                <a:latin typeface="Poppins"/>
                <a:cs typeface="Poppins"/>
              </a:rPr>
              <a:t>descricao_alambrado</a:t>
            </a:r>
            <a:r>
              <a:rPr lang="pt-BR" sz="1200" dirty="0">
                <a:latin typeface="Poppins"/>
                <a:cs typeface="Poppins"/>
              </a:rPr>
              <a:t>}}</a:t>
            </a:r>
            <a:endParaRPr lang="pt-BR" dirty="0">
              <a:latin typeface="Aptos" panose="020B0004020202020204"/>
              <a:cs typeface="Poppins"/>
            </a:endParaRPr>
          </a:p>
          <a:p>
            <a:pPr algn="just">
              <a:lnSpc>
                <a:spcPct val="200000"/>
              </a:lnSpc>
              <a:spcBef>
                <a:spcPts val="0"/>
              </a:spcBef>
              <a:buClr>
                <a:srgbClr val="FF0000"/>
              </a:buClr>
              <a:buFont typeface="Arial"/>
            </a:pPr>
            <a:r>
              <a:rPr lang="pt-BR" sz="1200" dirty="0">
                <a:latin typeface="Poppins"/>
                <a:cs typeface="Poppins"/>
              </a:rPr>
              <a:t>{{ </a:t>
            </a:r>
            <a:r>
              <a:rPr lang="pt-BR" sz="1200" dirty="0" err="1">
                <a:latin typeface="Poppins"/>
                <a:cs typeface="Poppins"/>
              </a:rPr>
              <a:t>quantidade_portoes</a:t>
            </a:r>
            <a:r>
              <a:rPr lang="pt-BR" sz="1200" dirty="0">
                <a:latin typeface="Poppins"/>
                <a:cs typeface="Poppins"/>
              </a:rPr>
              <a:t> }} {{portoes_palavra}} de acesso com dimensões de {{ </a:t>
            </a:r>
            <a:r>
              <a:rPr lang="pt-BR" sz="1200" dirty="0" err="1">
                <a:latin typeface="Poppins"/>
                <a:cs typeface="Poppins"/>
              </a:rPr>
              <a:t>dimensoes_portoes</a:t>
            </a:r>
            <a:r>
              <a:rPr lang="pt-BR" sz="1200" dirty="0">
                <a:latin typeface="Poppins"/>
                <a:cs typeface="Poppins"/>
              </a:rPr>
              <a:t> }};</a:t>
            </a:r>
            <a:endParaRPr lang="en-US" sz="1200" dirty="0">
              <a:latin typeface="Poppins"/>
              <a:cs typeface="Poppins"/>
            </a:endParaRPr>
          </a:p>
          <a:p>
            <a:pPr algn="just">
              <a:lnSpc>
                <a:spcPct val="200000"/>
              </a:lnSpc>
              <a:spcBef>
                <a:spcPts val="0"/>
              </a:spcBef>
              <a:buClr>
                <a:srgbClr val="FF0000"/>
              </a:buClr>
              <a:buFont typeface="Arial"/>
            </a:pPr>
            <a:r>
              <a:rPr lang="pt-BR" sz="1200" dirty="0">
                <a:latin typeface="Poppins"/>
                <a:cs typeface="Poppins"/>
              </a:rPr>
              <a:t>Tubos galvanizados {{ </a:t>
            </a:r>
            <a:r>
              <a:rPr lang="pt-BR" sz="1200" dirty="0" err="1">
                <a:latin typeface="Poppins"/>
                <a:cs typeface="Poppins"/>
              </a:rPr>
              <a:t>galvanizacao</a:t>
            </a:r>
            <a:r>
              <a:rPr lang="pt-BR" sz="1200" dirty="0">
                <a:latin typeface="Poppins"/>
                <a:cs typeface="Poppins"/>
              </a:rPr>
              <a:t> }}, sendo os tubos verticais com diâmetro de 48,30mm e espessura de 2,25mm e os tubos horizontais com diâmetro de 42,60mm e espessura de 2,00mm pintados na cor {{cor_tubo}};</a:t>
            </a:r>
            <a:endParaRPr lang="en-US" sz="1200" dirty="0">
              <a:latin typeface="Poppins"/>
              <a:cs typeface="Poppins"/>
            </a:endParaRPr>
          </a:p>
          <a:p>
            <a:pPr algn="just">
              <a:lnSpc>
                <a:spcPct val="200000"/>
              </a:lnSpc>
              <a:spcBef>
                <a:spcPts val="0"/>
              </a:spcBef>
              <a:buClr>
                <a:srgbClr val="FF0000"/>
              </a:buClr>
              <a:buFont typeface="Arial"/>
            </a:pPr>
            <a:r>
              <a:rPr lang="pt-BR" sz="1200" dirty="0">
                <a:latin typeface="Poppins"/>
                <a:cs typeface="Poppins"/>
              </a:rPr>
              <a:t>Tela malha {{tela_malha}} revestida em PVC {{cor_tela_malha}};</a:t>
            </a:r>
            <a:endParaRPr lang="en-US" sz="1200" dirty="0">
              <a:latin typeface="Poppins"/>
              <a:cs typeface="Poppins"/>
            </a:endParaRPr>
          </a:p>
          <a:p>
            <a:pPr algn="just">
              <a:lnSpc>
                <a:spcPct val="200000"/>
              </a:lnSpc>
              <a:spcBef>
                <a:spcPts val="0"/>
              </a:spcBef>
              <a:buClr>
                <a:srgbClr val="FF0000"/>
              </a:buClr>
              <a:buFont typeface="Arial"/>
            </a:pPr>
            <a:r>
              <a:rPr lang="pt-BR" sz="1200" dirty="0">
                <a:latin typeface="Poppins"/>
                <a:cs typeface="Poppins"/>
              </a:rPr>
              <a:t>{{</a:t>
            </a:r>
            <a:r>
              <a:rPr lang="pt-BR" sz="1200" dirty="0" err="1">
                <a:latin typeface="Poppins"/>
                <a:cs typeface="Poppins"/>
              </a:rPr>
              <a:t>travamento_descricao</a:t>
            </a:r>
            <a:r>
              <a:rPr lang="pt-BR" sz="1200" dirty="0">
                <a:latin typeface="Poppins"/>
                <a:cs typeface="Poppins"/>
              </a:rPr>
              <a:t>}}</a:t>
            </a:r>
            <a:endParaRPr lang="en-US" sz="1200" dirty="0">
              <a:latin typeface="Poppins"/>
              <a:cs typeface="Poppins"/>
            </a:endParaRPr>
          </a:p>
        </p:txBody>
      </p:sp>
      <p:sp>
        <p:nvSpPr>
          <p:cNvPr id="13" name="CaixaDeTexto 15">
            <a:extLst>
              <a:ext uri="{FF2B5EF4-FFF2-40B4-BE49-F238E27FC236}">
                <a16:creationId xmlns:a16="http://schemas.microsoft.com/office/drawing/2014/main" id="{7A56A202-1F77-8127-103F-262A04D5BF5D}"/>
              </a:ext>
            </a:extLst>
          </p:cNvPr>
          <p:cNvSpPr txBox="1"/>
          <p:nvPr/>
        </p:nvSpPr>
        <p:spPr>
          <a:xfrm>
            <a:off x="2080734" y="158320"/>
            <a:ext cx="52108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pt-BR" sz="3200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Alambrado</a:t>
            </a:r>
            <a:endParaRPr lang="pt-BR" sz="2800" b="1">
              <a:solidFill>
                <a:srgbClr val="FF0000"/>
              </a:solidFill>
              <a:latin typeface="Poppins Bold" panose="00000800000000000000" pitchFamily="2" charset="0"/>
              <a:cs typeface="Poppins Bold" panose="000008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created xsi:type="dcterms:W3CDTF">2026-05-19T22:59:01Z</dcterms:created>
  <dcterms:modified xsi:type="dcterms:W3CDTF">2026-05-19T23:03:04Z</dcterms:modified>
</cp:coreProperties>
</file>