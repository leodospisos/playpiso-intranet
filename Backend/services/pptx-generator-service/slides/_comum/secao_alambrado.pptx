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3F864-63E8-4A20-C1C2-C1125AA9CA9F}" v="12" dt="2026-05-19T23:02:51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/>
        </p:nvSpPr>
        <p:spPr>
          <a:xfrm>
            <a:off x="2080732" y="724605"/>
            <a:ext cx="9688481" cy="22340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descricao_alambrado</a:t>
            </a:r>
            <a:r>
              <a:rPr lang="pt-BR" sz="1200" dirty="0">
                <a:latin typeface="Poppins"/>
                <a:cs typeface="Poppins"/>
              </a:rPr>
              <a:t>}}</a:t>
            </a:r>
            <a:endParaRPr lang="pt-BR" dirty="0">
              <a:latin typeface="Aptos" panose="020B0004020202020204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quantidade_portoes</a:t>
            </a:r>
            <a:r>
              <a:rPr lang="pt-BR" sz="1200" dirty="0">
                <a:latin typeface="Poppins"/>
                <a:cs typeface="Poppins"/>
              </a:rPr>
              <a:t> }} portões de acesso com dimensões de {{ </a:t>
            </a:r>
            <a:r>
              <a:rPr lang="pt-BR" sz="1200" dirty="0" err="1">
                <a:latin typeface="Poppins"/>
                <a:cs typeface="Poppins"/>
              </a:rPr>
              <a:t>dimensoes_portoes</a:t>
            </a:r>
            <a:r>
              <a:rPr lang="pt-BR" sz="1200" dirty="0">
                <a:latin typeface="Poppins"/>
                <a:cs typeface="Poppins"/>
              </a:rPr>
              <a:t> }};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Tubos galvanizados {{ </a:t>
            </a:r>
            <a:r>
              <a:rPr lang="pt-BR" sz="1200" dirty="0" err="1">
                <a:latin typeface="Poppins"/>
                <a:cs typeface="Poppins"/>
              </a:rPr>
              <a:t>galvanizacao</a:t>
            </a:r>
            <a:r>
              <a:rPr lang="pt-BR" sz="1200" dirty="0">
                <a:latin typeface="Poppins"/>
                <a:cs typeface="Poppins"/>
              </a:rPr>
              <a:t> }}, sendo os tubos verticais com diâmetro de 48,30mm e espessura de 2,25mm e os tubos horizontais com diâmetro de 42,60mm e espessura de 2,00mm pintados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Tela malha 3” x 3” fio 12 revestida em PVC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travamento_descricao</a:t>
            </a:r>
            <a:r>
              <a:rPr lang="pt-BR" sz="1200" dirty="0">
                <a:latin typeface="Poppins"/>
                <a:cs typeface="Poppins"/>
              </a:rPr>
              <a:t>}}</a:t>
            </a:r>
            <a:endParaRPr lang="en-US" sz="1200" dirty="0">
              <a:latin typeface="Poppins"/>
              <a:cs typeface="Poppins"/>
            </a:endParaRPr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080734" y="158320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Alambrado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2026-05-19T22:59:01Z</dcterms:created>
  <dcterms:modified xsi:type="dcterms:W3CDTF">2026-05-19T23:03:04Z</dcterms:modified>
</cp:coreProperties>
</file>