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19D518-A360-EFAB-56AF-C764D7DBC237}" v="10" dt="2026-05-25T17:18:40.3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5/10/relationships/revisionInfo" Target="revisionInfo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25.05.2026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0CC5D293-8B54-F3B5-2B06-AC384075C631}"/>
              </a:ext>
            </a:extLst>
          </p:cNvPr>
          <p:cNvSpPr txBox="1">
            <a:spLocks/>
          </p:cNvSpPr>
          <p:nvPr/>
        </p:nvSpPr>
        <p:spPr>
          <a:xfrm>
            <a:off x="2080735" y="728279"/>
            <a:ext cx="9688478" cy="148737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de-DE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latin typeface="Poppins"/>
                <a:cs typeface="Poppins"/>
              </a:rPr>
              <a:t>{{ </a:t>
            </a:r>
            <a:r>
              <a:rPr lang="pt-BR" sz="1200">
                <a:latin typeface="Poppins"/>
                <a:cs typeface="Poppins"/>
              </a:rPr>
              <a:t>quantidade_projetores</a:t>
            </a:r>
            <a:r>
              <a:rPr lang="pt-BR" sz="1200" dirty="0">
                <a:latin typeface="Poppins"/>
                <a:cs typeface="Poppins"/>
              </a:rPr>
              <a:t> }} projetores em módulo de LED {{ </a:t>
            </a:r>
            <a:r>
              <a:rPr lang="pt-BR" sz="1200">
                <a:latin typeface="Poppins"/>
                <a:cs typeface="Poppins"/>
              </a:rPr>
              <a:t>potencia_projetores</a:t>
            </a:r>
            <a:r>
              <a:rPr lang="pt-BR" sz="1200" dirty="0">
                <a:latin typeface="Poppins"/>
                <a:cs typeface="Poppins"/>
              </a:rPr>
              <a:t> }}W;</a:t>
            </a:r>
            <a:endParaRPr lang="en-US" sz="1200">
              <a:latin typeface="Poppins"/>
              <a:cs typeface="Poppins"/>
            </a:endParaRP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latin typeface="Poppins"/>
                <a:cs typeface="Poppins"/>
              </a:rPr>
              <a:t>{{ </a:t>
            </a:r>
            <a:r>
              <a:rPr lang="pt-BR" sz="1200">
                <a:latin typeface="Poppins"/>
                <a:cs typeface="Poppins"/>
              </a:rPr>
              <a:t>quantidade_postes_iluminacao</a:t>
            </a:r>
            <a:r>
              <a:rPr lang="pt-BR" sz="1200" dirty="0">
                <a:latin typeface="Poppins"/>
                <a:cs typeface="Poppins"/>
              </a:rPr>
              <a:t> }} postes </a:t>
            </a:r>
            <a:r>
              <a:rPr lang="pt-BR" sz="1200">
                <a:latin typeface="Poppins"/>
                <a:cs typeface="Poppins"/>
              </a:rPr>
              <a:t>telecônicos</a:t>
            </a:r>
            <a:r>
              <a:rPr lang="pt-BR" sz="1200" dirty="0">
                <a:latin typeface="Poppins"/>
                <a:cs typeface="Poppins"/>
              </a:rPr>
              <a:t> metálicos, galvanizados a fogo, diâmetro de 114,40mm a 76,00mm e espessura de 2,25mm, com altura livre de {{ altura_postes_iluminacao_fmt }} com pintura especial na cor verde;</a:t>
            </a:r>
            <a:endParaRPr lang="en-US" sz="1200" dirty="0">
              <a:latin typeface="Poppins"/>
              <a:cs typeface="Poppins"/>
            </a:endParaRP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latin typeface="Poppins"/>
                <a:cs typeface="Poppins"/>
              </a:rPr>
              <a:t>{{ </a:t>
            </a:r>
            <a:r>
              <a:rPr lang="pt-BR" sz="1200">
                <a:latin typeface="Poppins"/>
                <a:cs typeface="Poppins"/>
              </a:rPr>
              <a:t>quantidade_cruzetas }} cruzetas simples para {{ quantidade_postes_iluminacao }}</a:t>
            </a:r>
            <a:r>
              <a:rPr lang="pt-BR" sz="1200" dirty="0">
                <a:latin typeface="Poppins"/>
                <a:cs typeface="Poppins"/>
              </a:rPr>
              <a:t> projetores, galvanizadas a fogo, com pintura especial na cor {{ cor_cruzetas }}.</a:t>
            </a:r>
            <a:endParaRPr lang="en-US" sz="1200" dirty="0">
              <a:latin typeface="Poppins"/>
              <a:cs typeface="Poppins"/>
            </a:endParaRPr>
          </a:p>
        </p:txBody>
      </p:sp>
      <p:sp>
        <p:nvSpPr>
          <p:cNvPr id="25" name="CaixaDeTexto 15">
            <a:extLst>
              <a:ext uri="{FF2B5EF4-FFF2-40B4-BE49-F238E27FC236}">
                <a16:creationId xmlns:a16="http://schemas.microsoft.com/office/drawing/2014/main" id="{361091E6-987F-4B57-83D1-8511A27F632F}"/>
              </a:ext>
            </a:extLst>
          </p:cNvPr>
          <p:cNvSpPr txBox="1"/>
          <p:nvPr/>
        </p:nvSpPr>
        <p:spPr>
          <a:xfrm>
            <a:off x="2080733" y="143504"/>
            <a:ext cx="52108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Iluminação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24</cp:revision>
  <dcterms:created xsi:type="dcterms:W3CDTF">2026-05-19T22:59:01Z</dcterms:created>
  <dcterms:modified xsi:type="dcterms:W3CDTF">2026-05-25T17:18:46Z</dcterms:modified>
</cp:coreProperties>
</file>