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4BD17F-CD17-1D3D-FBDA-3F74575DA103}" v="30" dt="2026-05-27T00:23:08.3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26.05.2026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aixaDeTexto 15">
            <a:extLst>
              <a:ext uri="{FF2B5EF4-FFF2-40B4-BE49-F238E27FC236}">
                <a16:creationId xmlns:a16="http://schemas.microsoft.com/office/drawing/2014/main" id="{7A11B827-5F64-AFF2-D0B2-94E7D10B215C}"/>
              </a:ext>
            </a:extLst>
          </p:cNvPr>
          <p:cNvSpPr txBox="1"/>
          <p:nvPr/>
        </p:nvSpPr>
        <p:spPr>
          <a:xfrm>
            <a:off x="2104811" y="175518"/>
            <a:ext cx="6459086" cy="584775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/>
                <a:cs typeface="Poppins Bold"/>
              </a:rPr>
              <a:t>Tela de sombreamento</a:t>
            </a:r>
            <a:endParaRPr lang="pt-BR" sz="2800" b="1">
              <a:solidFill>
                <a:srgbClr val="FF0000"/>
              </a:solidFill>
              <a:latin typeface="Poppins Bold"/>
              <a:cs typeface="Poppins Bold"/>
            </a:endParaRPr>
          </a:p>
        </p:txBody>
      </p:sp>
      <p:sp>
        <p:nvSpPr>
          <p:cNvPr id="21" name="CaixaDeTexto 6">
            <a:extLst>
              <a:ext uri="{FF2B5EF4-FFF2-40B4-BE49-F238E27FC236}">
                <a16:creationId xmlns:a16="http://schemas.microsoft.com/office/drawing/2014/main" id="{13E2FD3B-C389-61DD-EC5A-11F5CF727DFF}"/>
              </a:ext>
            </a:extLst>
          </p:cNvPr>
          <p:cNvSpPr txBox="1"/>
          <p:nvPr/>
        </p:nvSpPr>
        <p:spPr>
          <a:xfrm>
            <a:off x="2080732" y="722394"/>
            <a:ext cx="9688481" cy="127919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9870" indent="-229870" algn="just">
              <a:lnSpc>
                <a:spcPct val="200000"/>
              </a:lnSpc>
              <a:spcAft>
                <a:spcPts val="10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dirty="0">
                <a:latin typeface="Poppins"/>
                <a:ea typeface="+mn-lt"/>
                <a:cs typeface="Poppins"/>
              </a:rPr>
              <a:t>{{ </a:t>
            </a:r>
            <a:r>
              <a:rPr lang="pt-BR" sz="1200" dirty="0" err="1">
                <a:latin typeface="Poppins"/>
                <a:ea typeface="+mn-lt"/>
                <a:cs typeface="Poppins"/>
              </a:rPr>
              <a:t>descricao_tela_sombreamento</a:t>
            </a:r>
            <a:r>
              <a:rPr lang="pt-BR" sz="1200" dirty="0">
                <a:latin typeface="Poppins"/>
                <a:ea typeface="+mn-lt"/>
                <a:cs typeface="Poppins"/>
              </a:rPr>
              <a:t> }}</a:t>
            </a:r>
          </a:p>
          <a:p>
            <a:pPr marL="229870" indent="-229870" algn="just">
              <a:lnSpc>
                <a:spcPct val="200000"/>
              </a:lnSpc>
              <a:spcAft>
                <a:spcPts val="1000"/>
              </a:spcAft>
              <a:buClr>
                <a:srgbClr val="FF0000"/>
              </a:buClr>
              <a:buFont typeface="Arial" panose="020B0604020202020204" pitchFamily="34" charset="0"/>
              <a:buChar char="•"/>
            </a:pPr>
            <a:r>
              <a:rPr lang="pt-BR" sz="1200" dirty="0">
                <a:latin typeface="Poppins"/>
                <a:ea typeface="+mn-lt"/>
                <a:cs typeface="Poppins"/>
              </a:rPr>
              <a:t>Tela composta por material de alta tenacidade e durabilidade, com fios de polietileno virgem com costura dupla e fios </a:t>
            </a:r>
            <a:r>
              <a:rPr lang="pt-BR" sz="1200" dirty="0" err="1">
                <a:latin typeface="Poppins"/>
                <a:ea typeface="+mn-lt"/>
                <a:cs typeface="Poppins"/>
              </a:rPr>
              <a:t>anti</a:t>
            </a:r>
            <a:r>
              <a:rPr lang="pt-BR" sz="1200" dirty="0">
                <a:latin typeface="Poppins"/>
                <a:ea typeface="+mn-lt"/>
                <a:cs typeface="Poppins"/>
              </a:rPr>
              <a:t> U.V.; ilhoses de latão a cada 40cm.</a:t>
            </a:r>
            <a:endParaRPr lang="pt-BR" sz="1200">
              <a:latin typeface="Poppins"/>
              <a:ea typeface="+mn-lt"/>
              <a:cs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33</cp:revision>
  <dcterms:created xsi:type="dcterms:W3CDTF">2026-05-19T22:59:01Z</dcterms:created>
  <dcterms:modified xsi:type="dcterms:W3CDTF">2026-05-27T00:23:13Z</dcterms:modified>
</cp:coreProperties>
</file>