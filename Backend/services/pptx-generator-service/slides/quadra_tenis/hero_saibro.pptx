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95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AD1140-DE79-D47C-5438-1FD6759458C3}" v="2" dt="2026-05-19T13:57:43.3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4C4A1-22FF-46E0-9B9B-D3D665ACE429}" type="datetimeFigureOut">
              <a:t>19/05/2026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03F544-EAC4-40E8-B954-B19BE9E135B2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1841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491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Edited image">
            <a:extLst>
              <a:ext uri="{FF2B5EF4-FFF2-40B4-BE49-F238E27FC236}">
                <a16:creationId xmlns:a16="http://schemas.microsoft.com/office/drawing/2014/main" id="{1E81B09C-1BDC-F156-2C0A-5D13CA5926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274" b="16487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 descr="Desenho de um cachorro&#10;&#10;Descrição gerada automaticamente">
            <a:extLst>
              <a:ext uri="{FF2B5EF4-FFF2-40B4-BE49-F238E27FC236}">
                <a16:creationId xmlns:a16="http://schemas.microsoft.com/office/drawing/2014/main" id="{E11B0AF3-A2DF-2D08-05BD-171CB6929A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4615" y="6259629"/>
            <a:ext cx="1344059" cy="315929"/>
          </a:xfrm>
          <a:prstGeom prst="rect">
            <a:avLst/>
          </a:prstGeom>
        </p:spPr>
      </p:pic>
      <p:pic>
        <p:nvPicPr>
          <p:cNvPr id="5" name="Imagem 4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FC62EC59-9592-CA08-A8E3-B035BA30CF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750" y="296111"/>
            <a:ext cx="806652" cy="777243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3D9ABD36-813F-D752-7657-1EAAE7370F8C}"/>
              </a:ext>
            </a:extLst>
          </p:cNvPr>
          <p:cNvSpPr txBox="1"/>
          <p:nvPr/>
        </p:nvSpPr>
        <p:spPr>
          <a:xfrm>
            <a:off x="1755688" y="2654710"/>
            <a:ext cx="868892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QUADRA DE TÊNIS SAIBRO</a:t>
            </a:r>
          </a:p>
        </p:txBody>
      </p:sp>
    </p:spTree>
    <p:extLst>
      <p:ext uri="{BB962C8B-B14F-4D97-AF65-F5344CB8AC3E}">
        <p14:creationId xmlns:p14="http://schemas.microsoft.com/office/powerpoint/2010/main" val="21300835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</cp:revision>
  <dcterms:created xsi:type="dcterms:W3CDTF">2026-05-19T13:52:25Z</dcterms:created>
  <dcterms:modified xsi:type="dcterms:W3CDTF">2026-05-19T13:58:05Z</dcterms:modified>
</cp:coreProperties>
</file>