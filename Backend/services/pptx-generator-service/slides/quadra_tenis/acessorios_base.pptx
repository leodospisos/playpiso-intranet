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4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AD1140-DE79-D47C-5438-1FD6759458C3}" v="6" dt="2026-05-19T14:00:45.0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4C4A1-22FF-46E0-9B9B-D3D665ACE429}" type="datetimeFigureOut">
              <a:t>19/05/2026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03F544-EAC4-40E8-B954-B19BE9E135B2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1841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R" b="1"/>
              <a:t>MEXER APENAS NAS INFORMAÇÕES EM PRETO, NÚMERO DA PROPOSTA E DATAS.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BR" b="1"/>
            </a:br>
            <a:r>
              <a:rPr lang="en-BR"/>
              <a:t>NÃO DESCONFIGURAR NADA!</a:t>
            </a:r>
            <a:br>
              <a:rPr lang="en-BR"/>
            </a:br>
            <a:r>
              <a:rPr lang="en-BR"/>
              <a:t>]</a:t>
            </a:r>
          </a:p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C740D-A4AF-9C40-8FFB-99FBBDFCF03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519096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1">
            <a:extLst>
              <a:ext uri="{FF2B5EF4-FFF2-40B4-BE49-F238E27FC236}">
                <a16:creationId xmlns:a16="http://schemas.microsoft.com/office/drawing/2014/main" id="{E1D86E26-6EAF-86EA-5DA7-B8D07CA80B5F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m 5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44A5654E-3894-177A-BCDF-404204C3F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14" name="CaixaDeTexto 10">
            <a:extLst>
              <a:ext uri="{FF2B5EF4-FFF2-40B4-BE49-F238E27FC236}">
                <a16:creationId xmlns:a16="http://schemas.microsoft.com/office/drawing/2014/main" id="{2CE7D9D1-76E2-B0E6-D94A-95859237FBF0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Projeto</a:t>
            </a:r>
          </a:p>
        </p:txBody>
      </p:sp>
      <p:sp>
        <p:nvSpPr>
          <p:cNvPr id="15" name="CaixaDeTexto 10">
            <a:extLst>
              <a:ext uri="{FF2B5EF4-FFF2-40B4-BE49-F238E27FC236}">
                <a16:creationId xmlns:a16="http://schemas.microsoft.com/office/drawing/2014/main" id="{66B6F47B-C56D-E5F7-B282-6525F08B6EDF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Pagamento</a:t>
            </a:r>
          </a:p>
        </p:txBody>
      </p:sp>
      <p:sp>
        <p:nvSpPr>
          <p:cNvPr id="16" name="CaixaDeTexto 10">
            <a:extLst>
              <a:ext uri="{FF2B5EF4-FFF2-40B4-BE49-F238E27FC236}">
                <a16:creationId xmlns:a16="http://schemas.microsoft.com/office/drawing/2014/main" id="{D8E99D25-FD99-C096-3673-E340AA9A965E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Investimento</a:t>
            </a:r>
          </a:p>
        </p:txBody>
      </p:sp>
      <p:sp>
        <p:nvSpPr>
          <p:cNvPr id="17" name="CaixaDeTexto 10">
            <a:extLst>
              <a:ext uri="{FF2B5EF4-FFF2-40B4-BE49-F238E27FC236}">
                <a16:creationId xmlns:a16="http://schemas.microsoft.com/office/drawing/2014/main" id="{84E6459A-3459-61A3-9A2C-2FF2F77A43C3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Prazos</a:t>
            </a:r>
          </a:p>
        </p:txBody>
      </p:sp>
      <p:sp>
        <p:nvSpPr>
          <p:cNvPr id="18" name="CaixaDeTexto 10">
            <a:extLst>
              <a:ext uri="{FF2B5EF4-FFF2-40B4-BE49-F238E27FC236}">
                <a16:creationId xmlns:a16="http://schemas.microsoft.com/office/drawing/2014/main" id="{0E9D7EF3-CCFC-818E-ABCF-0370ECAC8DDD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Garantia</a:t>
            </a:r>
          </a:p>
        </p:txBody>
      </p:sp>
      <p:sp>
        <p:nvSpPr>
          <p:cNvPr id="19" name="CaixaDeTexto 10">
            <a:extLst>
              <a:ext uri="{FF2B5EF4-FFF2-40B4-BE49-F238E27FC236}">
                <a16:creationId xmlns:a16="http://schemas.microsoft.com/office/drawing/2014/main" id="{156A5788-1DBD-A503-2001-DE9C2E7E1BD4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Regras </a:t>
            </a:r>
          </a:p>
        </p:txBody>
      </p:sp>
    </p:spTree>
    <p:extLst>
      <p:ext uri="{BB962C8B-B14F-4D97-AF65-F5344CB8AC3E}">
        <p14:creationId xmlns:p14="http://schemas.microsoft.com/office/powerpoint/2010/main" val="30298744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</cp:revision>
  <dcterms:created xsi:type="dcterms:W3CDTF">2026-05-19T13:52:25Z</dcterms:created>
  <dcterms:modified xsi:type="dcterms:W3CDTF">2026-05-19T14:03:28Z</dcterms:modified>
</cp:coreProperties>
</file>