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4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AD1140-DE79-D47C-5438-1FD6759458C3}" v="6" dt="2026-05-19T14:00:45.0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4C4A1-22FF-46E0-9B9B-D3D665ACE429}" type="datetimeFigureOut">
              <a:t>19/05/2026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3F544-EAC4-40E8-B954-B19BE9E135B2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184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51909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5">
            <a:extLst>
              <a:ext uri="{FF2B5EF4-FFF2-40B4-BE49-F238E27FC236}">
                <a16:creationId xmlns:a16="http://schemas.microsoft.com/office/drawing/2014/main" id="{E6FC0D6A-AEFE-8386-84DF-E9BF8C2B1AE5}"/>
              </a:ext>
            </a:extLst>
          </p:cNvPr>
          <p:cNvSpPr txBox="1"/>
          <p:nvPr/>
        </p:nvSpPr>
        <p:spPr>
          <a:xfrm>
            <a:off x="2104810" y="0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Kit saibro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8F3D34-50F2-65CE-2955-69749C410C65}"/>
              </a:ext>
            </a:extLst>
          </p:cNvPr>
          <p:cNvSpPr txBox="1">
            <a:spLocks/>
          </p:cNvSpPr>
          <p:nvPr/>
        </p:nvSpPr>
        <p:spPr>
          <a:xfrm>
            <a:off x="2104810" y="584775"/>
            <a:ext cx="8345477" cy="1660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pt-BR" sz="1200">
                <a:latin typeface="Poppins "/>
                <a:cs typeface="Poppins Light" panose="00000400000000000000" pitchFamily="2" charset="0"/>
              </a:rPr>
              <a:t>Fornecimento de kit saibro para treinamento da equipe de manutenção, composto pelos itens abaixo: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latin typeface="Poppins "/>
                <a:cs typeface="Poppins Light" panose="00000400000000000000" pitchFamily="2" charset="0"/>
              </a:rPr>
              <a:t>Cilindro metálico manual com compartimento para água;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err="1">
                <a:latin typeface="Poppins "/>
                <a:cs typeface="Poppins Light" panose="00000400000000000000" pitchFamily="2" charset="0"/>
              </a:rPr>
              <a:t>Vassourão</a:t>
            </a:r>
            <a:r>
              <a:rPr lang="pt-BR" sz="1200">
                <a:latin typeface="Poppins "/>
                <a:cs typeface="Poppins Light" panose="00000400000000000000" pitchFamily="2" charset="0"/>
              </a:rPr>
              <a:t> piaçava com cabo de alumínio medindo 1,50m;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latin typeface="Poppins "/>
                <a:cs typeface="Poppins Light" panose="00000400000000000000" pitchFamily="2" charset="0"/>
              </a:rPr>
              <a:t>Limpador de linha.</a:t>
            </a:r>
          </a:p>
        </p:txBody>
      </p:sp>
    </p:spTree>
    <p:extLst>
      <p:ext uri="{BB962C8B-B14F-4D97-AF65-F5344CB8AC3E}">
        <p14:creationId xmlns:p14="http://schemas.microsoft.com/office/powerpoint/2010/main" val="30298744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created xsi:type="dcterms:W3CDTF">2026-05-19T13:52:25Z</dcterms:created>
  <dcterms:modified xsi:type="dcterms:W3CDTF">2026-05-19T14:03:28Z</dcterms:modified>
</cp:coreProperties>
</file>