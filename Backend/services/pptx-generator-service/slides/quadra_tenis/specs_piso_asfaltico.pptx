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23" dt="2026-05-18T19:35:18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002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542291-680C-F737-DD7E-762E2ACF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1" y="1186816"/>
            <a:ext cx="9655780" cy="4799654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Execução de guia perimetral;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pó de pedra nivelado e compactado;</a:t>
            </a:r>
            <a:endParaRPr lang="pt-BR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pedra 01, espalhada, nivelada, compactada e emulsionada com asfalto, com a utilização de equipamentos mecânicos;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pedrisco limpo, espalhado, nivelado, compactado e emulsionado com asfalto, com a utilização de equipamentos mecânicos;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pó de pedra emulsionado com asfalto;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uma demão de </a:t>
            </a:r>
            <a:r>
              <a:rPr lang="pt-BR" sz="1200" dirty="0" err="1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Playgrit</a:t>
            </a: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(lama asfáltica);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duas demãos de camada regularizadora à base de resinas acrílicas especialmente processadas com fundo pigmentado na mesma cor da quadra definida pelo cliente proporcionado um melhor acabamento, com agregados de granulometria controladas;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resina colorida (cor a ser definida pelo cliente) à base de resina acrílica especialmente processadas;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Pintura das linhas de demarcação com pincel e reforçadas com resinas, a fim de proporcionar durabilidade.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EAF3853B-0696-A518-3BBC-DEC7A3FC1005}"/>
              </a:ext>
            </a:extLst>
          </p:cNvPr>
          <p:cNvSpPr txBox="1">
            <a:spLocks/>
          </p:cNvSpPr>
          <p:nvPr/>
        </p:nvSpPr>
        <p:spPr>
          <a:xfrm>
            <a:off x="8187674" y="3335012"/>
            <a:ext cx="4469909" cy="39336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endParaRPr lang="pt-BR" sz="1200"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17917"/>
            <a:ext cx="52108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Piso Asfáltico</a:t>
            </a:r>
          </a:p>
          <a:p>
            <a:pPr>
              <a:defRPr/>
            </a:pPr>
            <a:r>
              <a:rPr lang="pt-BR" sz="1400" b="1" dirty="0">
                <a:solidFill>
                  <a:srgbClr val="FF0000"/>
                </a:solidFill>
                <a:latin typeface="Poppins "/>
                <a:cs typeface="Poppins Light"/>
              </a:rPr>
              <a:t>Piso Oficial CBT e FPT</a:t>
            </a:r>
          </a:p>
        </p:txBody>
      </p:sp>
      <p:pic>
        <p:nvPicPr>
          <p:cNvPr id="2" name="Picture 1" descr="Nossa História – Federação Paulista de Tenis">
            <a:extLst>
              <a:ext uri="{FF2B5EF4-FFF2-40B4-BE49-F238E27FC236}">
                <a16:creationId xmlns:a16="http://schemas.microsoft.com/office/drawing/2014/main" id="{65522941-71FF-4A7C-2AE8-F5756D8EB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5326" y="1203963"/>
            <a:ext cx="915852" cy="550245"/>
          </a:xfrm>
          <a:prstGeom prst="rect">
            <a:avLst/>
          </a:prstGeom>
        </p:spPr>
      </p:pic>
      <p:pic>
        <p:nvPicPr>
          <p:cNvPr id="3" name="Picture 2" descr="A CONFEDERAÇÃO - CBT">
            <a:extLst>
              <a:ext uri="{FF2B5EF4-FFF2-40B4-BE49-F238E27FC236}">
                <a16:creationId xmlns:a16="http://schemas.microsoft.com/office/drawing/2014/main" id="{566E5CEA-125B-D9E1-D6C1-CFDD80A38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914" y="274255"/>
            <a:ext cx="574677" cy="69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69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</cp:revision>
  <dcterms:created xsi:type="dcterms:W3CDTF">2026-05-18T18:29:53Z</dcterms:created>
  <dcterms:modified xsi:type="dcterms:W3CDTF">2026-05-18T20:00:43Z</dcterms:modified>
</cp:coreProperties>
</file>