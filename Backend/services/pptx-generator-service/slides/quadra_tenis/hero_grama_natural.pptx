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7859E-631C-378B-7DF3-E3C6EE04A4C3}" v="11" dt="2026-05-22T20:47:12.140"/>
    <p1510:client id="{2560B14C-EBDD-9B38-173D-F6F95B3C02DF}" v="269" dt="2026-05-22T18:14:37.730"/>
    <p1510:client id="{31B5D17B-98B8-ADA8-8C82-B1AACC51A3A4}" v="488" dt="2026-05-22T19:07:07.041"/>
    <p1510:client id="{B7738A13-67A9-9F03-D1D7-B5B4FAFE4904}" v="53" dt="2026-05-22T19:15:29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9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5BF9B4C-BD1A-EFBA-AB0A-8015904F5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96D82B-0C20-FDFB-13B1-43DDE70352FE}"/>
              </a:ext>
            </a:extLst>
          </p:cNvPr>
          <p:cNvSpPr txBox="1"/>
          <p:nvPr/>
        </p:nvSpPr>
        <p:spPr>
          <a:xfrm>
            <a:off x="1393371" y="2628560"/>
            <a:ext cx="940525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Poppins Bold"/>
                <a:cs typeface="Poppins Bold"/>
              </a:rPr>
              <a:t>QUADRA TÊNIS GRAMA NATURAL</a:t>
            </a:r>
            <a:endParaRPr lang="pt-BR" sz="6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2" name="Imagem 1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57D7DB93-315E-31D5-47E5-EA1AE6B4D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50" y="296111"/>
            <a:ext cx="806652" cy="777243"/>
          </a:xfrm>
          <a:prstGeom prst="rect">
            <a:avLst/>
          </a:prstGeom>
        </p:spPr>
      </p:pic>
      <p:pic>
        <p:nvPicPr>
          <p:cNvPr id="3" name="Imagem 2" descr="Desenho de um cachorro&#10;&#10;Descrição gerada automaticamente">
            <a:extLst>
              <a:ext uri="{FF2B5EF4-FFF2-40B4-BE49-F238E27FC236}">
                <a16:creationId xmlns:a16="http://schemas.microsoft.com/office/drawing/2014/main" id="{CD3D2308-6B59-D64F-B503-B6D84F076D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615" y="6259629"/>
            <a:ext cx="1344059" cy="31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068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</cp:revision>
  <dcterms:created xsi:type="dcterms:W3CDTF">2026-05-22T17:34:16Z</dcterms:created>
  <dcterms:modified xsi:type="dcterms:W3CDTF">2026-05-22T20:47:20Z</dcterms:modified>
</cp:coreProperties>
</file>