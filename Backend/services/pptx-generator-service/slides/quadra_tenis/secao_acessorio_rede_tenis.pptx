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AD1140-DE79-D47C-5438-1FD6759458C3}" v="6" dt="2026-05-19T14:00:45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4C4A1-22FF-46E0-9B9B-D3D665ACE429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3F544-EAC4-40E8-B954-B19BE9E135B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84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1909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0" y="0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Acessório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F59944-01AB-9201-B478-448910ED2E14}"/>
              </a:ext>
            </a:extLst>
          </p:cNvPr>
          <p:cNvSpPr txBox="1"/>
          <p:nvPr/>
        </p:nvSpPr>
        <p:spPr>
          <a:xfrm>
            <a:off x="2104810" y="583786"/>
            <a:ext cx="9732148" cy="188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400" indent="-2304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Postes em tubo de aço 3", chapa 11, tamanho de 1,07m, galvanizados a fogo, com pintura sintética na cor verde, buchas para fixação no piso, ponteira confeccionada em plástico injetado, catraca ajustável;</a:t>
            </a:r>
          </a:p>
          <a:p>
            <a:pPr marL="230400" indent="-2304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Rede malha 4 cm, tamanho 12,80m x 1,08m, fio de nylon virgem 2,50mm, 03 lonas confeccionadas em laminado plástico revestida com PVC emborrachado, reforçada com 4 costuras, abraçadeira plástica para facilitar a instalação, cabo de aço para fixação da rede revestido em PVC.</a:t>
            </a:r>
          </a:p>
        </p:txBody>
      </p:sp>
    </p:spTree>
    <p:extLst>
      <p:ext uri="{BB962C8B-B14F-4D97-AF65-F5344CB8AC3E}">
        <p14:creationId xmlns:p14="http://schemas.microsoft.com/office/powerpoint/2010/main" val="3029874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2026-05-19T13:52:25Z</dcterms:created>
  <dcterms:modified xsi:type="dcterms:W3CDTF">2026-05-19T14:03:28Z</dcterms:modified>
</cp:coreProperties>
</file>