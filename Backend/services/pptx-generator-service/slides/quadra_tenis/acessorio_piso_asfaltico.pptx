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1" dt="2026-05-18T20:15:31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926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79271075-FF16-436E-B3CF-F70BF974673F}"/>
              </a:ext>
            </a:extLst>
          </p:cNvPr>
          <p:cNvSpPr txBox="1"/>
          <p:nvPr/>
        </p:nvSpPr>
        <p:spPr>
          <a:xfrm>
            <a:off x="2104808" y="306696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A60890-323B-84D7-9CF0-6A15B2468C38}"/>
              </a:ext>
            </a:extLst>
          </p:cNvPr>
          <p:cNvSpPr txBox="1"/>
          <p:nvPr/>
        </p:nvSpPr>
        <p:spPr>
          <a:xfrm>
            <a:off x="2104808" y="1016567"/>
            <a:ext cx="9732148" cy="188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</a:p>
          <a:p>
            <a:pPr marL="230400" indent="-230400" algn="just">
              <a:lnSpc>
                <a:spcPct val="20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Rede malha 4 cm, tamanho 12,80m x 1,08m, fio de nylon virgem 2,50mm, 03 lonas confeccionadas em laminado plástico revestida com PVC emborrachado, reforçada com 4 costuras, abraçadeira plástica para facilitar a instalação, cabo de aço para fixação da rede revestido em PVC.</a:t>
            </a:r>
          </a:p>
        </p:txBody>
      </p:sp>
    </p:spTree>
    <p:extLst>
      <p:ext uri="{BB962C8B-B14F-4D97-AF65-F5344CB8AC3E}">
        <p14:creationId xmlns:p14="http://schemas.microsoft.com/office/powerpoint/2010/main" val="3069177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2026-05-18T18:29:53Z</dcterms:created>
  <dcterms:modified xsi:type="dcterms:W3CDTF">2026-05-18T20:15:43Z</dcterms:modified>
</cp:coreProperties>
</file>