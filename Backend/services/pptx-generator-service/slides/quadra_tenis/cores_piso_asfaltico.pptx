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368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8BE7604-E0B3-3FB1-EFCE-F179902781A9}" v="34" dt="2026-05-29T18:46:13.40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59" autoAdjust="0"/>
    <p:restoredTop sz="94660"/>
  </p:normalViewPr>
  <p:slideViewPr>
    <p:cSldViewPr snapToGrid="0">
      <p:cViewPr varScale="1">
        <p:scale>
          <a:sx n="61" d="100"/>
          <a:sy n="61" d="100"/>
        </p:scale>
        <p:origin x="84" y="3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A375547-A38A-4F7F-85A0-379E95BA7E55}" type="datetimeFigureOut">
              <a:t>29/05/2026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61DEBD3-5FAE-4043-9680-B92998E07856}" type="slidenum"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360407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27C740D-A4AF-9C40-8FFB-99FBBDFCF035}" type="slidenum">
              <a:rPr kumimoji="0" lang="pt-B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189615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29.05.2026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776838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29.05.2026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40052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29.05.2026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813757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29.05.2026</a:t>
            </a:fld>
            <a:endParaRPr lang="de-DE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246138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29.05.2026</a:t>
            </a:fld>
            <a:endParaRPr lang="de-DE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944210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29.05.2026</a:t>
            </a:fld>
            <a:endParaRPr lang="de-DE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085334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29.05.2026</a:t>
            </a:fld>
            <a:endParaRPr lang="de-DE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782815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29.05.2026</a:t>
            </a:fld>
            <a:endParaRPr lang="de-DE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178365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29.05.2026</a:t>
            </a:fld>
            <a:endParaRPr lang="de-DE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455663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29.05.2026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465880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29.05.2026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063975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E51C7C-CEA3-4CAA-BE4B-344879E7C377}" type="datetimeFigureOut">
              <a:rPr lang="de-DE" smtClean="0"/>
              <a:t>29.05.2026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757469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 descr="Desenho de um círculo&#10;&#10;Descrição gerada automaticamente com confiança baixa">
            <a:extLst>
              <a:ext uri="{FF2B5EF4-FFF2-40B4-BE49-F238E27FC236}">
                <a16:creationId xmlns:a16="http://schemas.microsoft.com/office/drawing/2014/main" id="{3DD7EF7E-1249-1817-BEC7-4C11D867BE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874" y="191783"/>
            <a:ext cx="806652" cy="777243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BBD5C3B4-DAC6-1D03-3B9D-C428A6CD787E}"/>
              </a:ext>
            </a:extLst>
          </p:cNvPr>
          <p:cNvSpPr txBox="1"/>
          <p:nvPr/>
        </p:nvSpPr>
        <p:spPr>
          <a:xfrm>
            <a:off x="136280" y="2928513"/>
            <a:ext cx="167574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oppins-Bold"/>
                <a:ea typeface="+mn-ea"/>
                <a:cs typeface="+mn-cs"/>
              </a:rPr>
              <a:t>O jogo se ganha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oppins-Bold"/>
                <a:ea typeface="+mn-ea"/>
                <a:cs typeface="+mn-cs"/>
              </a:rPr>
              <a:t>nos detalhes.</a:t>
            </a:r>
            <a:endParaRPr kumimoji="0" lang="pt-BR" sz="13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5DE91A13-55B0-8CFC-920A-5AE3B8CF1594}"/>
              </a:ext>
            </a:extLst>
          </p:cNvPr>
          <p:cNvGrpSpPr/>
          <p:nvPr/>
        </p:nvGrpSpPr>
        <p:grpSpPr>
          <a:xfrm>
            <a:off x="2173217" y="969026"/>
            <a:ext cx="1294410" cy="2124666"/>
            <a:chOff x="2465957" y="1365266"/>
            <a:chExt cx="1294410" cy="2124666"/>
          </a:xfrm>
        </p:grpSpPr>
        <p:sp>
          <p:nvSpPr>
            <p:cNvPr id="2" name="Retângulo 1">
              <a:extLst>
                <a:ext uri="{FF2B5EF4-FFF2-40B4-BE49-F238E27FC236}">
                  <a16:creationId xmlns:a16="http://schemas.microsoft.com/office/drawing/2014/main" id="{B8B5D0C6-F269-CEDF-9A49-F282EE8873E4}"/>
                </a:ext>
              </a:extLst>
            </p:cNvPr>
            <p:cNvSpPr/>
            <p:nvPr/>
          </p:nvSpPr>
          <p:spPr>
            <a:xfrm>
              <a:off x="2465957" y="1365266"/>
              <a:ext cx="1294410" cy="2124666"/>
            </a:xfrm>
            <a:prstGeom prst="rect">
              <a:avLst/>
            </a:prstGeom>
            <a:solidFill>
              <a:srgbClr val="03BBF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pt-BR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154A5C20-58A7-D087-0DA9-CC03ED860FCE}"/>
                </a:ext>
              </a:extLst>
            </p:cNvPr>
            <p:cNvSpPr/>
            <p:nvPr/>
          </p:nvSpPr>
          <p:spPr>
            <a:xfrm>
              <a:off x="2720714" y="1667578"/>
              <a:ext cx="748146" cy="1567543"/>
            </a:xfrm>
            <a:prstGeom prst="rect">
              <a:avLst/>
            </a:prstGeom>
            <a:solidFill>
              <a:srgbClr val="3A5A2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pt-BR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1" name="Conector reto 20">
              <a:extLst>
                <a:ext uri="{FF2B5EF4-FFF2-40B4-BE49-F238E27FC236}">
                  <a16:creationId xmlns:a16="http://schemas.microsoft.com/office/drawing/2014/main" id="{CA057925-1295-45C8-43E3-2FB7259E282A}"/>
                </a:ext>
              </a:extLst>
            </p:cNvPr>
            <p:cNvCxnSpPr>
              <a:cxnSpLocks/>
            </p:cNvCxnSpPr>
            <p:nvPr/>
          </p:nvCxnSpPr>
          <p:spPr>
            <a:xfrm>
              <a:off x="2851341" y="1667578"/>
              <a:ext cx="0" cy="1567543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25" name="Conector reto 24">
              <a:extLst>
                <a:ext uri="{FF2B5EF4-FFF2-40B4-BE49-F238E27FC236}">
                  <a16:creationId xmlns:a16="http://schemas.microsoft.com/office/drawing/2014/main" id="{2FA6E58C-C97E-99B2-7F99-AD7F52B68B4C}"/>
                </a:ext>
              </a:extLst>
            </p:cNvPr>
            <p:cNvCxnSpPr>
              <a:cxnSpLocks/>
            </p:cNvCxnSpPr>
            <p:nvPr/>
          </p:nvCxnSpPr>
          <p:spPr>
            <a:xfrm>
              <a:off x="3342749" y="1667578"/>
              <a:ext cx="0" cy="1567543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32" name="Conector reto 31">
              <a:extLst>
                <a:ext uri="{FF2B5EF4-FFF2-40B4-BE49-F238E27FC236}">
                  <a16:creationId xmlns:a16="http://schemas.microsoft.com/office/drawing/2014/main" id="{ED77A08F-3371-2A3F-A182-308863F54FD0}"/>
                </a:ext>
              </a:extLst>
            </p:cNvPr>
            <p:cNvCxnSpPr>
              <a:cxnSpLocks/>
            </p:cNvCxnSpPr>
            <p:nvPr/>
          </p:nvCxnSpPr>
          <p:spPr>
            <a:xfrm>
              <a:off x="2851341" y="2021378"/>
              <a:ext cx="491408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ector reto 32">
              <a:extLst>
                <a:ext uri="{FF2B5EF4-FFF2-40B4-BE49-F238E27FC236}">
                  <a16:creationId xmlns:a16="http://schemas.microsoft.com/office/drawing/2014/main" id="{01CADD27-1030-7FCF-7996-C540BF7E7DB4}"/>
                </a:ext>
              </a:extLst>
            </p:cNvPr>
            <p:cNvCxnSpPr>
              <a:cxnSpLocks/>
            </p:cNvCxnSpPr>
            <p:nvPr/>
          </p:nvCxnSpPr>
          <p:spPr>
            <a:xfrm>
              <a:off x="2851341" y="2826921"/>
              <a:ext cx="491408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onector reto 34">
              <a:extLst>
                <a:ext uri="{FF2B5EF4-FFF2-40B4-BE49-F238E27FC236}">
                  <a16:creationId xmlns:a16="http://schemas.microsoft.com/office/drawing/2014/main" id="{238D44A5-15A3-7302-62B0-990462D4F251}"/>
                </a:ext>
              </a:extLst>
            </p:cNvPr>
            <p:cNvCxnSpPr>
              <a:cxnSpLocks/>
            </p:cNvCxnSpPr>
            <p:nvPr/>
          </p:nvCxnSpPr>
          <p:spPr>
            <a:xfrm>
              <a:off x="3084956" y="2021378"/>
              <a:ext cx="0" cy="805543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9A5079CD-9CE1-8FD8-EF96-522994D21A1A}"/>
              </a:ext>
            </a:extLst>
          </p:cNvPr>
          <p:cNvGrpSpPr/>
          <p:nvPr/>
        </p:nvGrpSpPr>
        <p:grpSpPr>
          <a:xfrm>
            <a:off x="3636559" y="969026"/>
            <a:ext cx="1294410" cy="2124666"/>
            <a:chOff x="3938496" y="1365266"/>
            <a:chExt cx="1294410" cy="2124666"/>
          </a:xfrm>
        </p:grpSpPr>
        <p:sp>
          <p:nvSpPr>
            <p:cNvPr id="44" name="Retângulo 43">
              <a:extLst>
                <a:ext uri="{FF2B5EF4-FFF2-40B4-BE49-F238E27FC236}">
                  <a16:creationId xmlns:a16="http://schemas.microsoft.com/office/drawing/2014/main" id="{8A8A318E-764F-14DE-2464-69F34E154422}"/>
                </a:ext>
              </a:extLst>
            </p:cNvPr>
            <p:cNvSpPr/>
            <p:nvPr/>
          </p:nvSpPr>
          <p:spPr>
            <a:xfrm>
              <a:off x="3938496" y="1365266"/>
              <a:ext cx="1294410" cy="2124666"/>
            </a:xfrm>
            <a:prstGeom prst="rect">
              <a:avLst/>
            </a:prstGeom>
            <a:solidFill>
              <a:srgbClr val="62983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pt-BR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5" name="Retângulo 44">
              <a:extLst>
                <a:ext uri="{FF2B5EF4-FFF2-40B4-BE49-F238E27FC236}">
                  <a16:creationId xmlns:a16="http://schemas.microsoft.com/office/drawing/2014/main" id="{86FBCF7C-F59A-0011-7269-CF38B14C793D}"/>
                </a:ext>
              </a:extLst>
            </p:cNvPr>
            <p:cNvSpPr/>
            <p:nvPr/>
          </p:nvSpPr>
          <p:spPr>
            <a:xfrm>
              <a:off x="4193253" y="1667578"/>
              <a:ext cx="748146" cy="1567543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pt-BR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46" name="Conector reto 45">
              <a:extLst>
                <a:ext uri="{FF2B5EF4-FFF2-40B4-BE49-F238E27FC236}">
                  <a16:creationId xmlns:a16="http://schemas.microsoft.com/office/drawing/2014/main" id="{87AF3502-6ED6-5EF3-3FD2-9120C07F8CAE}"/>
                </a:ext>
              </a:extLst>
            </p:cNvPr>
            <p:cNvCxnSpPr>
              <a:cxnSpLocks/>
            </p:cNvCxnSpPr>
            <p:nvPr/>
          </p:nvCxnSpPr>
          <p:spPr>
            <a:xfrm>
              <a:off x="4323880" y="1667578"/>
              <a:ext cx="0" cy="1567543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47" name="Conector reto 46">
              <a:extLst>
                <a:ext uri="{FF2B5EF4-FFF2-40B4-BE49-F238E27FC236}">
                  <a16:creationId xmlns:a16="http://schemas.microsoft.com/office/drawing/2014/main" id="{EC9F93A6-7324-8FC6-482C-4B558C4CF99F}"/>
                </a:ext>
              </a:extLst>
            </p:cNvPr>
            <p:cNvCxnSpPr>
              <a:cxnSpLocks/>
            </p:cNvCxnSpPr>
            <p:nvPr/>
          </p:nvCxnSpPr>
          <p:spPr>
            <a:xfrm>
              <a:off x="4815288" y="1667578"/>
              <a:ext cx="0" cy="1567543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48" name="Conector reto 47">
              <a:extLst>
                <a:ext uri="{FF2B5EF4-FFF2-40B4-BE49-F238E27FC236}">
                  <a16:creationId xmlns:a16="http://schemas.microsoft.com/office/drawing/2014/main" id="{2679B0A0-8DFF-5CD3-84FF-7A558E75688B}"/>
                </a:ext>
              </a:extLst>
            </p:cNvPr>
            <p:cNvCxnSpPr>
              <a:cxnSpLocks/>
            </p:cNvCxnSpPr>
            <p:nvPr/>
          </p:nvCxnSpPr>
          <p:spPr>
            <a:xfrm>
              <a:off x="4323880" y="2021378"/>
              <a:ext cx="491408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Conector reto 48">
              <a:extLst>
                <a:ext uri="{FF2B5EF4-FFF2-40B4-BE49-F238E27FC236}">
                  <a16:creationId xmlns:a16="http://schemas.microsoft.com/office/drawing/2014/main" id="{F5F50BB0-19B8-401C-6BA5-91217D3132CE}"/>
                </a:ext>
              </a:extLst>
            </p:cNvPr>
            <p:cNvCxnSpPr>
              <a:cxnSpLocks/>
            </p:cNvCxnSpPr>
            <p:nvPr/>
          </p:nvCxnSpPr>
          <p:spPr>
            <a:xfrm>
              <a:off x="4323880" y="2826921"/>
              <a:ext cx="491408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Conector reto 49">
              <a:extLst>
                <a:ext uri="{FF2B5EF4-FFF2-40B4-BE49-F238E27FC236}">
                  <a16:creationId xmlns:a16="http://schemas.microsoft.com/office/drawing/2014/main" id="{69F02C93-9EDD-36A8-8DB6-C0941AF02857}"/>
                </a:ext>
              </a:extLst>
            </p:cNvPr>
            <p:cNvCxnSpPr>
              <a:cxnSpLocks/>
            </p:cNvCxnSpPr>
            <p:nvPr/>
          </p:nvCxnSpPr>
          <p:spPr>
            <a:xfrm>
              <a:off x="4566897" y="2021378"/>
              <a:ext cx="379" cy="805543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B6152A9-74F8-D888-5A87-E76EB7909745}"/>
              </a:ext>
            </a:extLst>
          </p:cNvPr>
          <p:cNvGrpSpPr/>
          <p:nvPr/>
        </p:nvGrpSpPr>
        <p:grpSpPr>
          <a:xfrm>
            <a:off x="5099901" y="983361"/>
            <a:ext cx="1294410" cy="2124666"/>
            <a:chOff x="5490627" y="1379601"/>
            <a:chExt cx="1294410" cy="2124666"/>
          </a:xfrm>
        </p:grpSpPr>
        <p:sp>
          <p:nvSpPr>
            <p:cNvPr id="51" name="Retângulo 50">
              <a:extLst>
                <a:ext uri="{FF2B5EF4-FFF2-40B4-BE49-F238E27FC236}">
                  <a16:creationId xmlns:a16="http://schemas.microsoft.com/office/drawing/2014/main" id="{EF5ABD1F-79C4-E7BB-4BCC-DE646130F6CC}"/>
                </a:ext>
              </a:extLst>
            </p:cNvPr>
            <p:cNvSpPr/>
            <p:nvPr/>
          </p:nvSpPr>
          <p:spPr>
            <a:xfrm>
              <a:off x="5490627" y="1379601"/>
              <a:ext cx="1294410" cy="2124666"/>
            </a:xfrm>
            <a:prstGeom prst="rect">
              <a:avLst/>
            </a:prstGeom>
            <a:solidFill>
              <a:srgbClr val="ED7D3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pt-BR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2" name="Retângulo 51">
              <a:extLst>
                <a:ext uri="{FF2B5EF4-FFF2-40B4-BE49-F238E27FC236}">
                  <a16:creationId xmlns:a16="http://schemas.microsoft.com/office/drawing/2014/main" id="{4D43CB4F-BDD2-9E21-EA4E-E23C214A5065}"/>
                </a:ext>
              </a:extLst>
            </p:cNvPr>
            <p:cNvSpPr/>
            <p:nvPr/>
          </p:nvSpPr>
          <p:spPr>
            <a:xfrm>
              <a:off x="5745384" y="1622536"/>
              <a:ext cx="748146" cy="1567543"/>
            </a:xfrm>
            <a:prstGeom prst="rect">
              <a:avLst/>
            </a:prstGeom>
            <a:solidFill>
              <a:srgbClr val="2089CA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pt-BR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53" name="Conector reto 52">
              <a:extLst>
                <a:ext uri="{FF2B5EF4-FFF2-40B4-BE49-F238E27FC236}">
                  <a16:creationId xmlns:a16="http://schemas.microsoft.com/office/drawing/2014/main" id="{A5A2C327-C590-BDC8-196C-78BF6336F0C5}"/>
                </a:ext>
              </a:extLst>
            </p:cNvPr>
            <p:cNvCxnSpPr>
              <a:cxnSpLocks/>
            </p:cNvCxnSpPr>
            <p:nvPr/>
          </p:nvCxnSpPr>
          <p:spPr>
            <a:xfrm>
              <a:off x="5876011" y="1622536"/>
              <a:ext cx="0" cy="1567543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54" name="Conector reto 53">
              <a:extLst>
                <a:ext uri="{FF2B5EF4-FFF2-40B4-BE49-F238E27FC236}">
                  <a16:creationId xmlns:a16="http://schemas.microsoft.com/office/drawing/2014/main" id="{619462D5-540F-56C8-50D0-11326B2302D1}"/>
                </a:ext>
              </a:extLst>
            </p:cNvPr>
            <p:cNvCxnSpPr>
              <a:cxnSpLocks/>
            </p:cNvCxnSpPr>
            <p:nvPr/>
          </p:nvCxnSpPr>
          <p:spPr>
            <a:xfrm>
              <a:off x="6367419" y="1622536"/>
              <a:ext cx="0" cy="1567543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55" name="Conector reto 54">
              <a:extLst>
                <a:ext uri="{FF2B5EF4-FFF2-40B4-BE49-F238E27FC236}">
                  <a16:creationId xmlns:a16="http://schemas.microsoft.com/office/drawing/2014/main" id="{EC0F4623-C19D-C0A5-4450-9832B7A24162}"/>
                </a:ext>
              </a:extLst>
            </p:cNvPr>
            <p:cNvCxnSpPr>
              <a:cxnSpLocks/>
            </p:cNvCxnSpPr>
            <p:nvPr/>
          </p:nvCxnSpPr>
          <p:spPr>
            <a:xfrm>
              <a:off x="5876011" y="1976336"/>
              <a:ext cx="491408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Conector reto 55">
              <a:extLst>
                <a:ext uri="{FF2B5EF4-FFF2-40B4-BE49-F238E27FC236}">
                  <a16:creationId xmlns:a16="http://schemas.microsoft.com/office/drawing/2014/main" id="{003BE1B5-D9CA-3196-E316-5B3507F3B575}"/>
                </a:ext>
              </a:extLst>
            </p:cNvPr>
            <p:cNvCxnSpPr>
              <a:cxnSpLocks/>
            </p:cNvCxnSpPr>
            <p:nvPr/>
          </p:nvCxnSpPr>
          <p:spPr>
            <a:xfrm>
              <a:off x="5876011" y="2781879"/>
              <a:ext cx="491408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Conector reto 56">
              <a:extLst>
                <a:ext uri="{FF2B5EF4-FFF2-40B4-BE49-F238E27FC236}">
                  <a16:creationId xmlns:a16="http://schemas.microsoft.com/office/drawing/2014/main" id="{7088B568-9CF6-EAE5-2681-BD56920EAD0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10384" y="1976336"/>
              <a:ext cx="8644" cy="805543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FE2DF0F8-1802-B352-F32B-7D3B381E8AD9}"/>
              </a:ext>
            </a:extLst>
          </p:cNvPr>
          <p:cNvGrpSpPr/>
          <p:nvPr/>
        </p:nvGrpSpPr>
        <p:grpSpPr>
          <a:xfrm>
            <a:off x="6563243" y="969026"/>
            <a:ext cx="1294410" cy="2124666"/>
            <a:chOff x="6961686" y="1365266"/>
            <a:chExt cx="1294410" cy="2124666"/>
          </a:xfrm>
        </p:grpSpPr>
        <p:sp>
          <p:nvSpPr>
            <p:cNvPr id="58" name="Retângulo 57">
              <a:extLst>
                <a:ext uri="{FF2B5EF4-FFF2-40B4-BE49-F238E27FC236}">
                  <a16:creationId xmlns:a16="http://schemas.microsoft.com/office/drawing/2014/main" id="{E77CBC9C-E825-06C1-7AE2-E3F192E9CB09}"/>
                </a:ext>
              </a:extLst>
            </p:cNvPr>
            <p:cNvSpPr/>
            <p:nvPr/>
          </p:nvSpPr>
          <p:spPr>
            <a:xfrm>
              <a:off x="6961686" y="1365266"/>
              <a:ext cx="1294410" cy="2124666"/>
            </a:xfrm>
            <a:prstGeom prst="rect">
              <a:avLst/>
            </a:prstGeom>
            <a:solidFill>
              <a:srgbClr val="7F7F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pt-BR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9" name="Retângulo 58">
              <a:extLst>
                <a:ext uri="{FF2B5EF4-FFF2-40B4-BE49-F238E27FC236}">
                  <a16:creationId xmlns:a16="http://schemas.microsoft.com/office/drawing/2014/main" id="{7B92F94E-5687-B8C2-420A-E159986E1D25}"/>
                </a:ext>
              </a:extLst>
            </p:cNvPr>
            <p:cNvSpPr/>
            <p:nvPr/>
          </p:nvSpPr>
          <p:spPr>
            <a:xfrm>
              <a:off x="7216443" y="1667578"/>
              <a:ext cx="748146" cy="1567543"/>
            </a:xfrm>
            <a:prstGeom prst="rect">
              <a:avLst/>
            </a:prstGeom>
            <a:solidFill>
              <a:srgbClr val="03BBF6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pt-BR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60" name="Conector reto 59">
              <a:extLst>
                <a:ext uri="{FF2B5EF4-FFF2-40B4-BE49-F238E27FC236}">
                  <a16:creationId xmlns:a16="http://schemas.microsoft.com/office/drawing/2014/main" id="{F5EE1807-6A1D-71C6-EC7C-C600CBFFDA28}"/>
                </a:ext>
              </a:extLst>
            </p:cNvPr>
            <p:cNvCxnSpPr>
              <a:cxnSpLocks/>
            </p:cNvCxnSpPr>
            <p:nvPr/>
          </p:nvCxnSpPr>
          <p:spPr>
            <a:xfrm>
              <a:off x="7347070" y="1667578"/>
              <a:ext cx="0" cy="1567543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61" name="Conector reto 60">
              <a:extLst>
                <a:ext uri="{FF2B5EF4-FFF2-40B4-BE49-F238E27FC236}">
                  <a16:creationId xmlns:a16="http://schemas.microsoft.com/office/drawing/2014/main" id="{6980960F-DFAC-3BA0-7FC0-9BB3D8F48218}"/>
                </a:ext>
              </a:extLst>
            </p:cNvPr>
            <p:cNvCxnSpPr>
              <a:cxnSpLocks/>
            </p:cNvCxnSpPr>
            <p:nvPr/>
          </p:nvCxnSpPr>
          <p:spPr>
            <a:xfrm>
              <a:off x="7838478" y="1667578"/>
              <a:ext cx="0" cy="1567543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62" name="Conector reto 61">
              <a:extLst>
                <a:ext uri="{FF2B5EF4-FFF2-40B4-BE49-F238E27FC236}">
                  <a16:creationId xmlns:a16="http://schemas.microsoft.com/office/drawing/2014/main" id="{95FDF685-F8C2-7A6D-FF2A-58C04DC9F509}"/>
                </a:ext>
              </a:extLst>
            </p:cNvPr>
            <p:cNvCxnSpPr>
              <a:cxnSpLocks/>
            </p:cNvCxnSpPr>
            <p:nvPr/>
          </p:nvCxnSpPr>
          <p:spPr>
            <a:xfrm>
              <a:off x="7347070" y="2021378"/>
              <a:ext cx="491408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Conector reto 62">
              <a:extLst>
                <a:ext uri="{FF2B5EF4-FFF2-40B4-BE49-F238E27FC236}">
                  <a16:creationId xmlns:a16="http://schemas.microsoft.com/office/drawing/2014/main" id="{F0000C95-8731-E873-7253-184DBBF08FDB}"/>
                </a:ext>
              </a:extLst>
            </p:cNvPr>
            <p:cNvCxnSpPr>
              <a:cxnSpLocks/>
            </p:cNvCxnSpPr>
            <p:nvPr/>
          </p:nvCxnSpPr>
          <p:spPr>
            <a:xfrm>
              <a:off x="7347070" y="2826921"/>
              <a:ext cx="491408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8" name="Conector reto 2047">
              <a:extLst>
                <a:ext uri="{FF2B5EF4-FFF2-40B4-BE49-F238E27FC236}">
                  <a16:creationId xmlns:a16="http://schemas.microsoft.com/office/drawing/2014/main" id="{50C64813-39C5-0DE0-2412-27004AAE550B}"/>
                </a:ext>
              </a:extLst>
            </p:cNvPr>
            <p:cNvCxnSpPr>
              <a:cxnSpLocks/>
            </p:cNvCxnSpPr>
            <p:nvPr/>
          </p:nvCxnSpPr>
          <p:spPr>
            <a:xfrm>
              <a:off x="7590087" y="2021378"/>
              <a:ext cx="0" cy="789036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485CD225-2540-E8E9-1A00-1E431935593A}"/>
              </a:ext>
            </a:extLst>
          </p:cNvPr>
          <p:cNvGrpSpPr/>
          <p:nvPr/>
        </p:nvGrpSpPr>
        <p:grpSpPr>
          <a:xfrm>
            <a:off x="8026585" y="983361"/>
            <a:ext cx="1294410" cy="2124666"/>
            <a:chOff x="8455996" y="1379601"/>
            <a:chExt cx="1294410" cy="2124666"/>
          </a:xfrm>
        </p:grpSpPr>
        <p:sp>
          <p:nvSpPr>
            <p:cNvPr id="2049" name="Retângulo 2048">
              <a:extLst>
                <a:ext uri="{FF2B5EF4-FFF2-40B4-BE49-F238E27FC236}">
                  <a16:creationId xmlns:a16="http://schemas.microsoft.com/office/drawing/2014/main" id="{9D13E581-1F15-55BA-A05B-7CFAF9F0FD0B}"/>
                </a:ext>
              </a:extLst>
            </p:cNvPr>
            <p:cNvSpPr/>
            <p:nvPr/>
          </p:nvSpPr>
          <p:spPr>
            <a:xfrm>
              <a:off x="8455996" y="1379601"/>
              <a:ext cx="1294410" cy="2124666"/>
            </a:xfrm>
            <a:prstGeom prst="rect">
              <a:avLst/>
            </a:prstGeom>
            <a:solidFill>
              <a:srgbClr val="B2382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pt-BR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051" name="Retângulo 2050">
              <a:extLst>
                <a:ext uri="{FF2B5EF4-FFF2-40B4-BE49-F238E27FC236}">
                  <a16:creationId xmlns:a16="http://schemas.microsoft.com/office/drawing/2014/main" id="{5F239422-BA8D-6988-80DB-E2AAA0DE4DC0}"/>
                </a:ext>
              </a:extLst>
            </p:cNvPr>
            <p:cNvSpPr/>
            <p:nvPr/>
          </p:nvSpPr>
          <p:spPr>
            <a:xfrm>
              <a:off x="8710753" y="1681913"/>
              <a:ext cx="748146" cy="1567543"/>
            </a:xfrm>
            <a:prstGeom prst="rect">
              <a:avLst/>
            </a:prstGeom>
            <a:solidFill>
              <a:srgbClr val="62983E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pt-BR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052" name="Conector reto 2051">
              <a:extLst>
                <a:ext uri="{FF2B5EF4-FFF2-40B4-BE49-F238E27FC236}">
                  <a16:creationId xmlns:a16="http://schemas.microsoft.com/office/drawing/2014/main" id="{5BBCBF33-7615-36AE-E96C-A7C04B3A7C8F}"/>
                </a:ext>
              </a:extLst>
            </p:cNvPr>
            <p:cNvCxnSpPr>
              <a:cxnSpLocks/>
            </p:cNvCxnSpPr>
            <p:nvPr/>
          </p:nvCxnSpPr>
          <p:spPr>
            <a:xfrm>
              <a:off x="8841380" y="1681913"/>
              <a:ext cx="0" cy="1567543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2053" name="Conector reto 2052">
              <a:extLst>
                <a:ext uri="{FF2B5EF4-FFF2-40B4-BE49-F238E27FC236}">
                  <a16:creationId xmlns:a16="http://schemas.microsoft.com/office/drawing/2014/main" id="{71FD8588-93B0-5BE6-5FEC-FDF034777562}"/>
                </a:ext>
              </a:extLst>
            </p:cNvPr>
            <p:cNvCxnSpPr>
              <a:cxnSpLocks/>
            </p:cNvCxnSpPr>
            <p:nvPr/>
          </p:nvCxnSpPr>
          <p:spPr>
            <a:xfrm>
              <a:off x="9332788" y="1681913"/>
              <a:ext cx="0" cy="1567543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2054" name="Conector reto 2053">
              <a:extLst>
                <a:ext uri="{FF2B5EF4-FFF2-40B4-BE49-F238E27FC236}">
                  <a16:creationId xmlns:a16="http://schemas.microsoft.com/office/drawing/2014/main" id="{C062617C-6E23-D091-97A2-12A29DA18A9E}"/>
                </a:ext>
              </a:extLst>
            </p:cNvPr>
            <p:cNvCxnSpPr>
              <a:cxnSpLocks/>
            </p:cNvCxnSpPr>
            <p:nvPr/>
          </p:nvCxnSpPr>
          <p:spPr>
            <a:xfrm>
              <a:off x="8841380" y="2035713"/>
              <a:ext cx="491408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5" name="Conector reto 2054">
              <a:extLst>
                <a:ext uri="{FF2B5EF4-FFF2-40B4-BE49-F238E27FC236}">
                  <a16:creationId xmlns:a16="http://schemas.microsoft.com/office/drawing/2014/main" id="{8FDA8EE7-F82F-AAD7-B5D5-B65D9F9C185C}"/>
                </a:ext>
              </a:extLst>
            </p:cNvPr>
            <p:cNvCxnSpPr>
              <a:cxnSpLocks/>
            </p:cNvCxnSpPr>
            <p:nvPr/>
          </p:nvCxnSpPr>
          <p:spPr>
            <a:xfrm>
              <a:off x="8841380" y="2841256"/>
              <a:ext cx="491408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6" name="Conector reto 2055">
              <a:extLst>
                <a:ext uri="{FF2B5EF4-FFF2-40B4-BE49-F238E27FC236}">
                  <a16:creationId xmlns:a16="http://schemas.microsoft.com/office/drawing/2014/main" id="{052DF78F-CA4C-0CD5-88A0-69EBB497360F}"/>
                </a:ext>
              </a:extLst>
            </p:cNvPr>
            <p:cNvCxnSpPr>
              <a:cxnSpLocks/>
            </p:cNvCxnSpPr>
            <p:nvPr/>
          </p:nvCxnSpPr>
          <p:spPr>
            <a:xfrm>
              <a:off x="9084397" y="2035713"/>
              <a:ext cx="0" cy="805543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FED2ADD4-DC77-45FF-2A63-051004BA1F2F}"/>
              </a:ext>
            </a:extLst>
          </p:cNvPr>
          <p:cNvGrpSpPr/>
          <p:nvPr/>
        </p:nvGrpSpPr>
        <p:grpSpPr>
          <a:xfrm>
            <a:off x="9489926" y="983361"/>
            <a:ext cx="1294410" cy="2124666"/>
            <a:chOff x="9950306" y="1379601"/>
            <a:chExt cx="1294410" cy="2124666"/>
          </a:xfrm>
        </p:grpSpPr>
        <p:sp>
          <p:nvSpPr>
            <p:cNvPr id="2057" name="Retângulo 2056">
              <a:extLst>
                <a:ext uri="{FF2B5EF4-FFF2-40B4-BE49-F238E27FC236}">
                  <a16:creationId xmlns:a16="http://schemas.microsoft.com/office/drawing/2014/main" id="{93BE5FEA-10EE-1F7E-4005-1478D1AD6937}"/>
                </a:ext>
              </a:extLst>
            </p:cNvPr>
            <p:cNvSpPr/>
            <p:nvPr/>
          </p:nvSpPr>
          <p:spPr>
            <a:xfrm>
              <a:off x="9950306" y="1379601"/>
              <a:ext cx="1294410" cy="2124666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pt-BR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058" name="Retângulo 2057">
              <a:extLst>
                <a:ext uri="{FF2B5EF4-FFF2-40B4-BE49-F238E27FC236}">
                  <a16:creationId xmlns:a16="http://schemas.microsoft.com/office/drawing/2014/main" id="{44CDFA0D-1AE1-5A20-AB54-99D7672A239C}"/>
                </a:ext>
              </a:extLst>
            </p:cNvPr>
            <p:cNvSpPr/>
            <p:nvPr/>
          </p:nvSpPr>
          <p:spPr>
            <a:xfrm>
              <a:off x="10205063" y="1681913"/>
              <a:ext cx="748146" cy="1567543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pt-BR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059" name="Conector reto 2058">
              <a:extLst>
                <a:ext uri="{FF2B5EF4-FFF2-40B4-BE49-F238E27FC236}">
                  <a16:creationId xmlns:a16="http://schemas.microsoft.com/office/drawing/2014/main" id="{601776E9-1EBA-C955-0A8C-D2E8B8B8A670}"/>
                </a:ext>
              </a:extLst>
            </p:cNvPr>
            <p:cNvCxnSpPr>
              <a:cxnSpLocks/>
            </p:cNvCxnSpPr>
            <p:nvPr/>
          </p:nvCxnSpPr>
          <p:spPr>
            <a:xfrm>
              <a:off x="10335690" y="1681913"/>
              <a:ext cx="0" cy="1567543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2060" name="Conector reto 2059">
              <a:extLst>
                <a:ext uri="{FF2B5EF4-FFF2-40B4-BE49-F238E27FC236}">
                  <a16:creationId xmlns:a16="http://schemas.microsoft.com/office/drawing/2014/main" id="{D126705B-D662-8B6D-0A24-CFE9CD7BFF94}"/>
                </a:ext>
              </a:extLst>
            </p:cNvPr>
            <p:cNvCxnSpPr>
              <a:cxnSpLocks/>
            </p:cNvCxnSpPr>
            <p:nvPr/>
          </p:nvCxnSpPr>
          <p:spPr>
            <a:xfrm>
              <a:off x="10827098" y="1681913"/>
              <a:ext cx="0" cy="1567543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2061" name="Conector reto 2060">
              <a:extLst>
                <a:ext uri="{FF2B5EF4-FFF2-40B4-BE49-F238E27FC236}">
                  <a16:creationId xmlns:a16="http://schemas.microsoft.com/office/drawing/2014/main" id="{5E9DB2AA-8201-C287-23E9-0EC1AD160513}"/>
                </a:ext>
              </a:extLst>
            </p:cNvPr>
            <p:cNvCxnSpPr>
              <a:cxnSpLocks/>
            </p:cNvCxnSpPr>
            <p:nvPr/>
          </p:nvCxnSpPr>
          <p:spPr>
            <a:xfrm>
              <a:off x="10335690" y="2035713"/>
              <a:ext cx="491408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2" name="Conector reto 2061">
              <a:extLst>
                <a:ext uri="{FF2B5EF4-FFF2-40B4-BE49-F238E27FC236}">
                  <a16:creationId xmlns:a16="http://schemas.microsoft.com/office/drawing/2014/main" id="{1A004057-7E5E-CC2E-33C0-65EDBAD2CCB7}"/>
                </a:ext>
              </a:extLst>
            </p:cNvPr>
            <p:cNvCxnSpPr>
              <a:cxnSpLocks/>
            </p:cNvCxnSpPr>
            <p:nvPr/>
          </p:nvCxnSpPr>
          <p:spPr>
            <a:xfrm>
              <a:off x="10335690" y="2841256"/>
              <a:ext cx="491408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3" name="Conector reto 2062">
              <a:extLst>
                <a:ext uri="{FF2B5EF4-FFF2-40B4-BE49-F238E27FC236}">
                  <a16:creationId xmlns:a16="http://schemas.microsoft.com/office/drawing/2014/main" id="{BA061B1B-D4D8-4962-4285-A7009BE7F5B6}"/>
                </a:ext>
              </a:extLst>
            </p:cNvPr>
            <p:cNvCxnSpPr>
              <a:cxnSpLocks/>
            </p:cNvCxnSpPr>
            <p:nvPr/>
          </p:nvCxnSpPr>
          <p:spPr>
            <a:xfrm>
              <a:off x="10578707" y="2035713"/>
              <a:ext cx="1896" cy="805543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283C23DA-12E0-0D79-E448-A976C1456CC5}"/>
              </a:ext>
            </a:extLst>
          </p:cNvPr>
          <p:cNvGrpSpPr/>
          <p:nvPr/>
        </p:nvGrpSpPr>
        <p:grpSpPr>
          <a:xfrm>
            <a:off x="2173217" y="3893885"/>
            <a:ext cx="1294410" cy="2124666"/>
            <a:chOff x="2464061" y="3993169"/>
            <a:chExt cx="1294410" cy="2124666"/>
          </a:xfrm>
        </p:grpSpPr>
        <p:sp>
          <p:nvSpPr>
            <p:cNvPr id="2064" name="Retângulo 2063">
              <a:extLst>
                <a:ext uri="{FF2B5EF4-FFF2-40B4-BE49-F238E27FC236}">
                  <a16:creationId xmlns:a16="http://schemas.microsoft.com/office/drawing/2014/main" id="{ECB0C075-2304-2F31-ABEB-ECF5A066A3A5}"/>
                </a:ext>
              </a:extLst>
            </p:cNvPr>
            <p:cNvSpPr/>
            <p:nvPr/>
          </p:nvSpPr>
          <p:spPr>
            <a:xfrm>
              <a:off x="2464061" y="3993169"/>
              <a:ext cx="1294410" cy="2124666"/>
            </a:xfrm>
            <a:prstGeom prst="rect">
              <a:avLst/>
            </a:prstGeom>
            <a:solidFill>
              <a:srgbClr val="7F7F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pt-BR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065" name="Retângulo 2064">
              <a:extLst>
                <a:ext uri="{FF2B5EF4-FFF2-40B4-BE49-F238E27FC236}">
                  <a16:creationId xmlns:a16="http://schemas.microsoft.com/office/drawing/2014/main" id="{D26D007B-4E44-72B0-7E8D-8875C784263C}"/>
                </a:ext>
              </a:extLst>
            </p:cNvPr>
            <p:cNvSpPr/>
            <p:nvPr/>
          </p:nvSpPr>
          <p:spPr>
            <a:xfrm>
              <a:off x="2718818" y="4295481"/>
              <a:ext cx="748146" cy="1567543"/>
            </a:xfrm>
            <a:prstGeom prst="rect">
              <a:avLst/>
            </a:prstGeom>
            <a:solidFill>
              <a:srgbClr val="ED7D3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pt-BR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066" name="Conector reto 2065">
              <a:extLst>
                <a:ext uri="{FF2B5EF4-FFF2-40B4-BE49-F238E27FC236}">
                  <a16:creationId xmlns:a16="http://schemas.microsoft.com/office/drawing/2014/main" id="{41DC9F96-2CF5-E53C-9100-FA8DFD68643E}"/>
                </a:ext>
              </a:extLst>
            </p:cNvPr>
            <p:cNvCxnSpPr>
              <a:cxnSpLocks/>
            </p:cNvCxnSpPr>
            <p:nvPr/>
          </p:nvCxnSpPr>
          <p:spPr>
            <a:xfrm>
              <a:off x="2849445" y="4295481"/>
              <a:ext cx="0" cy="1567543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2067" name="Conector reto 2066">
              <a:extLst>
                <a:ext uri="{FF2B5EF4-FFF2-40B4-BE49-F238E27FC236}">
                  <a16:creationId xmlns:a16="http://schemas.microsoft.com/office/drawing/2014/main" id="{94516D3E-369B-F6E7-0C2F-B3B0E20CFD13}"/>
                </a:ext>
              </a:extLst>
            </p:cNvPr>
            <p:cNvCxnSpPr>
              <a:cxnSpLocks/>
            </p:cNvCxnSpPr>
            <p:nvPr/>
          </p:nvCxnSpPr>
          <p:spPr>
            <a:xfrm>
              <a:off x="3340853" y="4295481"/>
              <a:ext cx="0" cy="1567543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2068" name="Conector reto 2067">
              <a:extLst>
                <a:ext uri="{FF2B5EF4-FFF2-40B4-BE49-F238E27FC236}">
                  <a16:creationId xmlns:a16="http://schemas.microsoft.com/office/drawing/2014/main" id="{D44EA60A-4DC5-5F9C-3161-0EA1A0FDA56A}"/>
                </a:ext>
              </a:extLst>
            </p:cNvPr>
            <p:cNvCxnSpPr>
              <a:cxnSpLocks/>
            </p:cNvCxnSpPr>
            <p:nvPr/>
          </p:nvCxnSpPr>
          <p:spPr>
            <a:xfrm>
              <a:off x="2849445" y="4649281"/>
              <a:ext cx="491408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9" name="Conector reto 2068">
              <a:extLst>
                <a:ext uri="{FF2B5EF4-FFF2-40B4-BE49-F238E27FC236}">
                  <a16:creationId xmlns:a16="http://schemas.microsoft.com/office/drawing/2014/main" id="{CEF5EF71-C871-028B-9964-6BA82E03FE41}"/>
                </a:ext>
              </a:extLst>
            </p:cNvPr>
            <p:cNvCxnSpPr>
              <a:cxnSpLocks/>
            </p:cNvCxnSpPr>
            <p:nvPr/>
          </p:nvCxnSpPr>
          <p:spPr>
            <a:xfrm>
              <a:off x="2849445" y="5454824"/>
              <a:ext cx="491408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0" name="Conector reto 2069">
              <a:extLst>
                <a:ext uri="{FF2B5EF4-FFF2-40B4-BE49-F238E27FC236}">
                  <a16:creationId xmlns:a16="http://schemas.microsoft.com/office/drawing/2014/main" id="{6693AFE8-03CE-CFD5-EC94-78346B8C7CCC}"/>
                </a:ext>
              </a:extLst>
            </p:cNvPr>
            <p:cNvCxnSpPr>
              <a:cxnSpLocks/>
            </p:cNvCxnSpPr>
            <p:nvPr/>
          </p:nvCxnSpPr>
          <p:spPr>
            <a:xfrm>
              <a:off x="3092462" y="4649281"/>
              <a:ext cx="0" cy="805543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A4F53776-4195-7BFD-E669-538DAC9133FB}"/>
              </a:ext>
            </a:extLst>
          </p:cNvPr>
          <p:cNvGrpSpPr/>
          <p:nvPr/>
        </p:nvGrpSpPr>
        <p:grpSpPr>
          <a:xfrm>
            <a:off x="3636938" y="3893885"/>
            <a:ext cx="1294410" cy="2124666"/>
            <a:chOff x="3955257" y="3993169"/>
            <a:chExt cx="1294410" cy="2124666"/>
          </a:xfrm>
        </p:grpSpPr>
        <p:sp>
          <p:nvSpPr>
            <p:cNvPr id="2071" name="Retângulo 2070">
              <a:extLst>
                <a:ext uri="{FF2B5EF4-FFF2-40B4-BE49-F238E27FC236}">
                  <a16:creationId xmlns:a16="http://schemas.microsoft.com/office/drawing/2014/main" id="{DD2044EB-671F-8090-53A1-4BD5B21BA081}"/>
                </a:ext>
              </a:extLst>
            </p:cNvPr>
            <p:cNvSpPr/>
            <p:nvPr/>
          </p:nvSpPr>
          <p:spPr>
            <a:xfrm>
              <a:off x="3955257" y="3993169"/>
              <a:ext cx="1294410" cy="2124666"/>
            </a:xfrm>
            <a:prstGeom prst="rect">
              <a:avLst/>
            </a:prstGeom>
            <a:solidFill>
              <a:srgbClr val="03BBF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072" name="Retângulo 2071">
              <a:extLst>
                <a:ext uri="{FF2B5EF4-FFF2-40B4-BE49-F238E27FC236}">
                  <a16:creationId xmlns:a16="http://schemas.microsoft.com/office/drawing/2014/main" id="{3C56766F-6A17-FAAA-A4C6-04454776B88D}"/>
                </a:ext>
              </a:extLst>
            </p:cNvPr>
            <p:cNvSpPr/>
            <p:nvPr/>
          </p:nvSpPr>
          <p:spPr>
            <a:xfrm>
              <a:off x="4210014" y="4295481"/>
              <a:ext cx="748146" cy="1567543"/>
            </a:xfrm>
            <a:prstGeom prst="rect">
              <a:avLst/>
            </a:prstGeom>
            <a:solidFill>
              <a:srgbClr val="62983E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pt-BR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073" name="Conector reto 2072">
              <a:extLst>
                <a:ext uri="{FF2B5EF4-FFF2-40B4-BE49-F238E27FC236}">
                  <a16:creationId xmlns:a16="http://schemas.microsoft.com/office/drawing/2014/main" id="{96CA5D26-B333-100F-43D9-8945E85267B5}"/>
                </a:ext>
              </a:extLst>
            </p:cNvPr>
            <p:cNvCxnSpPr>
              <a:cxnSpLocks/>
            </p:cNvCxnSpPr>
            <p:nvPr/>
          </p:nvCxnSpPr>
          <p:spPr>
            <a:xfrm>
              <a:off x="4340641" y="4295481"/>
              <a:ext cx="0" cy="1567543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2074" name="Conector reto 2073">
              <a:extLst>
                <a:ext uri="{FF2B5EF4-FFF2-40B4-BE49-F238E27FC236}">
                  <a16:creationId xmlns:a16="http://schemas.microsoft.com/office/drawing/2014/main" id="{B66B8F70-E300-CFFD-1954-17A2ED8BB675}"/>
                </a:ext>
              </a:extLst>
            </p:cNvPr>
            <p:cNvCxnSpPr>
              <a:cxnSpLocks/>
            </p:cNvCxnSpPr>
            <p:nvPr/>
          </p:nvCxnSpPr>
          <p:spPr>
            <a:xfrm>
              <a:off x="4832049" y="4295481"/>
              <a:ext cx="0" cy="1567543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2075" name="Conector reto 2074">
              <a:extLst>
                <a:ext uri="{FF2B5EF4-FFF2-40B4-BE49-F238E27FC236}">
                  <a16:creationId xmlns:a16="http://schemas.microsoft.com/office/drawing/2014/main" id="{5576F304-A863-9D62-7A52-61BC30B90048}"/>
                </a:ext>
              </a:extLst>
            </p:cNvPr>
            <p:cNvCxnSpPr>
              <a:cxnSpLocks/>
            </p:cNvCxnSpPr>
            <p:nvPr/>
          </p:nvCxnSpPr>
          <p:spPr>
            <a:xfrm>
              <a:off x="4340641" y="4649281"/>
              <a:ext cx="491408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6" name="Conector reto 2075">
              <a:extLst>
                <a:ext uri="{FF2B5EF4-FFF2-40B4-BE49-F238E27FC236}">
                  <a16:creationId xmlns:a16="http://schemas.microsoft.com/office/drawing/2014/main" id="{322654F2-2F16-7B44-1394-3607AA2B89BF}"/>
                </a:ext>
              </a:extLst>
            </p:cNvPr>
            <p:cNvCxnSpPr>
              <a:cxnSpLocks/>
            </p:cNvCxnSpPr>
            <p:nvPr/>
          </p:nvCxnSpPr>
          <p:spPr>
            <a:xfrm>
              <a:off x="4340641" y="5454824"/>
              <a:ext cx="491408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7" name="Conector reto 2076">
              <a:extLst>
                <a:ext uri="{FF2B5EF4-FFF2-40B4-BE49-F238E27FC236}">
                  <a16:creationId xmlns:a16="http://schemas.microsoft.com/office/drawing/2014/main" id="{FBD39A59-106B-79D8-A6DF-8B9BC19C029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583279" y="4649281"/>
              <a:ext cx="379" cy="805543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CBDF42CE-0E8B-C417-8BC7-5FADB8EB6675}"/>
              </a:ext>
            </a:extLst>
          </p:cNvPr>
          <p:cNvGrpSpPr/>
          <p:nvPr/>
        </p:nvGrpSpPr>
        <p:grpSpPr>
          <a:xfrm>
            <a:off x="5100659" y="3893885"/>
            <a:ext cx="1294410" cy="2124666"/>
            <a:chOff x="5460945" y="3993169"/>
            <a:chExt cx="1294410" cy="2124666"/>
          </a:xfrm>
        </p:grpSpPr>
        <p:sp>
          <p:nvSpPr>
            <p:cNvPr id="2078" name="Retângulo 2077">
              <a:extLst>
                <a:ext uri="{FF2B5EF4-FFF2-40B4-BE49-F238E27FC236}">
                  <a16:creationId xmlns:a16="http://schemas.microsoft.com/office/drawing/2014/main" id="{EDA95AEF-85F6-BCA1-16F8-4AE1C8522032}"/>
                </a:ext>
              </a:extLst>
            </p:cNvPr>
            <p:cNvSpPr/>
            <p:nvPr/>
          </p:nvSpPr>
          <p:spPr>
            <a:xfrm>
              <a:off x="5460945" y="3993169"/>
              <a:ext cx="1294410" cy="2124666"/>
            </a:xfrm>
            <a:prstGeom prst="rect">
              <a:avLst/>
            </a:prstGeom>
            <a:solidFill>
              <a:srgbClr val="B2382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pt-BR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079" name="Retângulo 2078">
              <a:extLst>
                <a:ext uri="{FF2B5EF4-FFF2-40B4-BE49-F238E27FC236}">
                  <a16:creationId xmlns:a16="http://schemas.microsoft.com/office/drawing/2014/main" id="{93355B71-D9DD-18B2-9A95-FBBAEE2D3D11}"/>
                </a:ext>
              </a:extLst>
            </p:cNvPr>
            <p:cNvSpPr/>
            <p:nvPr/>
          </p:nvSpPr>
          <p:spPr>
            <a:xfrm>
              <a:off x="5715702" y="4295481"/>
              <a:ext cx="748146" cy="1567543"/>
            </a:xfrm>
            <a:prstGeom prst="rect">
              <a:avLst/>
            </a:prstGeom>
            <a:solidFill>
              <a:srgbClr val="3A5A2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pt-BR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080" name="Conector reto 2079">
              <a:extLst>
                <a:ext uri="{FF2B5EF4-FFF2-40B4-BE49-F238E27FC236}">
                  <a16:creationId xmlns:a16="http://schemas.microsoft.com/office/drawing/2014/main" id="{06D1169D-F53B-DC03-9FAE-CC926C403971}"/>
                </a:ext>
              </a:extLst>
            </p:cNvPr>
            <p:cNvCxnSpPr>
              <a:cxnSpLocks/>
            </p:cNvCxnSpPr>
            <p:nvPr/>
          </p:nvCxnSpPr>
          <p:spPr>
            <a:xfrm>
              <a:off x="5846329" y="4295481"/>
              <a:ext cx="0" cy="1567543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2081" name="Conector reto 2080">
              <a:extLst>
                <a:ext uri="{FF2B5EF4-FFF2-40B4-BE49-F238E27FC236}">
                  <a16:creationId xmlns:a16="http://schemas.microsoft.com/office/drawing/2014/main" id="{4158E4E0-8176-9483-81F0-88388CA003A2}"/>
                </a:ext>
              </a:extLst>
            </p:cNvPr>
            <p:cNvCxnSpPr>
              <a:cxnSpLocks/>
            </p:cNvCxnSpPr>
            <p:nvPr/>
          </p:nvCxnSpPr>
          <p:spPr>
            <a:xfrm>
              <a:off x="6337737" y="4295481"/>
              <a:ext cx="0" cy="1567543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2082" name="Conector reto 2081">
              <a:extLst>
                <a:ext uri="{FF2B5EF4-FFF2-40B4-BE49-F238E27FC236}">
                  <a16:creationId xmlns:a16="http://schemas.microsoft.com/office/drawing/2014/main" id="{5244C406-1278-F9B6-292C-19D565737855}"/>
                </a:ext>
              </a:extLst>
            </p:cNvPr>
            <p:cNvCxnSpPr>
              <a:cxnSpLocks/>
            </p:cNvCxnSpPr>
            <p:nvPr/>
          </p:nvCxnSpPr>
          <p:spPr>
            <a:xfrm>
              <a:off x="5846329" y="4649281"/>
              <a:ext cx="491408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3" name="Conector reto 2082">
              <a:extLst>
                <a:ext uri="{FF2B5EF4-FFF2-40B4-BE49-F238E27FC236}">
                  <a16:creationId xmlns:a16="http://schemas.microsoft.com/office/drawing/2014/main" id="{598B7CB7-49C9-818F-FE91-77471AF20A0D}"/>
                </a:ext>
              </a:extLst>
            </p:cNvPr>
            <p:cNvCxnSpPr>
              <a:cxnSpLocks/>
            </p:cNvCxnSpPr>
            <p:nvPr/>
          </p:nvCxnSpPr>
          <p:spPr>
            <a:xfrm>
              <a:off x="5846329" y="5454824"/>
              <a:ext cx="491408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4" name="Conector reto 2083">
              <a:extLst>
                <a:ext uri="{FF2B5EF4-FFF2-40B4-BE49-F238E27FC236}">
                  <a16:creationId xmlns:a16="http://schemas.microsoft.com/office/drawing/2014/main" id="{EF4137C2-DFC6-6F81-0B22-67898600F122}"/>
                </a:ext>
              </a:extLst>
            </p:cNvPr>
            <p:cNvCxnSpPr>
              <a:cxnSpLocks/>
            </p:cNvCxnSpPr>
            <p:nvPr/>
          </p:nvCxnSpPr>
          <p:spPr>
            <a:xfrm>
              <a:off x="6089346" y="4649281"/>
              <a:ext cx="0" cy="805543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96731E0-2B06-AA81-D039-C21D952810E6}"/>
              </a:ext>
            </a:extLst>
          </p:cNvPr>
          <p:cNvGrpSpPr/>
          <p:nvPr/>
        </p:nvGrpSpPr>
        <p:grpSpPr>
          <a:xfrm>
            <a:off x="6564380" y="3893885"/>
            <a:ext cx="1294410" cy="2124666"/>
            <a:chOff x="7003746" y="3993169"/>
            <a:chExt cx="1294410" cy="2124666"/>
          </a:xfrm>
        </p:grpSpPr>
        <p:sp>
          <p:nvSpPr>
            <p:cNvPr id="2092" name="Retângulo 2091">
              <a:extLst>
                <a:ext uri="{FF2B5EF4-FFF2-40B4-BE49-F238E27FC236}">
                  <a16:creationId xmlns:a16="http://schemas.microsoft.com/office/drawing/2014/main" id="{18BCEDEC-0ED0-8285-AF42-4B0BAB38B2BB}"/>
                </a:ext>
              </a:extLst>
            </p:cNvPr>
            <p:cNvSpPr/>
            <p:nvPr/>
          </p:nvSpPr>
          <p:spPr>
            <a:xfrm>
              <a:off x="7003746" y="3993169"/>
              <a:ext cx="1294410" cy="2124666"/>
            </a:xfrm>
            <a:prstGeom prst="rect">
              <a:avLst/>
            </a:prstGeom>
            <a:solidFill>
              <a:srgbClr val="2089C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pt-BR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093" name="Retângulo 2092">
              <a:extLst>
                <a:ext uri="{FF2B5EF4-FFF2-40B4-BE49-F238E27FC236}">
                  <a16:creationId xmlns:a16="http://schemas.microsoft.com/office/drawing/2014/main" id="{00E2FE97-66DC-A969-0F31-D1E9E604D664}"/>
                </a:ext>
              </a:extLst>
            </p:cNvPr>
            <p:cNvSpPr/>
            <p:nvPr/>
          </p:nvSpPr>
          <p:spPr>
            <a:xfrm>
              <a:off x="7258074" y="4294049"/>
              <a:ext cx="748146" cy="1567543"/>
            </a:xfrm>
            <a:prstGeom prst="rect">
              <a:avLst/>
            </a:prstGeom>
            <a:solidFill>
              <a:srgbClr val="B23820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pt-BR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094" name="Conector reto 2093">
              <a:extLst>
                <a:ext uri="{FF2B5EF4-FFF2-40B4-BE49-F238E27FC236}">
                  <a16:creationId xmlns:a16="http://schemas.microsoft.com/office/drawing/2014/main" id="{691A3C88-3BEE-6010-125D-EA578B86AF57}"/>
                </a:ext>
              </a:extLst>
            </p:cNvPr>
            <p:cNvCxnSpPr>
              <a:cxnSpLocks/>
            </p:cNvCxnSpPr>
            <p:nvPr/>
          </p:nvCxnSpPr>
          <p:spPr>
            <a:xfrm>
              <a:off x="7389130" y="4295481"/>
              <a:ext cx="0" cy="1567543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2095" name="Conector reto 2094">
              <a:extLst>
                <a:ext uri="{FF2B5EF4-FFF2-40B4-BE49-F238E27FC236}">
                  <a16:creationId xmlns:a16="http://schemas.microsoft.com/office/drawing/2014/main" id="{B62D33FB-F433-D4AA-98E0-83F769BFD89D}"/>
                </a:ext>
              </a:extLst>
            </p:cNvPr>
            <p:cNvCxnSpPr>
              <a:cxnSpLocks/>
            </p:cNvCxnSpPr>
            <p:nvPr/>
          </p:nvCxnSpPr>
          <p:spPr>
            <a:xfrm>
              <a:off x="7880538" y="4295481"/>
              <a:ext cx="0" cy="1567543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2096" name="Conector reto 2095">
              <a:extLst>
                <a:ext uri="{FF2B5EF4-FFF2-40B4-BE49-F238E27FC236}">
                  <a16:creationId xmlns:a16="http://schemas.microsoft.com/office/drawing/2014/main" id="{52BB8445-6B6B-6DC9-9A23-05D231C91FF3}"/>
                </a:ext>
              </a:extLst>
            </p:cNvPr>
            <p:cNvCxnSpPr>
              <a:cxnSpLocks/>
            </p:cNvCxnSpPr>
            <p:nvPr/>
          </p:nvCxnSpPr>
          <p:spPr>
            <a:xfrm>
              <a:off x="7389130" y="4649281"/>
              <a:ext cx="491408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7" name="Conector reto 2096">
              <a:extLst>
                <a:ext uri="{FF2B5EF4-FFF2-40B4-BE49-F238E27FC236}">
                  <a16:creationId xmlns:a16="http://schemas.microsoft.com/office/drawing/2014/main" id="{D730C38B-2C9C-39B1-8FE7-68EAC3585032}"/>
                </a:ext>
              </a:extLst>
            </p:cNvPr>
            <p:cNvCxnSpPr>
              <a:cxnSpLocks/>
            </p:cNvCxnSpPr>
            <p:nvPr/>
          </p:nvCxnSpPr>
          <p:spPr>
            <a:xfrm>
              <a:off x="7389130" y="5454824"/>
              <a:ext cx="491408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8" name="Conector reto 2097">
              <a:extLst>
                <a:ext uri="{FF2B5EF4-FFF2-40B4-BE49-F238E27FC236}">
                  <a16:creationId xmlns:a16="http://schemas.microsoft.com/office/drawing/2014/main" id="{17DA001F-812B-9329-A622-093AE6A37A11}"/>
                </a:ext>
              </a:extLst>
            </p:cNvPr>
            <p:cNvCxnSpPr>
              <a:cxnSpLocks/>
            </p:cNvCxnSpPr>
            <p:nvPr/>
          </p:nvCxnSpPr>
          <p:spPr>
            <a:xfrm>
              <a:off x="7632147" y="4649281"/>
              <a:ext cx="0" cy="805543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AE13869E-CBED-D80F-9BCF-29EDE18DE287}"/>
              </a:ext>
            </a:extLst>
          </p:cNvPr>
          <p:cNvGrpSpPr/>
          <p:nvPr/>
        </p:nvGrpSpPr>
        <p:grpSpPr>
          <a:xfrm>
            <a:off x="8013107" y="3893885"/>
            <a:ext cx="1294410" cy="2124666"/>
            <a:chOff x="8450912" y="3991737"/>
            <a:chExt cx="1294410" cy="2124666"/>
          </a:xfrm>
        </p:grpSpPr>
        <p:sp>
          <p:nvSpPr>
            <p:cNvPr id="2099" name="Retângulo 2098">
              <a:extLst>
                <a:ext uri="{FF2B5EF4-FFF2-40B4-BE49-F238E27FC236}">
                  <a16:creationId xmlns:a16="http://schemas.microsoft.com/office/drawing/2014/main" id="{01C39B2F-FA50-7252-451D-FA72235CC0E5}"/>
                </a:ext>
              </a:extLst>
            </p:cNvPr>
            <p:cNvSpPr/>
            <p:nvPr/>
          </p:nvSpPr>
          <p:spPr>
            <a:xfrm>
              <a:off x="8450912" y="3991737"/>
              <a:ext cx="1294410" cy="2124666"/>
            </a:xfrm>
            <a:prstGeom prst="rect">
              <a:avLst/>
            </a:prstGeom>
            <a:solidFill>
              <a:srgbClr val="3A5A2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pt-BR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00" name="Retângulo 2099">
              <a:extLst>
                <a:ext uri="{FF2B5EF4-FFF2-40B4-BE49-F238E27FC236}">
                  <a16:creationId xmlns:a16="http://schemas.microsoft.com/office/drawing/2014/main" id="{B68C5339-A3C5-C1BC-586C-F8CBE9707D6F}"/>
                </a:ext>
              </a:extLst>
            </p:cNvPr>
            <p:cNvSpPr/>
            <p:nvPr/>
          </p:nvSpPr>
          <p:spPr>
            <a:xfrm>
              <a:off x="8705669" y="4294049"/>
              <a:ext cx="748146" cy="1567543"/>
            </a:xfrm>
            <a:prstGeom prst="rect">
              <a:avLst/>
            </a:prstGeom>
            <a:solidFill>
              <a:srgbClr val="B23820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pt-BR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101" name="Conector reto 2100">
              <a:extLst>
                <a:ext uri="{FF2B5EF4-FFF2-40B4-BE49-F238E27FC236}">
                  <a16:creationId xmlns:a16="http://schemas.microsoft.com/office/drawing/2014/main" id="{EB30EC92-E811-0807-A7A2-01EF991D60F1}"/>
                </a:ext>
              </a:extLst>
            </p:cNvPr>
            <p:cNvCxnSpPr>
              <a:cxnSpLocks/>
            </p:cNvCxnSpPr>
            <p:nvPr/>
          </p:nvCxnSpPr>
          <p:spPr>
            <a:xfrm>
              <a:off x="8836296" y="4294049"/>
              <a:ext cx="0" cy="1567543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2102" name="Conector reto 2101">
              <a:extLst>
                <a:ext uri="{FF2B5EF4-FFF2-40B4-BE49-F238E27FC236}">
                  <a16:creationId xmlns:a16="http://schemas.microsoft.com/office/drawing/2014/main" id="{BC5E84BF-6460-E4ED-65B1-321296C569A0}"/>
                </a:ext>
              </a:extLst>
            </p:cNvPr>
            <p:cNvCxnSpPr>
              <a:cxnSpLocks/>
            </p:cNvCxnSpPr>
            <p:nvPr/>
          </p:nvCxnSpPr>
          <p:spPr>
            <a:xfrm>
              <a:off x="9327704" y="4294049"/>
              <a:ext cx="0" cy="1567543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2103" name="Conector reto 2102">
              <a:extLst>
                <a:ext uri="{FF2B5EF4-FFF2-40B4-BE49-F238E27FC236}">
                  <a16:creationId xmlns:a16="http://schemas.microsoft.com/office/drawing/2014/main" id="{0BE352C1-475D-7887-3CD0-F9B5D424BD5C}"/>
                </a:ext>
              </a:extLst>
            </p:cNvPr>
            <p:cNvCxnSpPr>
              <a:cxnSpLocks/>
            </p:cNvCxnSpPr>
            <p:nvPr/>
          </p:nvCxnSpPr>
          <p:spPr>
            <a:xfrm>
              <a:off x="8836296" y="4647849"/>
              <a:ext cx="491408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4" name="Conector reto 2103">
              <a:extLst>
                <a:ext uri="{FF2B5EF4-FFF2-40B4-BE49-F238E27FC236}">
                  <a16:creationId xmlns:a16="http://schemas.microsoft.com/office/drawing/2014/main" id="{D7176A6C-E5CF-24E8-2FCD-58E8D8B4C763}"/>
                </a:ext>
              </a:extLst>
            </p:cNvPr>
            <p:cNvCxnSpPr>
              <a:cxnSpLocks/>
            </p:cNvCxnSpPr>
            <p:nvPr/>
          </p:nvCxnSpPr>
          <p:spPr>
            <a:xfrm>
              <a:off x="8836296" y="5453392"/>
              <a:ext cx="491408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5" name="Conector reto 2104">
              <a:extLst>
                <a:ext uri="{FF2B5EF4-FFF2-40B4-BE49-F238E27FC236}">
                  <a16:creationId xmlns:a16="http://schemas.microsoft.com/office/drawing/2014/main" id="{807023FE-1706-A1BF-B1FF-36223834C716}"/>
                </a:ext>
              </a:extLst>
            </p:cNvPr>
            <p:cNvCxnSpPr>
              <a:cxnSpLocks/>
            </p:cNvCxnSpPr>
            <p:nvPr/>
          </p:nvCxnSpPr>
          <p:spPr>
            <a:xfrm>
              <a:off x="9079313" y="4647849"/>
              <a:ext cx="0" cy="820358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8B966C2E-B44C-7295-4BB4-1E3AA70604D7}"/>
              </a:ext>
            </a:extLst>
          </p:cNvPr>
          <p:cNvGrpSpPr/>
          <p:nvPr/>
        </p:nvGrpSpPr>
        <p:grpSpPr>
          <a:xfrm>
            <a:off x="9491822" y="3908700"/>
            <a:ext cx="1294410" cy="2124666"/>
            <a:chOff x="9950306" y="4007984"/>
            <a:chExt cx="1294410" cy="2124666"/>
          </a:xfrm>
        </p:grpSpPr>
        <p:sp>
          <p:nvSpPr>
            <p:cNvPr id="2106" name="Retângulo 2105">
              <a:extLst>
                <a:ext uri="{FF2B5EF4-FFF2-40B4-BE49-F238E27FC236}">
                  <a16:creationId xmlns:a16="http://schemas.microsoft.com/office/drawing/2014/main" id="{E44BED28-45BB-5C29-7953-A3E8F0E81D85}"/>
                </a:ext>
              </a:extLst>
            </p:cNvPr>
            <p:cNvSpPr/>
            <p:nvPr/>
          </p:nvSpPr>
          <p:spPr>
            <a:xfrm>
              <a:off x="9950306" y="4007984"/>
              <a:ext cx="1294410" cy="2124666"/>
            </a:xfrm>
            <a:prstGeom prst="rect">
              <a:avLst/>
            </a:prstGeom>
            <a:solidFill>
              <a:srgbClr val="B2382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pt-BR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07" name="Retângulo 2106">
              <a:extLst>
                <a:ext uri="{FF2B5EF4-FFF2-40B4-BE49-F238E27FC236}">
                  <a16:creationId xmlns:a16="http://schemas.microsoft.com/office/drawing/2014/main" id="{624DCE10-C2E7-A782-4F1F-68EF69FCAB92}"/>
                </a:ext>
              </a:extLst>
            </p:cNvPr>
            <p:cNvSpPr/>
            <p:nvPr/>
          </p:nvSpPr>
          <p:spPr>
            <a:xfrm>
              <a:off x="10205063" y="4310296"/>
              <a:ext cx="748146" cy="1567543"/>
            </a:xfrm>
            <a:prstGeom prst="rect">
              <a:avLst/>
            </a:prstGeom>
            <a:solidFill>
              <a:srgbClr val="7F7F7F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pt-BR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108" name="Conector reto 2107">
              <a:extLst>
                <a:ext uri="{FF2B5EF4-FFF2-40B4-BE49-F238E27FC236}">
                  <a16:creationId xmlns:a16="http://schemas.microsoft.com/office/drawing/2014/main" id="{6495FD48-F44E-C005-79F0-28291AA67891}"/>
                </a:ext>
              </a:extLst>
            </p:cNvPr>
            <p:cNvCxnSpPr>
              <a:cxnSpLocks/>
            </p:cNvCxnSpPr>
            <p:nvPr/>
          </p:nvCxnSpPr>
          <p:spPr>
            <a:xfrm>
              <a:off x="10335690" y="4310296"/>
              <a:ext cx="0" cy="1567543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2109" name="Conector reto 2108">
              <a:extLst>
                <a:ext uri="{FF2B5EF4-FFF2-40B4-BE49-F238E27FC236}">
                  <a16:creationId xmlns:a16="http://schemas.microsoft.com/office/drawing/2014/main" id="{8493A70B-B708-0E8D-DCCE-527DB72D9D6C}"/>
                </a:ext>
              </a:extLst>
            </p:cNvPr>
            <p:cNvCxnSpPr>
              <a:cxnSpLocks/>
            </p:cNvCxnSpPr>
            <p:nvPr/>
          </p:nvCxnSpPr>
          <p:spPr>
            <a:xfrm>
              <a:off x="10827098" y="4310296"/>
              <a:ext cx="0" cy="1567543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2110" name="Conector reto 2109">
              <a:extLst>
                <a:ext uri="{FF2B5EF4-FFF2-40B4-BE49-F238E27FC236}">
                  <a16:creationId xmlns:a16="http://schemas.microsoft.com/office/drawing/2014/main" id="{64B81A8C-E5D8-4C54-407B-E4DB1FD7F4F2}"/>
                </a:ext>
              </a:extLst>
            </p:cNvPr>
            <p:cNvCxnSpPr>
              <a:cxnSpLocks/>
            </p:cNvCxnSpPr>
            <p:nvPr/>
          </p:nvCxnSpPr>
          <p:spPr>
            <a:xfrm>
              <a:off x="10335690" y="4664096"/>
              <a:ext cx="491408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1" name="Conector reto 2110">
              <a:extLst>
                <a:ext uri="{FF2B5EF4-FFF2-40B4-BE49-F238E27FC236}">
                  <a16:creationId xmlns:a16="http://schemas.microsoft.com/office/drawing/2014/main" id="{0AE6DAFD-133C-8413-6F60-B781173CC6C9}"/>
                </a:ext>
              </a:extLst>
            </p:cNvPr>
            <p:cNvCxnSpPr>
              <a:cxnSpLocks/>
            </p:cNvCxnSpPr>
            <p:nvPr/>
          </p:nvCxnSpPr>
          <p:spPr>
            <a:xfrm>
              <a:off x="10335690" y="5469639"/>
              <a:ext cx="491408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2" name="Conector reto 2111">
              <a:extLst>
                <a:ext uri="{FF2B5EF4-FFF2-40B4-BE49-F238E27FC236}">
                  <a16:creationId xmlns:a16="http://schemas.microsoft.com/office/drawing/2014/main" id="{D475BFDF-9ADD-DBFA-90C5-E82F390EDBAC}"/>
                </a:ext>
              </a:extLst>
            </p:cNvPr>
            <p:cNvCxnSpPr>
              <a:cxnSpLocks/>
            </p:cNvCxnSpPr>
            <p:nvPr/>
          </p:nvCxnSpPr>
          <p:spPr>
            <a:xfrm>
              <a:off x="10578707" y="4664096"/>
              <a:ext cx="0" cy="805543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13" name="Fluxograma: Conector 2112">
            <a:extLst>
              <a:ext uri="{FF2B5EF4-FFF2-40B4-BE49-F238E27FC236}">
                <a16:creationId xmlns:a16="http://schemas.microsoft.com/office/drawing/2014/main" id="{462F1DB3-A155-E0EF-427A-5B37C5A82304}"/>
              </a:ext>
            </a:extLst>
          </p:cNvPr>
          <p:cNvSpPr/>
          <p:nvPr/>
        </p:nvSpPr>
        <p:spPr>
          <a:xfrm>
            <a:off x="11186470" y="890081"/>
            <a:ext cx="457200" cy="457200"/>
          </a:xfrm>
          <a:prstGeom prst="flowChartConnector">
            <a:avLst/>
          </a:prstGeom>
          <a:solidFill>
            <a:srgbClr val="03BBF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14" name="Fluxograma: Conector 2113">
            <a:extLst>
              <a:ext uri="{FF2B5EF4-FFF2-40B4-BE49-F238E27FC236}">
                <a16:creationId xmlns:a16="http://schemas.microsoft.com/office/drawing/2014/main" id="{5D05669D-E5BF-2300-F00D-DB23BC706342}"/>
              </a:ext>
            </a:extLst>
          </p:cNvPr>
          <p:cNvSpPr/>
          <p:nvPr/>
        </p:nvSpPr>
        <p:spPr>
          <a:xfrm>
            <a:off x="11186470" y="1710378"/>
            <a:ext cx="457200" cy="457200"/>
          </a:xfrm>
          <a:prstGeom prst="flowChartConnector">
            <a:avLst/>
          </a:prstGeom>
          <a:solidFill>
            <a:srgbClr val="2089C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15" name="Fluxograma: Conector 2114">
            <a:extLst>
              <a:ext uri="{FF2B5EF4-FFF2-40B4-BE49-F238E27FC236}">
                <a16:creationId xmlns:a16="http://schemas.microsoft.com/office/drawing/2014/main" id="{94C86A23-47F8-29EB-36D6-B90F0DC1DF7B}"/>
              </a:ext>
            </a:extLst>
          </p:cNvPr>
          <p:cNvSpPr/>
          <p:nvPr/>
        </p:nvSpPr>
        <p:spPr>
          <a:xfrm>
            <a:off x="11186470" y="2487618"/>
            <a:ext cx="457200" cy="457200"/>
          </a:xfrm>
          <a:prstGeom prst="flowChartConnector">
            <a:avLst/>
          </a:prstGeom>
          <a:solidFill>
            <a:srgbClr val="B2382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16" name="Fluxograma: Conector 2115">
            <a:extLst>
              <a:ext uri="{FF2B5EF4-FFF2-40B4-BE49-F238E27FC236}">
                <a16:creationId xmlns:a16="http://schemas.microsoft.com/office/drawing/2014/main" id="{0D23C0F3-0689-F4FC-DAFD-06F240B5937D}"/>
              </a:ext>
            </a:extLst>
          </p:cNvPr>
          <p:cNvSpPr/>
          <p:nvPr/>
        </p:nvSpPr>
        <p:spPr>
          <a:xfrm>
            <a:off x="11186470" y="3309829"/>
            <a:ext cx="457200" cy="457200"/>
          </a:xfrm>
          <a:prstGeom prst="flowChartConnector">
            <a:avLst/>
          </a:prstGeom>
          <a:solidFill>
            <a:srgbClr val="3A5A2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17" name="Fluxograma: Conector 2116">
            <a:extLst>
              <a:ext uri="{FF2B5EF4-FFF2-40B4-BE49-F238E27FC236}">
                <a16:creationId xmlns:a16="http://schemas.microsoft.com/office/drawing/2014/main" id="{E3CCDA33-0F11-DFF8-6666-070CBCB8A3CC}"/>
              </a:ext>
            </a:extLst>
          </p:cNvPr>
          <p:cNvSpPr/>
          <p:nvPr/>
        </p:nvSpPr>
        <p:spPr>
          <a:xfrm>
            <a:off x="11203239" y="4123707"/>
            <a:ext cx="457200" cy="457200"/>
          </a:xfrm>
          <a:prstGeom prst="flowChartConnector">
            <a:avLst/>
          </a:prstGeom>
          <a:solidFill>
            <a:srgbClr val="62983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18" name="Fluxograma: Conector 2117">
            <a:extLst>
              <a:ext uri="{FF2B5EF4-FFF2-40B4-BE49-F238E27FC236}">
                <a16:creationId xmlns:a16="http://schemas.microsoft.com/office/drawing/2014/main" id="{61B0835C-2C56-56AD-0233-8D3A4F16148F}"/>
              </a:ext>
            </a:extLst>
          </p:cNvPr>
          <p:cNvSpPr/>
          <p:nvPr/>
        </p:nvSpPr>
        <p:spPr>
          <a:xfrm>
            <a:off x="11203239" y="4917627"/>
            <a:ext cx="457200" cy="457200"/>
          </a:xfrm>
          <a:prstGeom prst="flowChartConnector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19" name="Fluxograma: Conector 2118">
            <a:extLst>
              <a:ext uri="{FF2B5EF4-FFF2-40B4-BE49-F238E27FC236}">
                <a16:creationId xmlns:a16="http://schemas.microsoft.com/office/drawing/2014/main" id="{C265D60B-BA66-8ACD-A8AA-BB4494C53279}"/>
              </a:ext>
            </a:extLst>
          </p:cNvPr>
          <p:cNvSpPr/>
          <p:nvPr/>
        </p:nvSpPr>
        <p:spPr>
          <a:xfrm>
            <a:off x="11203239" y="5760672"/>
            <a:ext cx="457200" cy="457200"/>
          </a:xfrm>
          <a:prstGeom prst="flowChartConnector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21" name="CaixaDeTexto 2120">
            <a:extLst>
              <a:ext uri="{FF2B5EF4-FFF2-40B4-BE49-F238E27FC236}">
                <a16:creationId xmlns:a16="http://schemas.microsoft.com/office/drawing/2014/main" id="{A56E3535-4306-CB1B-B0F3-71AFF5DF6CE7}"/>
              </a:ext>
            </a:extLst>
          </p:cNvPr>
          <p:cNvSpPr txBox="1"/>
          <p:nvPr/>
        </p:nvSpPr>
        <p:spPr>
          <a:xfrm>
            <a:off x="2173217" y="3108027"/>
            <a:ext cx="12944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oppins" panose="00000500000000000000" pitchFamily="2" charset="0"/>
                <a:ea typeface="+mn-ea"/>
                <a:cs typeface="Poppins" panose="00000500000000000000" pitchFamily="2" charset="0"/>
              </a:rPr>
              <a:t>01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oppins" panose="00000500000000000000" pitchFamily="2" charset="0"/>
                <a:ea typeface="+mn-ea"/>
                <a:cs typeface="Poppins" panose="00000500000000000000" pitchFamily="2" charset="0"/>
              </a:rPr>
              <a:t>Azul claro e verde escuro</a:t>
            </a: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oppins" panose="00000500000000000000" pitchFamily="2" charset="0"/>
              <a:ea typeface="+mn-ea"/>
              <a:cs typeface="Poppins" panose="00000500000000000000" pitchFamily="2" charset="0"/>
            </a:endParaRPr>
          </a:p>
        </p:txBody>
      </p:sp>
      <p:sp>
        <p:nvSpPr>
          <p:cNvPr id="2122" name="CaixaDeTexto 2121">
            <a:extLst>
              <a:ext uri="{FF2B5EF4-FFF2-40B4-BE49-F238E27FC236}">
                <a16:creationId xmlns:a16="http://schemas.microsoft.com/office/drawing/2014/main" id="{551C9AA0-CCA6-966C-18A4-B80A5B430F1E}"/>
              </a:ext>
            </a:extLst>
          </p:cNvPr>
          <p:cNvSpPr txBox="1"/>
          <p:nvPr/>
        </p:nvSpPr>
        <p:spPr>
          <a:xfrm>
            <a:off x="3643304" y="3108027"/>
            <a:ext cx="12872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oppins" panose="00000500000000000000" pitchFamily="2" charset="0"/>
                <a:ea typeface="+mn-ea"/>
                <a:cs typeface="Poppins" panose="00000500000000000000" pitchFamily="2" charset="0"/>
              </a:rPr>
              <a:t>02 - PADRÃO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oppins" panose="00000500000000000000" pitchFamily="2" charset="0"/>
                <a:ea typeface="+mn-ea"/>
                <a:cs typeface="Poppins" panose="00000500000000000000" pitchFamily="2" charset="0"/>
              </a:rPr>
              <a:t>Verde claro e </a:t>
            </a:r>
            <a:r>
              <a:rPr lang="en-US" sz="1200">
                <a:solidFill>
                  <a:prstClr val="black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verde escuro</a:t>
            </a: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oppins" panose="00000500000000000000" pitchFamily="2" charset="0"/>
              <a:ea typeface="+mn-ea"/>
              <a:cs typeface="Poppins" panose="00000500000000000000" pitchFamily="2" charset="0"/>
            </a:endParaRPr>
          </a:p>
        </p:txBody>
      </p:sp>
      <p:sp>
        <p:nvSpPr>
          <p:cNvPr id="2125" name="CaixaDeTexto 2124">
            <a:extLst>
              <a:ext uri="{FF2B5EF4-FFF2-40B4-BE49-F238E27FC236}">
                <a16:creationId xmlns:a16="http://schemas.microsoft.com/office/drawing/2014/main" id="{B9FDA825-B419-8146-EFB0-D8E8C5375544}"/>
              </a:ext>
            </a:extLst>
          </p:cNvPr>
          <p:cNvSpPr txBox="1"/>
          <p:nvPr/>
        </p:nvSpPr>
        <p:spPr>
          <a:xfrm>
            <a:off x="7985794" y="3118674"/>
            <a:ext cx="13695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oppins" panose="00000500000000000000" pitchFamily="2" charset="0"/>
                <a:ea typeface="+mn-ea"/>
                <a:cs typeface="Poppins" panose="00000500000000000000" pitchFamily="2" charset="0"/>
              </a:rPr>
              <a:t>05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oppins" panose="00000500000000000000" pitchFamily="2" charset="0"/>
                <a:ea typeface="+mn-ea"/>
                <a:cs typeface="Poppins" panose="00000500000000000000" pitchFamily="2" charset="0"/>
              </a:rPr>
              <a:t>Vermelho </a:t>
            </a:r>
            <a:r>
              <a:rPr kumimoji="0" lang="en-US" sz="1200" b="0" i="0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oppins" panose="00000500000000000000" pitchFamily="2" charset="0"/>
                <a:ea typeface="+mn-ea"/>
                <a:cs typeface="Poppins" panose="00000500000000000000" pitchFamily="2" charset="0"/>
              </a:rPr>
              <a:t>tijolo</a:t>
            </a:r>
            <a:r>
              <a:rPr lang="en-US" sz="1200">
                <a:solidFill>
                  <a:prstClr val="black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oppins" panose="00000500000000000000" pitchFamily="2" charset="0"/>
                <a:ea typeface="+mn-ea"/>
                <a:cs typeface="Poppins" panose="00000500000000000000" pitchFamily="2" charset="0"/>
              </a:rPr>
              <a:t>e verde claro</a:t>
            </a:r>
          </a:p>
        </p:txBody>
      </p:sp>
      <p:sp>
        <p:nvSpPr>
          <p:cNvPr id="2126" name="CaixaDeTexto 2125">
            <a:extLst>
              <a:ext uri="{FF2B5EF4-FFF2-40B4-BE49-F238E27FC236}">
                <a16:creationId xmlns:a16="http://schemas.microsoft.com/office/drawing/2014/main" id="{D93A73B8-CB60-19AE-91CE-937AB36A01B0}"/>
              </a:ext>
            </a:extLst>
          </p:cNvPr>
          <p:cNvSpPr txBox="1"/>
          <p:nvPr/>
        </p:nvSpPr>
        <p:spPr>
          <a:xfrm>
            <a:off x="9489924" y="3108027"/>
            <a:ext cx="129441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oppins" panose="00000500000000000000" pitchFamily="2" charset="0"/>
                <a:ea typeface="+mn-ea"/>
                <a:cs typeface="Poppins" panose="00000500000000000000" pitchFamily="2" charset="0"/>
              </a:rPr>
              <a:t>06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oppins" panose="00000500000000000000" pitchFamily="2" charset="0"/>
                <a:ea typeface="+mn-ea"/>
                <a:cs typeface="Poppins" panose="00000500000000000000" pitchFamily="2" charset="0"/>
              </a:rPr>
              <a:t>Verde escuro</a:t>
            </a:r>
            <a:endParaRPr kumimoji="0" lang="pt-BR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oppins" panose="00000500000000000000" pitchFamily="2" charset="0"/>
              <a:ea typeface="+mn-ea"/>
              <a:cs typeface="Poppins" panose="00000500000000000000" pitchFamily="2" charset="0"/>
            </a:endParaRPr>
          </a:p>
        </p:txBody>
      </p:sp>
      <p:sp>
        <p:nvSpPr>
          <p:cNvPr id="2127" name="CaixaDeTexto 2126">
            <a:extLst>
              <a:ext uri="{FF2B5EF4-FFF2-40B4-BE49-F238E27FC236}">
                <a16:creationId xmlns:a16="http://schemas.microsoft.com/office/drawing/2014/main" id="{FBA46691-1FD8-5D41-CBF3-A1D3062A9ABC}"/>
              </a:ext>
            </a:extLst>
          </p:cNvPr>
          <p:cNvSpPr txBox="1"/>
          <p:nvPr/>
        </p:nvSpPr>
        <p:spPr>
          <a:xfrm>
            <a:off x="2177454" y="6019578"/>
            <a:ext cx="12944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oppins" panose="00000500000000000000" pitchFamily="2" charset="0"/>
                <a:ea typeface="+mn-ea"/>
                <a:cs typeface="Poppins" panose="00000500000000000000" pitchFamily="2" charset="0"/>
              </a:rPr>
              <a:t>07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oppins" panose="00000500000000000000" pitchFamily="2" charset="0"/>
                <a:ea typeface="+mn-ea"/>
                <a:cs typeface="Poppins" panose="00000500000000000000" pitchFamily="2" charset="0"/>
              </a:rPr>
              <a:t>Cinza</a:t>
            </a: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oppins" panose="00000500000000000000" pitchFamily="2" charset="0"/>
                <a:ea typeface="+mn-ea"/>
                <a:cs typeface="Poppins" panose="00000500000000000000" pitchFamily="2" charset="0"/>
              </a:rPr>
              <a:t> e </a:t>
            </a:r>
            <a:r>
              <a:rPr kumimoji="0" lang="en-US" sz="1200" b="0" i="0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oppins" panose="00000500000000000000" pitchFamily="2" charset="0"/>
                <a:ea typeface="+mn-ea"/>
                <a:cs typeface="Poppins" panose="00000500000000000000" pitchFamily="2" charset="0"/>
              </a:rPr>
              <a:t>laranja</a:t>
            </a:r>
            <a:endParaRPr kumimoji="0" lang="pt-BR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oppins" panose="00000500000000000000" pitchFamily="2" charset="0"/>
              <a:ea typeface="+mn-ea"/>
              <a:cs typeface="Poppins" panose="00000500000000000000" pitchFamily="2" charset="0"/>
            </a:endParaRPr>
          </a:p>
        </p:txBody>
      </p:sp>
      <p:sp>
        <p:nvSpPr>
          <p:cNvPr id="2129" name="CaixaDeTexto 2128">
            <a:extLst>
              <a:ext uri="{FF2B5EF4-FFF2-40B4-BE49-F238E27FC236}">
                <a16:creationId xmlns:a16="http://schemas.microsoft.com/office/drawing/2014/main" id="{3BF884F1-B364-1566-C02D-EAE8103F1D26}"/>
              </a:ext>
            </a:extLst>
          </p:cNvPr>
          <p:cNvSpPr txBox="1"/>
          <p:nvPr/>
        </p:nvSpPr>
        <p:spPr>
          <a:xfrm>
            <a:off x="3643304" y="6033366"/>
            <a:ext cx="1287286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oppins" panose="00000500000000000000" pitchFamily="2" charset="0"/>
                <a:ea typeface="+mn-ea"/>
                <a:cs typeface="Poppins" panose="00000500000000000000" pitchFamily="2" charset="0"/>
              </a:rPr>
              <a:t>08</a:t>
            </a:r>
          </a:p>
          <a:p>
            <a:pPr algn="ctr">
              <a:defRPr/>
            </a:pPr>
            <a:r>
              <a:rPr lang="en-US" sz="1200" dirty="0">
                <a:solidFill>
                  <a:prstClr val="black"/>
                </a:solidFill>
                <a:latin typeface="Poppins"/>
                <a:cs typeface="Poppins"/>
              </a:rPr>
              <a:t>Azul claro e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oppins"/>
                <a:cs typeface="Poppins"/>
              </a:rPr>
              <a:t>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oppins"/>
                <a:cs typeface="Poppins"/>
              </a:rPr>
              <a:t>verde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oppins"/>
                <a:cs typeface="Poppins"/>
              </a:rPr>
              <a:t> claro</a:t>
            </a:r>
            <a:endParaRPr kumimoji="0" lang="pt-BR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oppins"/>
              <a:cs typeface="Poppins"/>
            </a:endParaRPr>
          </a:p>
        </p:txBody>
      </p:sp>
      <p:sp>
        <p:nvSpPr>
          <p:cNvPr id="2130" name="CaixaDeTexto 2129">
            <a:extLst>
              <a:ext uri="{FF2B5EF4-FFF2-40B4-BE49-F238E27FC236}">
                <a16:creationId xmlns:a16="http://schemas.microsoft.com/office/drawing/2014/main" id="{AF5C8435-CC8C-647F-BF18-4B9DD83C3DF1}"/>
              </a:ext>
            </a:extLst>
          </p:cNvPr>
          <p:cNvSpPr txBox="1"/>
          <p:nvPr/>
        </p:nvSpPr>
        <p:spPr>
          <a:xfrm>
            <a:off x="5072044" y="6016851"/>
            <a:ext cx="134800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oppins" panose="00000500000000000000" pitchFamily="2" charset="0"/>
                <a:ea typeface="+mn-ea"/>
                <a:cs typeface="Poppins" panose="00000500000000000000" pitchFamily="2" charset="0"/>
              </a:rPr>
              <a:t>09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oppins" panose="00000500000000000000" pitchFamily="2" charset="0"/>
                <a:ea typeface="+mn-ea"/>
                <a:cs typeface="Poppins" panose="00000500000000000000" pitchFamily="2" charset="0"/>
              </a:rPr>
              <a:t>Vermelho </a:t>
            </a:r>
            <a:r>
              <a:rPr kumimoji="0" lang="en-US" sz="1200" b="0" i="0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oppins" panose="00000500000000000000" pitchFamily="2" charset="0"/>
                <a:ea typeface="+mn-ea"/>
                <a:cs typeface="Poppins" panose="00000500000000000000" pitchFamily="2" charset="0"/>
              </a:rPr>
              <a:t>tijolo</a:t>
            </a: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oppins" panose="00000500000000000000" pitchFamily="2" charset="0"/>
                <a:ea typeface="+mn-ea"/>
                <a:cs typeface="Poppins" panose="00000500000000000000" pitchFamily="2" charset="0"/>
              </a:rPr>
              <a:t> e verde escuro</a:t>
            </a:r>
            <a:endParaRPr kumimoji="0" lang="pt-BR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oppins" panose="00000500000000000000" pitchFamily="2" charset="0"/>
              <a:ea typeface="+mn-ea"/>
              <a:cs typeface="Poppins" panose="00000500000000000000" pitchFamily="2" charset="0"/>
            </a:endParaRPr>
          </a:p>
        </p:txBody>
      </p:sp>
      <p:sp>
        <p:nvSpPr>
          <p:cNvPr id="2131" name="CaixaDeTexto 2130">
            <a:extLst>
              <a:ext uri="{FF2B5EF4-FFF2-40B4-BE49-F238E27FC236}">
                <a16:creationId xmlns:a16="http://schemas.microsoft.com/office/drawing/2014/main" id="{FF4D934B-EFEE-2F82-01BD-0C491695D5FB}"/>
              </a:ext>
            </a:extLst>
          </p:cNvPr>
          <p:cNvSpPr txBox="1"/>
          <p:nvPr/>
        </p:nvSpPr>
        <p:spPr>
          <a:xfrm>
            <a:off x="6532896" y="6028748"/>
            <a:ext cx="134800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oppins" panose="00000500000000000000" pitchFamily="2" charset="0"/>
                <a:ea typeface="+mn-ea"/>
                <a:cs typeface="Poppins" panose="00000500000000000000" pitchFamily="2" charset="0"/>
              </a:rPr>
              <a:t>10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oppins" panose="00000500000000000000" pitchFamily="2" charset="0"/>
                <a:ea typeface="+mn-ea"/>
                <a:cs typeface="Poppins" panose="00000500000000000000" pitchFamily="2" charset="0"/>
              </a:rPr>
              <a:t>Azul escuro e </a:t>
            </a:r>
            <a:r>
              <a:rPr kumimoji="0" lang="en-US" sz="1200" b="0" i="0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oppins" panose="00000500000000000000" pitchFamily="2" charset="0"/>
                <a:ea typeface="+mn-ea"/>
                <a:cs typeface="Poppins" panose="00000500000000000000" pitchFamily="2" charset="0"/>
              </a:rPr>
              <a:t>vermelho</a:t>
            </a: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oppins" panose="00000500000000000000" pitchFamily="2" charset="0"/>
                <a:ea typeface="+mn-ea"/>
                <a:cs typeface="Poppins" panose="00000500000000000000" pitchFamily="2" charset="0"/>
              </a:rPr>
              <a:t> </a:t>
            </a:r>
            <a:r>
              <a:rPr kumimoji="0" lang="en-US" sz="1200" b="0" i="0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oppins" panose="00000500000000000000" pitchFamily="2" charset="0"/>
                <a:ea typeface="+mn-ea"/>
                <a:cs typeface="Poppins" panose="00000500000000000000" pitchFamily="2" charset="0"/>
              </a:rPr>
              <a:t>tijolo</a:t>
            </a: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oppins" panose="00000500000000000000" pitchFamily="2" charset="0"/>
              <a:ea typeface="+mn-ea"/>
              <a:cs typeface="Poppins" panose="00000500000000000000" pitchFamily="2" charset="0"/>
            </a:endParaRPr>
          </a:p>
        </p:txBody>
      </p:sp>
      <p:sp>
        <p:nvSpPr>
          <p:cNvPr id="2132" name="CaixaDeTexto 2131">
            <a:extLst>
              <a:ext uri="{FF2B5EF4-FFF2-40B4-BE49-F238E27FC236}">
                <a16:creationId xmlns:a16="http://schemas.microsoft.com/office/drawing/2014/main" id="{47568ED5-5B78-857C-6C16-083430E94545}"/>
              </a:ext>
            </a:extLst>
          </p:cNvPr>
          <p:cNvSpPr txBox="1"/>
          <p:nvPr/>
        </p:nvSpPr>
        <p:spPr>
          <a:xfrm>
            <a:off x="7977410" y="6016851"/>
            <a:ext cx="13695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oppins" panose="00000500000000000000" pitchFamily="2" charset="0"/>
                <a:ea typeface="+mn-ea"/>
                <a:cs typeface="Poppins" panose="00000500000000000000" pitchFamily="2" charset="0"/>
              </a:rPr>
              <a:t>11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oppins" panose="00000500000000000000" pitchFamily="2" charset="0"/>
                <a:ea typeface="+mn-ea"/>
                <a:cs typeface="Poppins" panose="00000500000000000000" pitchFamily="2" charset="0"/>
              </a:rPr>
              <a:t>Verde escuro e </a:t>
            </a:r>
            <a:r>
              <a:rPr kumimoji="0" lang="en-US" sz="1200" b="0" i="0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oppins" panose="00000500000000000000" pitchFamily="2" charset="0"/>
                <a:ea typeface="+mn-ea"/>
                <a:cs typeface="Poppins" panose="00000500000000000000" pitchFamily="2" charset="0"/>
              </a:rPr>
              <a:t>vermelho</a:t>
            </a: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oppins" panose="00000500000000000000" pitchFamily="2" charset="0"/>
                <a:ea typeface="+mn-ea"/>
                <a:cs typeface="Poppins" panose="00000500000000000000" pitchFamily="2" charset="0"/>
              </a:rPr>
              <a:t> </a:t>
            </a:r>
            <a:r>
              <a:rPr kumimoji="0" lang="en-US" sz="1200" b="0" i="0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oppins" panose="00000500000000000000" pitchFamily="2" charset="0"/>
                <a:ea typeface="+mn-ea"/>
                <a:cs typeface="Poppins" panose="00000500000000000000" pitchFamily="2" charset="0"/>
              </a:rPr>
              <a:t>tijolo</a:t>
            </a:r>
            <a:endParaRPr kumimoji="0" lang="pt-BR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oppins" panose="00000500000000000000" pitchFamily="2" charset="0"/>
              <a:ea typeface="+mn-ea"/>
              <a:cs typeface="Poppins" panose="00000500000000000000" pitchFamily="2" charset="0"/>
            </a:endParaRPr>
          </a:p>
        </p:txBody>
      </p:sp>
      <p:sp>
        <p:nvSpPr>
          <p:cNvPr id="2133" name="CaixaDeTexto 2132">
            <a:extLst>
              <a:ext uri="{FF2B5EF4-FFF2-40B4-BE49-F238E27FC236}">
                <a16:creationId xmlns:a16="http://schemas.microsoft.com/office/drawing/2014/main" id="{3273B3A9-9A53-0E2A-E744-D5AABC876971}"/>
              </a:ext>
            </a:extLst>
          </p:cNvPr>
          <p:cNvSpPr txBox="1"/>
          <p:nvPr/>
        </p:nvSpPr>
        <p:spPr>
          <a:xfrm>
            <a:off x="9489924" y="6028748"/>
            <a:ext cx="12944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oppins" panose="00000500000000000000" pitchFamily="2" charset="0"/>
                <a:ea typeface="+mn-ea"/>
                <a:cs typeface="Poppins" panose="00000500000000000000" pitchFamily="2" charset="0"/>
              </a:rPr>
              <a:t>12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oppins" panose="00000500000000000000" pitchFamily="2" charset="0"/>
                <a:ea typeface="+mn-ea"/>
                <a:cs typeface="Poppins" panose="00000500000000000000" pitchFamily="2" charset="0"/>
              </a:rPr>
              <a:t>Vermelho </a:t>
            </a:r>
            <a:r>
              <a:rPr kumimoji="0" lang="en-US" sz="1200" b="0" i="0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oppins" panose="00000500000000000000" pitchFamily="2" charset="0"/>
                <a:ea typeface="+mn-ea"/>
                <a:cs typeface="Poppins" panose="00000500000000000000" pitchFamily="2" charset="0"/>
              </a:rPr>
              <a:t>tijolo</a:t>
            </a: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oppins" panose="00000500000000000000" pitchFamily="2" charset="0"/>
                <a:ea typeface="+mn-ea"/>
                <a:cs typeface="Poppins" panose="00000500000000000000" pitchFamily="2" charset="0"/>
              </a:rPr>
              <a:t> e cinza</a:t>
            </a: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oppins" panose="00000500000000000000" pitchFamily="2" charset="0"/>
              <a:ea typeface="+mn-ea"/>
              <a:cs typeface="Poppins" panose="00000500000000000000" pitchFamily="2" charset="0"/>
            </a:endParaRPr>
          </a:p>
        </p:txBody>
      </p:sp>
      <p:sp>
        <p:nvSpPr>
          <p:cNvPr id="7" name="Retângulo 1">
            <a:extLst>
              <a:ext uri="{FF2B5EF4-FFF2-40B4-BE49-F238E27FC236}">
                <a16:creationId xmlns:a16="http://schemas.microsoft.com/office/drawing/2014/main" id="{8726E907-FFE4-124D-17B2-AD95386173D8}"/>
              </a:ext>
            </a:extLst>
          </p:cNvPr>
          <p:cNvSpPr/>
          <p:nvPr/>
        </p:nvSpPr>
        <p:spPr>
          <a:xfrm>
            <a:off x="1" y="0"/>
            <a:ext cx="1914523" cy="685800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9" name="Imagem 5" descr="Desenho de um círculo&#10;&#10;Descrição gerada automaticamente com confiança baixa">
            <a:extLst>
              <a:ext uri="{FF2B5EF4-FFF2-40B4-BE49-F238E27FC236}">
                <a16:creationId xmlns:a16="http://schemas.microsoft.com/office/drawing/2014/main" id="{87196325-88B9-F9EC-5E57-5CEECC49B0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394" y="322704"/>
            <a:ext cx="622719" cy="600016"/>
          </a:xfrm>
          <a:prstGeom prst="rect">
            <a:avLst/>
          </a:prstGeom>
        </p:spPr>
      </p:pic>
      <p:sp>
        <p:nvSpPr>
          <p:cNvPr id="18" name="CaixaDeTexto 10">
            <a:extLst>
              <a:ext uri="{FF2B5EF4-FFF2-40B4-BE49-F238E27FC236}">
                <a16:creationId xmlns:a16="http://schemas.microsoft.com/office/drawing/2014/main" id="{738DBC7C-D4BC-BD20-DC74-E5C95AEDBA60}"/>
              </a:ext>
            </a:extLst>
          </p:cNvPr>
          <p:cNvSpPr txBox="1"/>
          <p:nvPr/>
        </p:nvSpPr>
        <p:spPr>
          <a:xfrm>
            <a:off x="39778" y="1911638"/>
            <a:ext cx="20650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PT" sz="14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oppins" pitchFamily="2" charset="77"/>
                <a:ea typeface="+mn-ea"/>
                <a:cs typeface="Poppins" pitchFamily="2" charset="77"/>
              </a:rPr>
              <a:t>Projeto</a:t>
            </a:r>
          </a:p>
        </p:txBody>
      </p:sp>
      <p:sp>
        <p:nvSpPr>
          <p:cNvPr id="19" name="CaixaDeTexto 10">
            <a:extLst>
              <a:ext uri="{FF2B5EF4-FFF2-40B4-BE49-F238E27FC236}">
                <a16:creationId xmlns:a16="http://schemas.microsoft.com/office/drawing/2014/main" id="{89CB24B8-DC83-A350-315F-6484CEDCA14D}"/>
              </a:ext>
            </a:extLst>
          </p:cNvPr>
          <p:cNvSpPr txBox="1"/>
          <p:nvPr/>
        </p:nvSpPr>
        <p:spPr>
          <a:xfrm>
            <a:off x="39778" y="2660340"/>
            <a:ext cx="20650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PT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oppins" pitchFamily="2" charset="77"/>
                <a:ea typeface="+mn-ea"/>
                <a:cs typeface="Poppins" pitchFamily="2" charset="77"/>
              </a:rPr>
              <a:t>Pagamento</a:t>
            </a:r>
          </a:p>
        </p:txBody>
      </p:sp>
      <p:sp>
        <p:nvSpPr>
          <p:cNvPr id="20" name="CaixaDeTexto 10">
            <a:extLst>
              <a:ext uri="{FF2B5EF4-FFF2-40B4-BE49-F238E27FC236}">
                <a16:creationId xmlns:a16="http://schemas.microsoft.com/office/drawing/2014/main" id="{BF38FCE1-0FCC-AD2F-46A3-1BD323049E31}"/>
              </a:ext>
            </a:extLst>
          </p:cNvPr>
          <p:cNvSpPr txBox="1"/>
          <p:nvPr/>
        </p:nvSpPr>
        <p:spPr>
          <a:xfrm>
            <a:off x="39778" y="2285989"/>
            <a:ext cx="20650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PT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oppins" pitchFamily="2" charset="77"/>
                <a:ea typeface="+mn-ea"/>
                <a:cs typeface="Poppins" pitchFamily="2" charset="77"/>
              </a:rPr>
              <a:t>Investimento</a:t>
            </a:r>
          </a:p>
        </p:txBody>
      </p:sp>
      <p:sp>
        <p:nvSpPr>
          <p:cNvPr id="22" name="CaixaDeTexto 10">
            <a:extLst>
              <a:ext uri="{FF2B5EF4-FFF2-40B4-BE49-F238E27FC236}">
                <a16:creationId xmlns:a16="http://schemas.microsoft.com/office/drawing/2014/main" id="{960442B4-6189-C760-1885-8803596A40F4}"/>
              </a:ext>
            </a:extLst>
          </p:cNvPr>
          <p:cNvSpPr txBox="1"/>
          <p:nvPr/>
        </p:nvSpPr>
        <p:spPr>
          <a:xfrm>
            <a:off x="39778" y="3034691"/>
            <a:ext cx="20650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PT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oppins" pitchFamily="2" charset="77"/>
                <a:ea typeface="+mn-ea"/>
                <a:cs typeface="Poppins" pitchFamily="2" charset="77"/>
              </a:rPr>
              <a:t>Prazos</a:t>
            </a:r>
          </a:p>
        </p:txBody>
      </p:sp>
      <p:sp>
        <p:nvSpPr>
          <p:cNvPr id="23" name="CaixaDeTexto 10">
            <a:extLst>
              <a:ext uri="{FF2B5EF4-FFF2-40B4-BE49-F238E27FC236}">
                <a16:creationId xmlns:a16="http://schemas.microsoft.com/office/drawing/2014/main" id="{7F452F7A-19FA-2DCC-3CF6-F50B0DE10C0F}"/>
              </a:ext>
            </a:extLst>
          </p:cNvPr>
          <p:cNvSpPr txBox="1"/>
          <p:nvPr/>
        </p:nvSpPr>
        <p:spPr>
          <a:xfrm>
            <a:off x="39778" y="3409042"/>
            <a:ext cx="20650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PT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oppins" pitchFamily="2" charset="77"/>
                <a:ea typeface="+mn-ea"/>
                <a:cs typeface="Poppins" pitchFamily="2" charset="77"/>
              </a:rPr>
              <a:t>Garantia</a:t>
            </a:r>
          </a:p>
        </p:txBody>
      </p:sp>
      <p:sp>
        <p:nvSpPr>
          <p:cNvPr id="24" name="CaixaDeTexto 10">
            <a:extLst>
              <a:ext uri="{FF2B5EF4-FFF2-40B4-BE49-F238E27FC236}">
                <a16:creationId xmlns:a16="http://schemas.microsoft.com/office/drawing/2014/main" id="{CFC9FEF7-1DDB-9E0E-E3F0-E9C482291A55}"/>
              </a:ext>
            </a:extLst>
          </p:cNvPr>
          <p:cNvSpPr txBox="1"/>
          <p:nvPr/>
        </p:nvSpPr>
        <p:spPr>
          <a:xfrm>
            <a:off x="39778" y="3783395"/>
            <a:ext cx="20650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PT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oppins" pitchFamily="2" charset="77"/>
                <a:ea typeface="+mn-ea"/>
                <a:cs typeface="Poppins" pitchFamily="2" charset="77"/>
              </a:rPr>
              <a:t>Regras </a:t>
            </a:r>
          </a:p>
        </p:txBody>
      </p:sp>
      <p:sp>
        <p:nvSpPr>
          <p:cNvPr id="26" name="CaixaDeTexto 15">
            <a:extLst>
              <a:ext uri="{FF2B5EF4-FFF2-40B4-BE49-F238E27FC236}">
                <a16:creationId xmlns:a16="http://schemas.microsoft.com/office/drawing/2014/main" id="{C7B316DD-3C18-A65D-AE18-2D94F2434046}"/>
              </a:ext>
            </a:extLst>
          </p:cNvPr>
          <p:cNvSpPr txBox="1"/>
          <p:nvPr/>
        </p:nvSpPr>
        <p:spPr>
          <a:xfrm>
            <a:off x="2072005" y="322704"/>
            <a:ext cx="424030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32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oppins Bold" panose="00000800000000000000" pitchFamily="2" charset="0"/>
                <a:ea typeface="+mn-ea"/>
                <a:cs typeface="Poppins Bold" panose="00000800000000000000" pitchFamily="2" charset="0"/>
              </a:rPr>
              <a:t>Sugestões de cores</a:t>
            </a:r>
            <a:endParaRPr kumimoji="0" lang="pt-BR" sz="2800" b="1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Poppins Bold" panose="00000800000000000000" pitchFamily="2" charset="0"/>
              <a:ea typeface="+mn-ea"/>
              <a:cs typeface="Poppins Bold" panose="00000800000000000000" pitchFamily="2" charset="0"/>
            </a:endParaRP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5B0C10F8-B617-0775-49EF-84D5A0DFBFBB}"/>
              </a:ext>
            </a:extLst>
          </p:cNvPr>
          <p:cNvSpPr txBox="1"/>
          <p:nvPr/>
        </p:nvSpPr>
        <p:spPr>
          <a:xfrm>
            <a:off x="5103463" y="3108328"/>
            <a:ext cx="12872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oppins" panose="00000500000000000000" pitchFamily="2" charset="0"/>
                <a:ea typeface="+mn-ea"/>
                <a:cs typeface="Poppins" panose="00000500000000000000" pitchFamily="2" charset="0"/>
              </a:rPr>
              <a:t>03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oppins" panose="00000500000000000000" pitchFamily="2" charset="0"/>
                <a:ea typeface="+mn-ea"/>
                <a:cs typeface="Poppins" panose="00000500000000000000" pitchFamily="2" charset="0"/>
              </a:rPr>
              <a:t>Laranja</a:t>
            </a: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oppins" panose="00000500000000000000" pitchFamily="2" charset="0"/>
                <a:ea typeface="+mn-ea"/>
                <a:cs typeface="Poppins" panose="00000500000000000000" pitchFamily="2" charset="0"/>
              </a:rPr>
              <a:t> e </a:t>
            </a:r>
            <a:r>
              <a:rPr kumimoji="0" lang="en-US" sz="1200" b="0" i="0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oppins" panose="00000500000000000000" pitchFamily="2" charset="0"/>
                <a:ea typeface="+mn-ea"/>
                <a:cs typeface="Poppins" panose="00000500000000000000" pitchFamily="2" charset="0"/>
              </a:rPr>
              <a:t>azul</a:t>
            </a: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oppins" panose="00000500000000000000" pitchFamily="2" charset="0"/>
                <a:ea typeface="+mn-ea"/>
                <a:cs typeface="Poppins" panose="00000500000000000000" pitchFamily="2" charset="0"/>
              </a:rPr>
              <a:t> </a:t>
            </a:r>
            <a:r>
              <a:rPr kumimoji="0" lang="en-US" sz="1200" b="0" i="0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oppins" panose="00000500000000000000" pitchFamily="2" charset="0"/>
                <a:ea typeface="+mn-ea"/>
                <a:cs typeface="Poppins" panose="00000500000000000000" pitchFamily="2" charset="0"/>
              </a:rPr>
              <a:t>escuro</a:t>
            </a: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oppins" panose="00000500000000000000" pitchFamily="2" charset="0"/>
              <a:ea typeface="+mn-ea"/>
              <a:cs typeface="Poppins" panose="00000500000000000000" pitchFamily="2" charset="0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DC8C63C4-A330-0214-282F-81288B4E62A9}"/>
              </a:ext>
            </a:extLst>
          </p:cNvPr>
          <p:cNvSpPr txBox="1"/>
          <p:nvPr/>
        </p:nvSpPr>
        <p:spPr>
          <a:xfrm>
            <a:off x="6563256" y="3102463"/>
            <a:ext cx="12872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oppins" panose="00000500000000000000" pitchFamily="2" charset="0"/>
                <a:ea typeface="+mn-ea"/>
                <a:cs typeface="Poppins" panose="00000500000000000000" pitchFamily="2" charset="0"/>
              </a:rPr>
              <a:t>04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oppins" panose="00000500000000000000" pitchFamily="2" charset="0"/>
                <a:ea typeface="+mn-ea"/>
                <a:cs typeface="Poppins" panose="00000500000000000000" pitchFamily="2" charset="0"/>
              </a:rPr>
              <a:t>Cinza</a:t>
            </a: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oppins" panose="00000500000000000000" pitchFamily="2" charset="0"/>
                <a:ea typeface="+mn-ea"/>
                <a:cs typeface="Poppins" panose="00000500000000000000" pitchFamily="2" charset="0"/>
              </a:rPr>
              <a:t> e </a:t>
            </a:r>
            <a:r>
              <a:rPr kumimoji="0" lang="en-US" sz="1200" b="0" i="0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oppins" panose="00000500000000000000" pitchFamily="2" charset="0"/>
                <a:ea typeface="+mn-ea"/>
                <a:cs typeface="Poppins" panose="00000500000000000000" pitchFamily="2" charset="0"/>
              </a:rPr>
              <a:t>azul</a:t>
            </a: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oppins" panose="00000500000000000000" pitchFamily="2" charset="0"/>
                <a:ea typeface="+mn-ea"/>
                <a:cs typeface="Poppins" panose="00000500000000000000" pitchFamily="2" charset="0"/>
              </a:rPr>
              <a:t> claro</a:t>
            </a: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oppins" panose="00000500000000000000" pitchFamily="2" charset="0"/>
              <a:ea typeface="+mn-ea"/>
              <a:cs typeface="Poppins" panose="00000500000000000000" pitchFamily="2" charset="0"/>
            </a:endParaRP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4F5616FD-91F5-D6ED-CF26-94D0AB46CA30}"/>
              </a:ext>
            </a:extLst>
          </p:cNvPr>
          <p:cNvSpPr txBox="1"/>
          <p:nvPr/>
        </p:nvSpPr>
        <p:spPr>
          <a:xfrm>
            <a:off x="10918297" y="1347281"/>
            <a:ext cx="99354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oppins" panose="00000500000000000000" pitchFamily="2" charset="0"/>
                <a:ea typeface="+mn-ea"/>
                <a:cs typeface="Poppins" panose="00000500000000000000" pitchFamily="2" charset="0"/>
              </a:rPr>
              <a:t>Azul claro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E47B469D-6699-23B5-AD30-F6C568D2BB5E}"/>
              </a:ext>
            </a:extLst>
          </p:cNvPr>
          <p:cNvSpPr txBox="1"/>
          <p:nvPr/>
        </p:nvSpPr>
        <p:spPr>
          <a:xfrm>
            <a:off x="10922607" y="2152564"/>
            <a:ext cx="99354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oppins" panose="00000500000000000000" pitchFamily="2" charset="0"/>
                <a:ea typeface="+mn-ea"/>
                <a:cs typeface="Poppins" panose="00000500000000000000" pitchFamily="2" charset="0"/>
              </a:rPr>
              <a:t>Azul </a:t>
            </a:r>
            <a:r>
              <a:rPr kumimoji="0" lang="en-US" sz="1050" b="1" i="0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oppins" panose="00000500000000000000" pitchFamily="2" charset="0"/>
                <a:ea typeface="+mn-ea"/>
                <a:cs typeface="Poppins" panose="00000500000000000000" pitchFamily="2" charset="0"/>
              </a:rPr>
              <a:t>escuro</a:t>
            </a:r>
            <a:endParaRPr kumimoji="0" lang="en-US" sz="105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oppins" panose="00000500000000000000" pitchFamily="2" charset="0"/>
              <a:ea typeface="+mn-ea"/>
              <a:cs typeface="Poppins" panose="00000500000000000000" pitchFamily="2" charset="0"/>
            </a:endParaRP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D52B5EDA-936C-437D-CAAA-BFCCC2DBAAFA}"/>
              </a:ext>
            </a:extLst>
          </p:cNvPr>
          <p:cNvSpPr txBox="1"/>
          <p:nvPr/>
        </p:nvSpPr>
        <p:spPr>
          <a:xfrm>
            <a:off x="10917334" y="2895874"/>
            <a:ext cx="99354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oppins" panose="00000500000000000000" pitchFamily="2" charset="0"/>
                <a:ea typeface="+mn-ea"/>
                <a:cs typeface="Poppins" panose="00000500000000000000" pitchFamily="2" charset="0"/>
              </a:rPr>
              <a:t>Vermelho </a:t>
            </a:r>
            <a:r>
              <a:rPr kumimoji="0" lang="en-US" sz="1050" b="1" i="0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oppins" panose="00000500000000000000" pitchFamily="2" charset="0"/>
                <a:ea typeface="+mn-ea"/>
                <a:cs typeface="Poppins" panose="00000500000000000000" pitchFamily="2" charset="0"/>
              </a:rPr>
              <a:t>tijolo</a:t>
            </a:r>
            <a:endParaRPr kumimoji="0" lang="en-US" sz="105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oppins" panose="00000500000000000000" pitchFamily="2" charset="0"/>
              <a:ea typeface="+mn-ea"/>
              <a:cs typeface="Poppins" panose="00000500000000000000" pitchFamily="2" charset="0"/>
            </a:endParaRP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ED4FEA2A-509F-49B4-1B85-51078B851E43}"/>
              </a:ext>
            </a:extLst>
          </p:cNvPr>
          <p:cNvSpPr txBox="1"/>
          <p:nvPr/>
        </p:nvSpPr>
        <p:spPr>
          <a:xfrm>
            <a:off x="10853390" y="3773683"/>
            <a:ext cx="112143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oppins" panose="00000500000000000000" pitchFamily="2" charset="0"/>
                <a:ea typeface="+mn-ea"/>
                <a:cs typeface="Poppins" panose="00000500000000000000" pitchFamily="2" charset="0"/>
              </a:rPr>
              <a:t>Verde escuro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4ECE90D7-CEBE-3190-1863-F5B0E3734668}"/>
              </a:ext>
            </a:extLst>
          </p:cNvPr>
          <p:cNvSpPr txBox="1"/>
          <p:nvPr/>
        </p:nvSpPr>
        <p:spPr>
          <a:xfrm>
            <a:off x="10926676" y="4562662"/>
            <a:ext cx="99354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oppins" panose="00000500000000000000" pitchFamily="2" charset="0"/>
                <a:ea typeface="+mn-ea"/>
                <a:cs typeface="Poppins" panose="00000500000000000000" pitchFamily="2" charset="0"/>
              </a:rPr>
              <a:t>Verde claro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48857B70-14AC-E1E8-AB63-2805A8B9F469}"/>
              </a:ext>
            </a:extLst>
          </p:cNvPr>
          <p:cNvSpPr txBox="1"/>
          <p:nvPr/>
        </p:nvSpPr>
        <p:spPr>
          <a:xfrm>
            <a:off x="10935066" y="5374827"/>
            <a:ext cx="99354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oppins" panose="00000500000000000000" pitchFamily="2" charset="0"/>
                <a:ea typeface="+mn-ea"/>
                <a:cs typeface="Poppins" panose="00000500000000000000" pitchFamily="2" charset="0"/>
              </a:rPr>
              <a:t>Laranja</a:t>
            </a:r>
            <a:endParaRPr kumimoji="0" lang="en-US" sz="105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oppins" panose="00000500000000000000" pitchFamily="2" charset="0"/>
              <a:ea typeface="+mn-ea"/>
              <a:cs typeface="Poppins" panose="00000500000000000000" pitchFamily="2" charset="0"/>
            </a:endParaRP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855238A5-E008-853F-F3A3-5624C1575DC1}"/>
              </a:ext>
            </a:extLst>
          </p:cNvPr>
          <p:cNvSpPr txBox="1"/>
          <p:nvPr/>
        </p:nvSpPr>
        <p:spPr>
          <a:xfrm>
            <a:off x="10917334" y="6222871"/>
            <a:ext cx="99354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oppins" panose="00000500000000000000" pitchFamily="2" charset="0"/>
                <a:ea typeface="+mn-ea"/>
                <a:cs typeface="Poppins" panose="00000500000000000000" pitchFamily="2" charset="0"/>
              </a:rPr>
              <a:t>Cinza</a:t>
            </a:r>
            <a:endParaRPr kumimoji="0" lang="en-US" sz="105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oppins" panose="00000500000000000000" pitchFamily="2" charset="0"/>
              <a:ea typeface="+mn-ea"/>
              <a:cs typeface="Poppins" panose="00000500000000000000" pitchFamily="2" charset="0"/>
            </a:endParaRP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616D56FA-8DA3-FEFF-9D0D-DB3AD4495ED2}"/>
              </a:ext>
            </a:extLst>
          </p:cNvPr>
          <p:cNvSpPr txBox="1"/>
          <p:nvPr/>
        </p:nvSpPr>
        <p:spPr>
          <a:xfrm rot="16200000">
            <a:off x="8790777" y="3308539"/>
            <a:ext cx="647973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kumimoji="0" lang="en-US" sz="1000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oppins" panose="00000500000000000000" pitchFamily="2" charset="0"/>
                <a:ea typeface="+mn-ea"/>
                <a:cs typeface="Poppins" panose="00000500000000000000" pitchFamily="2" charset="0"/>
              </a:rPr>
              <a:t>Para </a:t>
            </a:r>
            <a:r>
              <a:rPr kumimoji="0" lang="en-US" sz="1000" i="0" u="none" strike="noStrike" kern="1200" cap="none" spc="0" normalizeH="0" baseline="0" noProof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oppins" panose="00000500000000000000" pitchFamily="2" charset="0"/>
                <a:ea typeface="+mn-ea"/>
                <a:cs typeface="Poppins" panose="00000500000000000000" pitchFamily="2" charset="0"/>
              </a:rPr>
              <a:t>tonalidades</a:t>
            </a:r>
            <a:r>
              <a:rPr kumimoji="0" lang="en-US" sz="1000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oppins" panose="00000500000000000000" pitchFamily="2" charset="0"/>
                <a:ea typeface="+mn-ea"/>
                <a:cs typeface="Poppins" panose="00000500000000000000" pitchFamily="2" charset="0"/>
              </a:rPr>
              <a:t> </a:t>
            </a:r>
            <a:r>
              <a:rPr kumimoji="0" lang="en-US" sz="1000" i="0" u="none" strike="noStrike" kern="1200" cap="none" spc="0" normalizeH="0" baseline="0" noProof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oppins" panose="00000500000000000000" pitchFamily="2" charset="0"/>
                <a:ea typeface="+mn-ea"/>
                <a:cs typeface="Poppins" panose="00000500000000000000" pitchFamily="2" charset="0"/>
              </a:rPr>
              <a:t>diferentes</a:t>
            </a:r>
            <a:r>
              <a:rPr kumimoji="0" lang="en-US" sz="1000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oppins" panose="00000500000000000000" pitchFamily="2" charset="0"/>
                <a:ea typeface="+mn-ea"/>
                <a:cs typeface="Poppins" panose="00000500000000000000" pitchFamily="2" charset="0"/>
              </a:rPr>
              <a:t> </a:t>
            </a:r>
            <a:r>
              <a:rPr kumimoji="0" lang="en-US" sz="1000" i="0" u="none" strike="noStrike" kern="1200" cap="none" spc="0" normalizeH="0" baseline="0" noProof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oppins" panose="00000500000000000000" pitchFamily="2" charset="0"/>
                <a:ea typeface="+mn-ea"/>
                <a:cs typeface="Poppins" panose="00000500000000000000" pitchFamily="2" charset="0"/>
              </a:rPr>
              <a:t>que</a:t>
            </a:r>
            <a:r>
              <a:rPr kumimoji="0" lang="en-US" sz="1000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oppins" panose="00000500000000000000" pitchFamily="2" charset="0"/>
                <a:ea typeface="+mn-ea"/>
                <a:cs typeface="Poppins" panose="00000500000000000000" pitchFamily="2" charset="0"/>
              </a:rPr>
              <a:t> </a:t>
            </a:r>
            <a:r>
              <a:rPr kumimoji="0" lang="en-US" sz="1000" i="0" u="none" strike="noStrike" kern="1200" cap="none" spc="0" normalizeH="0" baseline="0" noProof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oppins" panose="00000500000000000000" pitchFamily="2" charset="0"/>
                <a:ea typeface="+mn-ea"/>
                <a:cs typeface="Poppins" panose="00000500000000000000" pitchFamily="2" charset="0"/>
              </a:rPr>
              <a:t>precisem</a:t>
            </a:r>
            <a:r>
              <a:rPr kumimoji="0" lang="en-US" sz="1000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oppins" panose="00000500000000000000" pitchFamily="2" charset="0"/>
                <a:ea typeface="+mn-ea"/>
                <a:cs typeface="Poppins" panose="00000500000000000000" pitchFamily="2" charset="0"/>
              </a:rPr>
              <a:t> de </a:t>
            </a:r>
            <a:r>
              <a:rPr kumimoji="0" lang="en-US" sz="1000" i="0" u="none" strike="noStrike" kern="1200" cap="none" spc="0" normalizeH="0" baseline="0" noProof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oppins" panose="00000500000000000000" pitchFamily="2" charset="0"/>
                <a:ea typeface="+mn-ea"/>
                <a:cs typeface="Poppins" panose="00000500000000000000" pitchFamily="2" charset="0"/>
              </a:rPr>
              <a:t>desenvolvimento</a:t>
            </a:r>
            <a:r>
              <a:rPr lang="en-US" sz="1000">
                <a:solidFill>
                  <a:srgbClr val="FF000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, </a:t>
            </a:r>
            <a:r>
              <a:rPr lang="en-US" sz="1000" err="1">
                <a:solidFill>
                  <a:srgbClr val="FF000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terá</a:t>
            </a:r>
            <a:r>
              <a:rPr lang="en-US" sz="1000">
                <a:solidFill>
                  <a:srgbClr val="FF000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um </a:t>
            </a:r>
            <a:r>
              <a:rPr lang="en-US" sz="1000" err="1">
                <a:solidFill>
                  <a:srgbClr val="FF000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acréscimo</a:t>
            </a:r>
            <a:r>
              <a:rPr lang="en-US" sz="1000">
                <a:solidFill>
                  <a:srgbClr val="FF000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de </a:t>
            </a:r>
            <a:r>
              <a:rPr kumimoji="0" lang="en-US" sz="1000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oppins" panose="00000500000000000000" pitchFamily="2" charset="0"/>
                <a:ea typeface="+mn-ea"/>
                <a:cs typeface="Poppins" panose="00000500000000000000" pitchFamily="2" charset="0"/>
              </a:rPr>
              <a:t>R$5</a:t>
            </a:r>
            <a:r>
              <a:rPr lang="en-US" sz="1000">
                <a:solidFill>
                  <a:srgbClr val="FF000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.0</a:t>
            </a:r>
            <a:r>
              <a:rPr kumimoji="0" lang="en-US" sz="1000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oppins" panose="00000500000000000000" pitchFamily="2" charset="0"/>
                <a:ea typeface="+mn-ea"/>
                <a:cs typeface="Poppins" panose="00000500000000000000" pitchFamily="2" charset="0"/>
              </a:rPr>
              <a:t>00,00</a:t>
            </a:r>
            <a:endParaRPr kumimoji="0" lang="pt-BR" sz="1000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Poppins" panose="00000500000000000000" pitchFamily="2" charset="0"/>
              <a:ea typeface="+mn-ea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368560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Escritório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</Slides>
  <Notes>1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2" baseType="lpstr"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10</cp:revision>
  <dcterms:created xsi:type="dcterms:W3CDTF">2026-05-29T18:41:29Z</dcterms:created>
  <dcterms:modified xsi:type="dcterms:W3CDTF">2026-05-29T18:46:27Z</dcterms:modified>
</cp:coreProperties>
</file>