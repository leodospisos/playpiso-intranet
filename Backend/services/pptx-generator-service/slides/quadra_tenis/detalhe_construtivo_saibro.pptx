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8" dt="2026-05-19T14:05:43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BA4496-8467-5024-054E-DD647A3C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19/05/2026</a:t>
            </a:fld>
            <a:endParaRPr lang="pt-BR"/>
          </a:p>
        </p:txBody>
      </p:sp>
      <p:sp>
        <p:nvSpPr>
          <p:cNvPr id="5" name="Retângulo 1">
            <a:extLst>
              <a:ext uri="{FF2B5EF4-FFF2-40B4-BE49-F238E27FC236}">
                <a16:creationId xmlns:a16="http://schemas.microsoft.com/office/drawing/2014/main" id="{1503AD74-43EC-9BA8-B430-6839A58AD34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4387D86-BFF9-9BAE-000F-F70DE0E2E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E67D6D5A-2674-CC71-C910-C08329139155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A4AAC78-8969-7E29-3790-B7C9BE90D1C6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9FE42992-1F8E-A206-E132-FCFE8594913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E6728D76-7039-5AB6-4C4F-3602BE8AD8A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4A0DB739-EA32-27DA-63AB-94704716DD25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E0CB8EAD-282E-1F12-A81D-B4B418518B7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893D9386-1ACA-94D7-5AD3-A596BCB4CF91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Detalhe construtivo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14D8385-71D0-B5E1-1408-062047C1D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257" y="1269644"/>
            <a:ext cx="8994288" cy="51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06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2026-05-19T13:52:25Z</dcterms:created>
  <dcterms:modified xsi:type="dcterms:W3CDTF">2026-05-19T14:06:56Z</dcterms:modified>
</cp:coreProperties>
</file>