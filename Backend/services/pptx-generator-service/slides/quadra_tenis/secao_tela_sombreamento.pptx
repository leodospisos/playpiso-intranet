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3F864-63E8-4A20-C1C2-C1125AA9CA9F}" v="80" dt="2026-05-19T23:06:12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5">
            <a:extLst>
              <a:ext uri="{FF2B5EF4-FFF2-40B4-BE49-F238E27FC236}">
                <a16:creationId xmlns:a16="http://schemas.microsoft.com/office/drawing/2014/main" id="{7A11B827-5F64-AFF2-D0B2-94E7D10B215C}"/>
              </a:ext>
            </a:extLst>
          </p:cNvPr>
          <p:cNvSpPr txBox="1"/>
          <p:nvPr/>
        </p:nvSpPr>
        <p:spPr>
          <a:xfrm>
            <a:off x="2104811" y="175518"/>
            <a:ext cx="6459086" cy="58477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/>
                <a:cs typeface="Poppins Bold"/>
              </a:rPr>
              <a:t>Tela de sombreamento</a:t>
            </a:r>
            <a:endParaRPr lang="pt-BR" sz="2800" b="1">
              <a:solidFill>
                <a:srgbClr val="FF0000"/>
              </a:solidFill>
              <a:latin typeface="Poppins Bold"/>
              <a:cs typeface="Poppins Bold"/>
            </a:endParaRPr>
          </a:p>
        </p:txBody>
      </p:sp>
      <p:sp>
        <p:nvSpPr>
          <p:cNvPr id="21" name="CaixaDeTexto 6">
            <a:extLst>
              <a:ext uri="{FF2B5EF4-FFF2-40B4-BE49-F238E27FC236}">
                <a16:creationId xmlns:a16="http://schemas.microsoft.com/office/drawing/2014/main" id="{13E2FD3B-C389-61DD-EC5A-11F5CF727DFF}"/>
              </a:ext>
            </a:extLst>
          </p:cNvPr>
          <p:cNvSpPr txBox="1"/>
          <p:nvPr/>
        </p:nvSpPr>
        <p:spPr>
          <a:xfrm>
            <a:off x="2080732" y="722394"/>
            <a:ext cx="9688481" cy="4124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9870" indent="-229870" algn="just">
              <a:lnSpc>
                <a:spcPct val="200000"/>
              </a:lnSpc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Texto para tela de sombre</a:t>
            </a:r>
            <a:r>
              <a:rPr lang="pt-BR" sz="1200">
                <a:solidFill>
                  <a:srgbClr val="000000"/>
                </a:solidFill>
                <a:latin typeface="Poppins "/>
                <a:ea typeface="Times New Roman" panose="02020603050405020304" pitchFamily="18" charset="0"/>
                <a:cs typeface="Poppins Light"/>
              </a:rPr>
              <a:t>amento</a:t>
            </a:r>
            <a:endParaRPr lang="pt-BR" sz="1200">
              <a:effectLst/>
              <a:latin typeface="Poppins "/>
              <a:ea typeface="Times New Roman" panose="02020603050405020304" pitchFamily="18" charset="0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</cp:revision>
  <dcterms:created xsi:type="dcterms:W3CDTF">2026-05-19T22:59:01Z</dcterms:created>
  <dcterms:modified xsi:type="dcterms:W3CDTF">2026-05-19T23:06:21Z</dcterms:modified>
</cp:coreProperties>
</file>