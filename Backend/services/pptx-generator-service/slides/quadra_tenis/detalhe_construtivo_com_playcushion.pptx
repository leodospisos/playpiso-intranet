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8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37" dt="2026-05-18T20:23:31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D3D6A-3FC2-8D78-307B-F23DB6D92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F41B03-588C-C2E8-7960-484ADD0F6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A3E9-C62C-4344-B3D3-1FBC5A21D098}" type="datetime1">
              <a:rPr lang="en-GB" smtClean="0"/>
              <a:t>18/05/2026</a:t>
            </a:fld>
            <a:endParaRPr lang="pt-BR"/>
          </a:p>
        </p:txBody>
      </p:sp>
      <p:sp>
        <p:nvSpPr>
          <p:cNvPr id="5" name="Retângulo 1">
            <a:extLst>
              <a:ext uri="{FF2B5EF4-FFF2-40B4-BE49-F238E27FC236}">
                <a16:creationId xmlns:a16="http://schemas.microsoft.com/office/drawing/2014/main" id="{244CDACE-3209-C3BA-3555-31FA826139AC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9107482-E67C-7140-862D-20D7A262B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7C4D154C-D3C4-38B6-81F3-6C0878CB3356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42B632DF-9F97-2077-D66F-3FFF11248163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C757E838-26B7-941B-BFE7-500DDCFCEB46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5D2363A2-CB08-7FD4-D1A3-28920AF426D2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3C86C35B-9373-B45E-8CA0-504D23A452A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A933052B-F821-01B0-EF74-77A238417BB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0" name="CaixaDeTexto 15">
            <a:extLst>
              <a:ext uri="{FF2B5EF4-FFF2-40B4-BE49-F238E27FC236}">
                <a16:creationId xmlns:a16="http://schemas.microsoft.com/office/drawing/2014/main" id="{ABEC1F3B-F82C-E63C-50DB-66AFE8CAE516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Detalhe construtivo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2C31F52-1936-7657-BEEE-5478CBBC71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9" name="Imagem 8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59FC00B-A0D0-2A4C-AF71-253F0D285E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3" t="6028" b="13082"/>
          <a:stretch>
            <a:fillRect/>
          </a:stretch>
        </p:blipFill>
        <p:spPr>
          <a:xfrm>
            <a:off x="2623520" y="1718186"/>
            <a:ext cx="9010595" cy="372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59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38</cp:revision>
  <dcterms:created xsi:type="dcterms:W3CDTF">2026-05-18T18:29:53Z</dcterms:created>
  <dcterms:modified xsi:type="dcterms:W3CDTF">2026-05-18T20:23:35Z</dcterms:modified>
</cp:coreProperties>
</file>