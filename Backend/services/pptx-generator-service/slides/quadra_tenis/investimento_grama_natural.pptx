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7859E-631C-378B-7DF3-E3C6EE04A4C3}" v="443" dt="2026-05-22T20:55:44.534"/>
    <p1510:client id="{2560B14C-EBDD-9B38-173D-F6F95B3C02DF}" v="269" dt="2026-05-22T18:14:37.730"/>
    <p1510:client id="{31B5D17B-98B8-ADA8-8C82-B1AACC51A3A4}" v="488" dt="2026-05-22T19:07:07.041"/>
    <p1510:client id="{B7738A13-67A9-9F03-D1D7-B5B4FAFE4904}" v="53" dt="2026-05-22T19:15:29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22B8-C4C3-BE0A-1BFE-84CF5A87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6DB7B-A9D7-F154-B5BC-6AEB8ACC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95569-7979-CD67-769C-49AEC3C0B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DD906-8B49-A251-C375-46C6FB350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53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FC55-AD2D-EEAF-6A94-ACC4376AC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FDD6DF1-7750-BB9B-EFAE-E4D206645F7D}"/>
              </a:ext>
            </a:extLst>
          </p:cNvPr>
          <p:cNvSpPr txBox="1"/>
          <p:nvPr/>
        </p:nvSpPr>
        <p:spPr>
          <a:xfrm>
            <a:off x="3683240" y="5246456"/>
            <a:ext cx="910796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BF285FDD-FDD8-0868-5208-DB4577BE082E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D157849-FBAD-79C5-5FED-2E6128479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A428CEA5-A15A-2BDF-DD9E-ED65C86475E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1CEFE8B0-77AA-E47C-820D-E83405BA2584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9DD34842-BDCD-8032-18F2-9A8F42A3A71F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F530C240-87E8-7B35-AE25-0E54520EEEC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1395DEF3-EE0C-1D64-897D-FDCBCA07FEFA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9E90ADDC-484A-5197-90B2-F3929728495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363EAEAD-DB52-FCC1-435E-C289715315A8}"/>
              </a:ext>
            </a:extLst>
          </p:cNvPr>
          <p:cNvSpPr txBox="1"/>
          <p:nvPr/>
        </p:nvSpPr>
        <p:spPr>
          <a:xfrm>
            <a:off x="2104811" y="244385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567EF7E1-DB44-8CAD-64FE-D727A50A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66537"/>
              </p:ext>
            </p:extLst>
          </p:nvPr>
        </p:nvGraphicFramePr>
        <p:xfrm>
          <a:off x="2104811" y="916505"/>
          <a:ext cx="9677872" cy="480053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602275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823367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949327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2302903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4128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Descrição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 – {{</a:t>
                      </a: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}} Quadra de Tênis Grama Natural 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/>
                          <a:cs typeface="Poppins"/>
                        </a:rPr>
                        <a:t>Valor</a:t>
                      </a:r>
                      <a:endParaRPr lang="pt-BR" sz="1800">
                        <a:latin typeface="Poppins"/>
                        <a:cs typeface="Poppins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Piso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uadr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a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de Tênis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Grama Natural</a:t>
                      </a:r>
                      <a:endParaRPr lang="pt-BR" sz="1200" b="0" dirty="0">
                        <a:solidFill>
                          <a:srgbClr val="FF0000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Alambrado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– Sistema {{sistema_alambrado}}, tubos galvanizados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galvanizacao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 </a:t>
                      </a:r>
                      <a:endParaRPr lang="en-BR" sz="1200" b="0" dirty="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R$ </a:t>
                      </a:r>
                      <a:endParaRPr lang="pt-BR"/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Iluminação Led –  {{quantidade_projetores}} projetores em LED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BR" sz="1200" b="0" dirty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s – Postes 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galvanizados a fogo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, catraca, cabo tensor , faixa central e rede</a:t>
                      </a:r>
                      <a:endParaRPr lang="en-BR" sz="1200" b="0" dirty="0">
                        <a:solidFill>
                          <a:schemeClr val="tx1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quantity</a:t>
                      </a: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33993100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4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VALOR TOTAL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R$ </a:t>
                      </a:r>
                      <a:endParaRPr lang="pt-BR"/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DE6E1038-4C04-CBCB-B7EA-58AEE824E48F}"/>
              </a:ext>
            </a:extLst>
          </p:cNvPr>
          <p:cNvSpPr txBox="1"/>
          <p:nvPr/>
        </p:nvSpPr>
        <p:spPr>
          <a:xfrm>
            <a:off x="1678" y="6035091"/>
            <a:ext cx="1914114" cy="685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dirty="0" err="1">
                <a:solidFill>
                  <a:schemeClr val="bg1"/>
                </a:solidFill>
                <a:latin typeface="Poppins"/>
                <a:cs typeface="Poppins"/>
              </a:rPr>
              <a:t>n_proposta</a:t>
            </a: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4021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</cp:revision>
  <dcterms:created xsi:type="dcterms:W3CDTF">2026-05-22T17:34:16Z</dcterms:created>
  <dcterms:modified xsi:type="dcterms:W3CDTF">2026-05-22T20:55:50Z</dcterms:modified>
</cp:coreProperties>
</file>