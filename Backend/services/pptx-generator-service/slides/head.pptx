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9144000"/>
  <p:embeddedFontLst>
    <p:embeddedFont>
      <p:font typeface="Poppins"/>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ijkYPj1Jbg0xP7IluWU4L9lpxI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2ACE13-8267-4235-9BEE-2791E3124016}">
  <a:tblStyle styleId="{832ACE13-8267-4235-9BEE-2791E312401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oppins-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oppins-italic.fntdata"/><Relationship Id="rId14" Type="http://schemas.openxmlformats.org/officeDocument/2006/relationships/font" Target="fonts/Poppins-bold.fntdata"/><Relationship Id="rId17" Type="http://customschemas.google.com/relationships/presentationmetadata" Target="metadata"/><Relationship Id="rId16" Type="http://schemas.openxmlformats.org/officeDocument/2006/relationships/font" Target="fonts/Poppi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b="1" lang="en-US" sz="1200">
                <a:latin typeface="Calibri"/>
                <a:ea typeface="Calibri"/>
                <a:cs typeface="Calibri"/>
                <a:sym typeface="Calibri"/>
              </a:rPr>
              <a:t>NAO MEXER NESSE SLIDE - FIXO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b="1" lang="en-US" sz="1200">
                <a:latin typeface="Calibri"/>
                <a:ea typeface="Calibri"/>
                <a:cs typeface="Calibri"/>
                <a:sym typeface="Calibri"/>
              </a:rPr>
              <a:t>NAO MEXER NESSE SLIDE - FIXO</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b="1" lang="en-US" sz="1200">
                <a:latin typeface="Calibri"/>
                <a:ea typeface="Calibri"/>
                <a:cs typeface="Calibri"/>
                <a:sym typeface="Calibri"/>
              </a:rPr>
              <a:t>NAO MEXER NESSE SLIDE - FIXO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b="1" lang="en-US" sz="1200">
                <a:latin typeface="Calibri"/>
                <a:ea typeface="Calibri"/>
                <a:cs typeface="Calibri"/>
                <a:sym typeface="Calibri"/>
              </a:rPr>
              <a:t>NAO MEXER NESSE SLIDE - FIXO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b="1" lang="en-US" sz="1200">
                <a:latin typeface="Calibri"/>
                <a:ea typeface="Calibri"/>
                <a:cs typeface="Calibri"/>
                <a:sym typeface="Calibri"/>
              </a:rPr>
              <a:t>NAO MEXER NESSE SLIDE - FIXO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0ecafcc09_0_0: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e0ecafcc09_0_0:notes"/>
          <p:cNvSpPr txBox="1"/>
          <p:nvPr>
            <p:ph idx="1" type="body"/>
          </p:nvPr>
        </p:nvSpPr>
        <p:spPr>
          <a:xfrm>
            <a:off x="685801" y="4400555"/>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en-US"/>
              <a:t>MEXER APENAS NAS INFORMAÇÕES EM PRETO, NÚMERO DA PROPOSTA E DATAS.</a:t>
            </a:r>
            <a:endParaRPr/>
          </a:p>
          <a:p>
            <a:pPr indent="0" lvl="0" marL="0" marR="0" rtl="0" algn="l">
              <a:lnSpc>
                <a:spcPct val="100000"/>
              </a:lnSpc>
              <a:spcBef>
                <a:spcPts val="0"/>
              </a:spcBef>
              <a:spcAft>
                <a:spcPts val="0"/>
              </a:spcAft>
              <a:buClr>
                <a:schemeClr val="dk1"/>
              </a:buClr>
              <a:buSzPts val="1200"/>
              <a:buFont typeface="Calibri"/>
              <a:buNone/>
            </a:pPr>
            <a:br>
              <a:rPr b="1" lang="en-US"/>
            </a:br>
            <a:r>
              <a:rPr lang="en-US"/>
              <a:t>NÃO DESCONFIGURAR NADA!</a:t>
            </a:r>
            <a:br>
              <a:rPr lang="en-US"/>
            </a:br>
            <a:r>
              <a:rPr lang="en-US"/>
              <a:t>]</a:t>
            </a:r>
            <a:endParaRPr/>
          </a:p>
          <a:p>
            <a:pPr indent="0" lvl="0" marL="0" rtl="0" algn="l">
              <a:lnSpc>
                <a:spcPct val="100000"/>
              </a:lnSpc>
              <a:spcBef>
                <a:spcPts val="0"/>
              </a:spcBef>
              <a:spcAft>
                <a:spcPts val="0"/>
              </a:spcAft>
              <a:buSzPts val="1400"/>
              <a:buNone/>
            </a:pPr>
            <a:r>
              <a:t/>
            </a:r>
            <a:endParaRPr/>
          </a:p>
        </p:txBody>
      </p:sp>
      <p:sp>
        <p:nvSpPr>
          <p:cNvPr id="114" name="Google Shape;114;g3e0ecafcc09_0_0:notes"/>
          <p:cNvSpPr txBox="1"/>
          <p:nvPr>
            <p:ph idx="12" type="sldNum"/>
          </p:nvPr>
        </p:nvSpPr>
        <p:spPr>
          <a:xfrm>
            <a:off x="3884613" y="8685225"/>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200">
                <a:latin typeface="Calibri"/>
                <a:ea typeface="Calibri"/>
                <a:cs typeface="Calibri"/>
                <a:sym typeface="Calibri"/>
              </a:rPr>
              <a:t>MEXER APENAS NAS INFORMAÇÕES EM PRETO, NÚMERO DA PROPOSTA E DATAS.</a:t>
            </a:r>
            <a:endParaRPr/>
          </a:p>
          <a:p>
            <a:pPr indent="0" lvl="0" marL="0" rtl="0" algn="l">
              <a:lnSpc>
                <a:spcPct val="100000"/>
              </a:lnSpc>
              <a:spcBef>
                <a:spcPts val="0"/>
              </a:spcBef>
              <a:spcAft>
                <a:spcPts val="0"/>
              </a:spcAft>
              <a:buSzPts val="1400"/>
              <a:buNone/>
            </a:pPr>
            <a:br>
              <a:rPr b="1" lang="en-US" sz="1200">
                <a:latin typeface="Calibri"/>
                <a:ea typeface="Calibri"/>
                <a:cs typeface="Calibri"/>
                <a:sym typeface="Calibri"/>
              </a:rPr>
            </a:br>
            <a:r>
              <a:rPr b="0" lang="en-US"/>
              <a:t>NÃO DESCONFIGURAR NADA!</a:t>
            </a:r>
            <a:br>
              <a:rPr b="0" lang="en-US"/>
            </a:b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9" name="Shape 9"/>
        <p:cNvGrpSpPr/>
        <p:nvPr/>
      </p:nvGrpSpPr>
      <p:grpSpPr>
        <a:xfrm>
          <a:off x="0" y="0"/>
          <a:ext cx="0" cy="0"/>
          <a:chOff x="0" y="0"/>
          <a:chExt cx="0" cy="0"/>
        </a:xfrm>
      </p:grpSpPr>
      <p:sp>
        <p:nvSpPr>
          <p:cNvPr id="10" name="Google Shape;10;p3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4400"/>
              <a:buFont typeface="Calibri"/>
              <a:buNone/>
              <a:defRPr>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 name="Google Shape;11;p31"/>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2" name="Google Shape;12;p31"/>
          <p:cNvSpPr txBox="1"/>
          <p:nvPr>
            <p:ph idx="12" type="sldNum"/>
          </p:nvPr>
        </p:nvSpPr>
        <p:spPr>
          <a:xfrm>
            <a:off x="11095181" y="6414762"/>
            <a:ext cx="258620" cy="248301"/>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13" name="Shape 13"/>
        <p:cNvGrpSpPr/>
        <p:nvPr/>
      </p:nvGrpSpPr>
      <p:grpSpPr>
        <a:xfrm>
          <a:off x="0" y="0"/>
          <a:ext cx="0" cy="0"/>
          <a:chOff x="0" y="0"/>
          <a:chExt cx="0" cy="0"/>
        </a:xfrm>
      </p:grpSpPr>
      <p:sp>
        <p:nvSpPr>
          <p:cNvPr id="14" name="Google Shape;14;g3e0ecafcc09_0_9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90000"/>
              </a:lnSpc>
              <a:spcBef>
                <a:spcPts val="0"/>
              </a:spcBef>
              <a:spcAft>
                <a:spcPts val="0"/>
              </a:spcAft>
              <a:buSzPts val="4400"/>
              <a:buNone/>
              <a:defRPr/>
            </a:lvl2pPr>
            <a:lvl3pPr lvl="2" algn="l">
              <a:lnSpc>
                <a:spcPct val="90000"/>
              </a:lnSpc>
              <a:spcBef>
                <a:spcPts val="0"/>
              </a:spcBef>
              <a:spcAft>
                <a:spcPts val="0"/>
              </a:spcAft>
              <a:buSzPts val="4400"/>
              <a:buNone/>
              <a:defRPr/>
            </a:lvl3pPr>
            <a:lvl4pPr lvl="3" algn="l">
              <a:lnSpc>
                <a:spcPct val="90000"/>
              </a:lnSpc>
              <a:spcBef>
                <a:spcPts val="0"/>
              </a:spcBef>
              <a:spcAft>
                <a:spcPts val="0"/>
              </a:spcAft>
              <a:buSzPts val="4400"/>
              <a:buNone/>
              <a:defRPr/>
            </a:lvl4pPr>
            <a:lvl5pPr lvl="4" algn="l">
              <a:lnSpc>
                <a:spcPct val="90000"/>
              </a:lnSpc>
              <a:spcBef>
                <a:spcPts val="0"/>
              </a:spcBef>
              <a:spcAft>
                <a:spcPts val="0"/>
              </a:spcAft>
              <a:buSzPts val="4400"/>
              <a:buNone/>
              <a:defRPr/>
            </a:lvl5pPr>
            <a:lvl6pPr lvl="5" algn="l">
              <a:lnSpc>
                <a:spcPct val="90000"/>
              </a:lnSpc>
              <a:spcBef>
                <a:spcPts val="0"/>
              </a:spcBef>
              <a:spcAft>
                <a:spcPts val="0"/>
              </a:spcAft>
              <a:buSzPts val="4400"/>
              <a:buNone/>
              <a:defRPr/>
            </a:lvl6pPr>
            <a:lvl7pPr lvl="6" algn="l">
              <a:lnSpc>
                <a:spcPct val="90000"/>
              </a:lnSpc>
              <a:spcBef>
                <a:spcPts val="0"/>
              </a:spcBef>
              <a:spcAft>
                <a:spcPts val="0"/>
              </a:spcAft>
              <a:buSzPts val="4400"/>
              <a:buNone/>
              <a:defRPr/>
            </a:lvl7pPr>
            <a:lvl8pPr lvl="7" algn="l">
              <a:lnSpc>
                <a:spcPct val="90000"/>
              </a:lnSpc>
              <a:spcBef>
                <a:spcPts val="0"/>
              </a:spcBef>
              <a:spcAft>
                <a:spcPts val="0"/>
              </a:spcAft>
              <a:buSzPts val="4400"/>
              <a:buNone/>
              <a:defRPr/>
            </a:lvl8pPr>
            <a:lvl9pPr lvl="8" algn="l">
              <a:lnSpc>
                <a:spcPct val="90000"/>
              </a:lnSpc>
              <a:spcBef>
                <a:spcPts val="0"/>
              </a:spcBef>
              <a:spcAft>
                <a:spcPts val="0"/>
              </a:spcAft>
              <a:buSzPts val="4400"/>
              <a:buNone/>
              <a:defRPr/>
            </a:lvl9pPr>
          </a:lstStyle>
          <a:p/>
        </p:txBody>
      </p:sp>
      <p:sp>
        <p:nvSpPr>
          <p:cNvPr id="15" name="Google Shape;15;g3e0ecafcc09_0_9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g3e0ecafcc09_0_9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7" name="Google Shape;17;g3e0ecafcc09_0_9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 name="Google Shape;18;g3e0ecafcc09_0_92"/>
          <p:cNvSpPr txBox="1"/>
          <p:nvPr>
            <p:ph idx="12" type="sldNum"/>
          </p:nvPr>
        </p:nvSpPr>
        <p:spPr>
          <a:xfrm>
            <a:off x="8610600" y="6356350"/>
            <a:ext cx="2743200" cy="2769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p:cSld name="TITLE_AND_BODY 2">
    <p:spTree>
      <p:nvGrpSpPr>
        <p:cNvPr id="19" name="Shape 19"/>
        <p:cNvGrpSpPr/>
        <p:nvPr/>
      </p:nvGrpSpPr>
      <p:grpSpPr>
        <a:xfrm>
          <a:off x="0" y="0"/>
          <a:ext cx="0" cy="0"/>
          <a:chOff x="0" y="0"/>
          <a:chExt cx="0" cy="0"/>
        </a:xfrm>
      </p:grpSpPr>
      <p:sp>
        <p:nvSpPr>
          <p:cNvPr id="20" name="Google Shape;20;p32"/>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1" name="Google Shape;21;p32"/>
          <p:cNvSpPr txBox="1"/>
          <p:nvPr>
            <p:ph idx="1" type="body"/>
          </p:nvPr>
        </p:nvSpPr>
        <p:spPr>
          <a:xfrm>
            <a:off x="838200" y="1825625"/>
            <a:ext cx="10515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2" name="Google Shape;22;p32"/>
          <p:cNvSpPr txBox="1"/>
          <p:nvPr>
            <p:ph idx="12" type="sldNum"/>
          </p:nvPr>
        </p:nvSpPr>
        <p:spPr>
          <a:xfrm>
            <a:off x="11095217" y="6414780"/>
            <a:ext cx="258584" cy="248266"/>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3" name="Shape 23"/>
        <p:cNvGrpSpPr/>
        <p:nvPr/>
      </p:nvGrpSpPr>
      <p:grpSpPr>
        <a:xfrm>
          <a:off x="0" y="0"/>
          <a:ext cx="0" cy="0"/>
          <a:chOff x="0" y="0"/>
          <a:chExt cx="0" cy="0"/>
        </a:xfrm>
      </p:grpSpPr>
      <p:sp>
        <p:nvSpPr>
          <p:cNvPr id="24" name="Google Shape;24;p33"/>
          <p:cNvSpPr txBox="1"/>
          <p:nvPr>
            <p:ph type="title"/>
          </p:nvPr>
        </p:nvSpPr>
        <p:spPr>
          <a:xfrm>
            <a:off x="1524000" y="1122362"/>
            <a:ext cx="9144000" cy="238760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000000"/>
              </a:buClr>
              <a:buSzPts val="6000"/>
              <a:buFont typeface="Calibri"/>
              <a:buNone/>
              <a:defRPr sz="6000">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5" name="Google Shape;25;p33"/>
          <p:cNvSpPr txBox="1"/>
          <p:nvPr>
            <p:ph idx="1" type="body"/>
          </p:nvPr>
        </p:nvSpPr>
        <p:spPr>
          <a:xfrm>
            <a:off x="1524000" y="3602037"/>
            <a:ext cx="9144000" cy="1655765"/>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000000"/>
              </a:buClr>
              <a:buSzPts val="2400"/>
              <a:buFont typeface="Calibri"/>
              <a:buNone/>
              <a:defRPr sz="2400"/>
            </a:lvl1pPr>
            <a:lvl2pPr indent="-228600" lvl="1" marL="914400" algn="ctr">
              <a:lnSpc>
                <a:spcPct val="90000"/>
              </a:lnSpc>
              <a:spcBef>
                <a:spcPts val="1000"/>
              </a:spcBef>
              <a:spcAft>
                <a:spcPts val="0"/>
              </a:spcAft>
              <a:buClr>
                <a:srgbClr val="000000"/>
              </a:buClr>
              <a:buSzPts val="2400"/>
              <a:buFont typeface="Calibri"/>
              <a:buNone/>
              <a:defRPr sz="2400"/>
            </a:lvl2pPr>
            <a:lvl3pPr indent="-228600" lvl="2" marL="1371600" algn="ctr">
              <a:lnSpc>
                <a:spcPct val="90000"/>
              </a:lnSpc>
              <a:spcBef>
                <a:spcPts val="1000"/>
              </a:spcBef>
              <a:spcAft>
                <a:spcPts val="0"/>
              </a:spcAft>
              <a:buClr>
                <a:srgbClr val="000000"/>
              </a:buClr>
              <a:buSzPts val="2400"/>
              <a:buFont typeface="Calibri"/>
              <a:buNone/>
              <a:defRPr sz="2400"/>
            </a:lvl3pPr>
            <a:lvl4pPr indent="-228600" lvl="3" marL="1828800" algn="ctr">
              <a:lnSpc>
                <a:spcPct val="90000"/>
              </a:lnSpc>
              <a:spcBef>
                <a:spcPts val="1000"/>
              </a:spcBef>
              <a:spcAft>
                <a:spcPts val="0"/>
              </a:spcAft>
              <a:buClr>
                <a:srgbClr val="000000"/>
              </a:buClr>
              <a:buSzPts val="2400"/>
              <a:buFont typeface="Calibri"/>
              <a:buNone/>
              <a:defRPr sz="2400"/>
            </a:lvl4pPr>
            <a:lvl5pPr indent="-228600" lvl="4" marL="2286000" algn="ctr">
              <a:lnSpc>
                <a:spcPct val="90000"/>
              </a:lnSpc>
              <a:spcBef>
                <a:spcPts val="1000"/>
              </a:spcBef>
              <a:spcAft>
                <a:spcPts val="0"/>
              </a:spcAft>
              <a:buClr>
                <a:srgbClr val="000000"/>
              </a:buClr>
              <a:buSzPts val="2400"/>
              <a:buFont typeface="Calibri"/>
              <a:buNone/>
              <a:defRPr sz="24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6" name="Google Shape;26;p33"/>
          <p:cNvSpPr txBox="1"/>
          <p:nvPr>
            <p:ph idx="12" type="sldNum"/>
          </p:nvPr>
        </p:nvSpPr>
        <p:spPr>
          <a:xfrm>
            <a:off x="11095181" y="6414762"/>
            <a:ext cx="258620" cy="248301"/>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34"/>
          <p:cNvSpPr txBox="1"/>
          <p:nvPr>
            <p:ph idx="12" type="sldNum"/>
          </p:nvPr>
        </p:nvSpPr>
        <p:spPr>
          <a:xfrm>
            <a:off x="11095217" y="6414780"/>
            <a:ext cx="258584" cy="248266"/>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29" name="Shape 29"/>
        <p:cNvGrpSpPr/>
        <p:nvPr/>
      </p:nvGrpSpPr>
      <p:grpSpPr>
        <a:xfrm>
          <a:off x="0" y="0"/>
          <a:ext cx="0" cy="0"/>
          <a:chOff x="0" y="0"/>
          <a:chExt cx="0" cy="0"/>
        </a:xfrm>
      </p:grpSpPr>
      <p:sp>
        <p:nvSpPr>
          <p:cNvPr id="30" name="Google Shape;30;p35"/>
          <p:cNvSpPr txBox="1"/>
          <p:nvPr>
            <p:ph type="title"/>
          </p:nvPr>
        </p:nvSpPr>
        <p:spPr>
          <a:xfrm>
            <a:off x="1524000" y="1122362"/>
            <a:ext cx="9144000" cy="2387601"/>
          </a:xfrm>
          <a:prstGeom prst="rect">
            <a:avLst/>
          </a:prstGeom>
          <a:noFill/>
          <a:ln>
            <a:noFill/>
          </a:ln>
        </p:spPr>
        <p:txBody>
          <a:bodyPr anchorCtr="0" anchor="b" bIns="45675" lIns="45675" spcFirstLastPara="1" rIns="45675" wrap="square" tIns="45675">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1" name="Google Shape;31;p35"/>
          <p:cNvSpPr txBox="1"/>
          <p:nvPr>
            <p:ph idx="1" type="body"/>
          </p:nvPr>
        </p:nvSpPr>
        <p:spPr>
          <a:xfrm>
            <a:off x="1524000" y="3602037"/>
            <a:ext cx="9144000" cy="1655765"/>
          </a:xfrm>
          <a:prstGeom prst="rect">
            <a:avLst/>
          </a:prstGeom>
          <a:noFill/>
          <a:ln>
            <a:noFill/>
          </a:ln>
        </p:spPr>
        <p:txBody>
          <a:bodyPr anchorCtr="0" anchor="t" bIns="45675" lIns="45675" spcFirstLastPara="1" rIns="45675" wrap="square" tIns="45675">
            <a:normAutofit/>
          </a:bodyPr>
          <a:lstStyle>
            <a:lvl1pPr indent="-228600" lvl="0" marL="457200" algn="ctr">
              <a:lnSpc>
                <a:spcPct val="90000"/>
              </a:lnSpc>
              <a:spcBef>
                <a:spcPts val="1000"/>
              </a:spcBef>
              <a:spcAft>
                <a:spcPts val="0"/>
              </a:spcAft>
              <a:buClr>
                <a:srgbClr val="000000"/>
              </a:buClr>
              <a:buSzPts val="2400"/>
              <a:buFont typeface="Calibri"/>
              <a:buNone/>
              <a:defRPr sz="2400"/>
            </a:lvl1pPr>
            <a:lvl2pPr indent="-228600" lvl="1" marL="914400" algn="ctr">
              <a:lnSpc>
                <a:spcPct val="90000"/>
              </a:lnSpc>
              <a:spcBef>
                <a:spcPts val="1000"/>
              </a:spcBef>
              <a:spcAft>
                <a:spcPts val="0"/>
              </a:spcAft>
              <a:buClr>
                <a:srgbClr val="000000"/>
              </a:buClr>
              <a:buSzPts val="2400"/>
              <a:buFont typeface="Calibri"/>
              <a:buNone/>
              <a:defRPr sz="2400"/>
            </a:lvl2pPr>
            <a:lvl3pPr indent="-228600" lvl="2" marL="1371600" algn="ctr">
              <a:lnSpc>
                <a:spcPct val="90000"/>
              </a:lnSpc>
              <a:spcBef>
                <a:spcPts val="1000"/>
              </a:spcBef>
              <a:spcAft>
                <a:spcPts val="0"/>
              </a:spcAft>
              <a:buClr>
                <a:srgbClr val="000000"/>
              </a:buClr>
              <a:buSzPts val="2400"/>
              <a:buFont typeface="Calibri"/>
              <a:buNone/>
              <a:defRPr sz="2400"/>
            </a:lvl3pPr>
            <a:lvl4pPr indent="-228600" lvl="3" marL="1828800" algn="ctr">
              <a:lnSpc>
                <a:spcPct val="90000"/>
              </a:lnSpc>
              <a:spcBef>
                <a:spcPts val="1000"/>
              </a:spcBef>
              <a:spcAft>
                <a:spcPts val="0"/>
              </a:spcAft>
              <a:buClr>
                <a:srgbClr val="000000"/>
              </a:buClr>
              <a:buSzPts val="2400"/>
              <a:buFont typeface="Calibri"/>
              <a:buNone/>
              <a:defRPr sz="2400"/>
            </a:lvl4pPr>
            <a:lvl5pPr indent="-228600" lvl="4" marL="2286000" algn="ctr">
              <a:lnSpc>
                <a:spcPct val="90000"/>
              </a:lnSpc>
              <a:spcBef>
                <a:spcPts val="1000"/>
              </a:spcBef>
              <a:spcAft>
                <a:spcPts val="0"/>
              </a:spcAft>
              <a:buClr>
                <a:srgbClr val="000000"/>
              </a:buClr>
              <a:buSzPts val="2400"/>
              <a:buFont typeface="Calibri"/>
              <a:buNone/>
              <a:defRPr sz="24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2" name="Google Shape;32;p35"/>
          <p:cNvSpPr txBox="1"/>
          <p:nvPr>
            <p:ph idx="12" type="sldNum"/>
          </p:nvPr>
        </p:nvSpPr>
        <p:spPr>
          <a:xfrm>
            <a:off x="11095217" y="6414780"/>
            <a:ext cx="258584" cy="248266"/>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 name="Shape 33"/>
        <p:cNvGrpSpPr/>
        <p:nvPr/>
      </p:nvGrpSpPr>
      <p:grpSpPr>
        <a:xfrm>
          <a:off x="0" y="0"/>
          <a:ext cx="0" cy="0"/>
          <a:chOff x="0" y="0"/>
          <a:chExt cx="0" cy="0"/>
        </a:xfrm>
      </p:grpSpPr>
      <p:sp>
        <p:nvSpPr>
          <p:cNvPr id="34" name="Google Shape;34;p36"/>
          <p:cNvSpPr txBox="1"/>
          <p:nvPr>
            <p:ph type="title"/>
          </p:nvPr>
        </p:nvSpPr>
        <p:spPr>
          <a:xfrm>
            <a:off x="831850" y="1709738"/>
            <a:ext cx="10515600" cy="2852737"/>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5" name="Google Shape;35;p36"/>
          <p:cNvSpPr txBox="1"/>
          <p:nvPr>
            <p:ph idx="1" type="body"/>
          </p:nvPr>
        </p:nvSpPr>
        <p:spPr>
          <a:xfrm>
            <a:off x="831850" y="4589462"/>
            <a:ext cx="10515600" cy="1500190"/>
          </a:xfrm>
          <a:prstGeom prst="rect">
            <a:avLst/>
          </a:prstGeom>
          <a:noFill/>
          <a:ln>
            <a:noFill/>
          </a:ln>
        </p:spPr>
        <p:txBody>
          <a:bodyPr anchorCtr="0" anchor="t" bIns="45675" lIns="45675" spcFirstLastPara="1" rIns="45675" wrap="square" tIns="45675">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6" name="Google Shape;36;p36"/>
          <p:cNvSpPr txBox="1"/>
          <p:nvPr>
            <p:ph idx="12" type="sldNum"/>
          </p:nvPr>
        </p:nvSpPr>
        <p:spPr>
          <a:xfrm>
            <a:off x="11095217" y="6414780"/>
            <a:ext cx="258584" cy="248266"/>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37"/>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9" name="Google Shape;39;p37"/>
          <p:cNvSpPr txBox="1"/>
          <p:nvPr>
            <p:ph idx="1" type="body"/>
          </p:nvPr>
        </p:nvSpPr>
        <p:spPr>
          <a:xfrm>
            <a:off x="838200" y="1825625"/>
            <a:ext cx="5181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40" name="Google Shape;40;p37"/>
          <p:cNvSpPr txBox="1"/>
          <p:nvPr>
            <p:ph idx="12" type="sldNum"/>
          </p:nvPr>
        </p:nvSpPr>
        <p:spPr>
          <a:xfrm>
            <a:off x="11095217" y="6414780"/>
            <a:ext cx="258584" cy="248266"/>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1" name="Shape 41"/>
        <p:cNvGrpSpPr/>
        <p:nvPr/>
      </p:nvGrpSpPr>
      <p:grpSpPr>
        <a:xfrm>
          <a:off x="0" y="0"/>
          <a:ext cx="0" cy="0"/>
          <a:chOff x="0" y="0"/>
          <a:chExt cx="0" cy="0"/>
        </a:xfrm>
      </p:grpSpPr>
      <p:sp>
        <p:nvSpPr>
          <p:cNvPr id="42" name="Google Shape;42;p38"/>
          <p:cNvSpPr txBox="1"/>
          <p:nvPr>
            <p:ph type="title"/>
          </p:nvPr>
        </p:nvSpPr>
        <p:spPr>
          <a:xfrm>
            <a:off x="839787" y="365125"/>
            <a:ext cx="10515601"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3" name="Google Shape;43;p38"/>
          <p:cNvSpPr txBox="1"/>
          <p:nvPr>
            <p:ph idx="1" type="body"/>
          </p:nvPr>
        </p:nvSpPr>
        <p:spPr>
          <a:xfrm>
            <a:off x="839787" y="1681163"/>
            <a:ext cx="5157790" cy="823915"/>
          </a:xfrm>
          <a:prstGeom prst="rect">
            <a:avLst/>
          </a:prstGeom>
          <a:noFill/>
          <a:ln>
            <a:noFill/>
          </a:ln>
        </p:spPr>
        <p:txBody>
          <a:bodyPr anchorCtr="0" anchor="b"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44" name="Google Shape;44;p38"/>
          <p:cNvSpPr txBox="1"/>
          <p:nvPr>
            <p:ph idx="2" type="body"/>
          </p:nvPr>
        </p:nvSpPr>
        <p:spPr>
          <a:xfrm>
            <a:off x="6172200" y="1681163"/>
            <a:ext cx="5183188" cy="823914"/>
          </a:xfrm>
          <a:prstGeom prst="rect">
            <a:avLst/>
          </a:prstGeom>
          <a:noFill/>
          <a:ln>
            <a:noFill/>
          </a:ln>
        </p:spPr>
        <p:txBody>
          <a:bodyPr anchorCtr="0" anchor="b"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45" name="Google Shape;45;p38"/>
          <p:cNvSpPr txBox="1"/>
          <p:nvPr>
            <p:ph idx="12" type="sldNum"/>
          </p:nvPr>
        </p:nvSpPr>
        <p:spPr>
          <a:xfrm>
            <a:off x="11095217" y="6414780"/>
            <a:ext cx="258584" cy="248266"/>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6" name="Shape 46"/>
        <p:cNvGrpSpPr/>
        <p:nvPr/>
      </p:nvGrpSpPr>
      <p:grpSpPr>
        <a:xfrm>
          <a:off x="0" y="0"/>
          <a:ext cx="0" cy="0"/>
          <a:chOff x="0" y="0"/>
          <a:chExt cx="0" cy="0"/>
        </a:xfrm>
      </p:grpSpPr>
      <p:sp>
        <p:nvSpPr>
          <p:cNvPr id="47" name="Google Shape;47;p39"/>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8" name="Google Shape;48;p39"/>
          <p:cNvSpPr txBox="1"/>
          <p:nvPr>
            <p:ph idx="12" type="sldNum"/>
          </p:nvPr>
        </p:nvSpPr>
        <p:spPr>
          <a:xfrm>
            <a:off x="11095217" y="6414780"/>
            <a:ext cx="258584" cy="248266"/>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49" name="Shape 49"/>
        <p:cNvGrpSpPr/>
        <p:nvPr/>
      </p:nvGrpSpPr>
      <p:grpSpPr>
        <a:xfrm>
          <a:off x="0" y="0"/>
          <a:ext cx="0" cy="0"/>
          <a:chOff x="0" y="0"/>
          <a:chExt cx="0" cy="0"/>
        </a:xfrm>
      </p:grpSpPr>
      <p:sp>
        <p:nvSpPr>
          <p:cNvPr id="50" name="Google Shape;50;p40"/>
          <p:cNvSpPr txBox="1"/>
          <p:nvPr>
            <p:ph type="title"/>
          </p:nvPr>
        </p:nvSpPr>
        <p:spPr>
          <a:xfrm>
            <a:off x="839787" y="457200"/>
            <a:ext cx="3932240"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1" name="Google Shape;51;p40"/>
          <p:cNvSpPr txBox="1"/>
          <p:nvPr>
            <p:ph idx="1" type="body"/>
          </p:nvPr>
        </p:nvSpPr>
        <p:spPr>
          <a:xfrm>
            <a:off x="5183187" y="987425"/>
            <a:ext cx="6172203" cy="4873625"/>
          </a:xfrm>
          <a:prstGeom prst="rect">
            <a:avLst/>
          </a:prstGeom>
          <a:noFill/>
          <a:ln>
            <a:noFill/>
          </a:ln>
        </p:spPr>
        <p:txBody>
          <a:bodyPr anchorCtr="0" anchor="t" bIns="45675" lIns="45675" spcFirstLastPara="1" rIns="45675" wrap="square" tIns="45675">
            <a:normAutofit/>
          </a:bodyPr>
          <a:lstStyle>
            <a:lvl1pPr indent="-431800" lvl="0" marL="457200" algn="l">
              <a:lnSpc>
                <a:spcPct val="90000"/>
              </a:lnSpc>
              <a:spcBef>
                <a:spcPts val="1000"/>
              </a:spcBef>
              <a:spcAft>
                <a:spcPts val="0"/>
              </a:spcAft>
              <a:buSzPts val="3200"/>
              <a:buChar char="•"/>
              <a:defRPr sz="3200"/>
            </a:lvl1pPr>
            <a:lvl2pPr indent="-431800" lvl="1" marL="914400" algn="l">
              <a:lnSpc>
                <a:spcPct val="90000"/>
              </a:lnSpc>
              <a:spcBef>
                <a:spcPts val="1000"/>
              </a:spcBef>
              <a:spcAft>
                <a:spcPts val="0"/>
              </a:spcAft>
              <a:buSzPts val="3200"/>
              <a:buChar char="•"/>
              <a:defRPr sz="3200"/>
            </a:lvl2pPr>
            <a:lvl3pPr indent="-431800" lvl="2" marL="1371600" algn="l">
              <a:lnSpc>
                <a:spcPct val="90000"/>
              </a:lnSpc>
              <a:spcBef>
                <a:spcPts val="1000"/>
              </a:spcBef>
              <a:spcAft>
                <a:spcPts val="0"/>
              </a:spcAft>
              <a:buSzPts val="3200"/>
              <a:buChar char="•"/>
              <a:defRPr sz="3200"/>
            </a:lvl3pPr>
            <a:lvl4pPr indent="-431800" lvl="3" marL="1828800" algn="l">
              <a:lnSpc>
                <a:spcPct val="90000"/>
              </a:lnSpc>
              <a:spcBef>
                <a:spcPts val="1000"/>
              </a:spcBef>
              <a:spcAft>
                <a:spcPts val="0"/>
              </a:spcAft>
              <a:buSzPts val="3200"/>
              <a:buChar char="•"/>
              <a:defRPr sz="3200"/>
            </a:lvl4pPr>
            <a:lvl5pPr indent="-431800" lvl="4" marL="2286000" algn="l">
              <a:lnSpc>
                <a:spcPct val="90000"/>
              </a:lnSpc>
              <a:spcBef>
                <a:spcPts val="1000"/>
              </a:spcBef>
              <a:spcAft>
                <a:spcPts val="0"/>
              </a:spcAft>
              <a:buSzPts val="3200"/>
              <a:buChar char="•"/>
              <a:defRPr sz="32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52" name="Google Shape;52;p40"/>
          <p:cNvSpPr txBox="1"/>
          <p:nvPr>
            <p:ph idx="2" type="body"/>
          </p:nvPr>
        </p:nvSpPr>
        <p:spPr>
          <a:xfrm>
            <a:off x="839787" y="2057400"/>
            <a:ext cx="3932238" cy="3811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53" name="Google Shape;53;p40"/>
          <p:cNvSpPr txBox="1"/>
          <p:nvPr>
            <p:ph idx="12" type="sldNum"/>
          </p:nvPr>
        </p:nvSpPr>
        <p:spPr>
          <a:xfrm>
            <a:off x="11095217" y="6414780"/>
            <a:ext cx="258584" cy="248266"/>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54" name="Shape 54"/>
        <p:cNvGrpSpPr/>
        <p:nvPr/>
      </p:nvGrpSpPr>
      <p:grpSpPr>
        <a:xfrm>
          <a:off x="0" y="0"/>
          <a:ext cx="0" cy="0"/>
          <a:chOff x="0" y="0"/>
          <a:chExt cx="0" cy="0"/>
        </a:xfrm>
      </p:grpSpPr>
      <p:sp>
        <p:nvSpPr>
          <p:cNvPr id="55" name="Google Shape;55;p41"/>
          <p:cNvSpPr txBox="1"/>
          <p:nvPr>
            <p:ph type="title"/>
          </p:nvPr>
        </p:nvSpPr>
        <p:spPr>
          <a:xfrm>
            <a:off x="839787" y="457200"/>
            <a:ext cx="3932240"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6" name="Google Shape;56;p41"/>
          <p:cNvSpPr/>
          <p:nvPr>
            <p:ph idx="2" type="pic"/>
          </p:nvPr>
        </p:nvSpPr>
        <p:spPr>
          <a:xfrm>
            <a:off x="5183187" y="987425"/>
            <a:ext cx="6172203" cy="4873625"/>
          </a:xfrm>
          <a:prstGeom prst="rect">
            <a:avLst/>
          </a:prstGeom>
          <a:noFill/>
          <a:ln>
            <a:noFill/>
          </a:ln>
        </p:spPr>
      </p:sp>
      <p:sp>
        <p:nvSpPr>
          <p:cNvPr id="57" name="Google Shape;57;p41"/>
          <p:cNvSpPr txBox="1"/>
          <p:nvPr>
            <p:ph idx="1" type="body"/>
          </p:nvPr>
        </p:nvSpPr>
        <p:spPr>
          <a:xfrm>
            <a:off x="839787" y="2057400"/>
            <a:ext cx="3932240" cy="3811588"/>
          </a:xfrm>
          <a:prstGeom prst="rect">
            <a:avLst/>
          </a:prstGeom>
          <a:noFill/>
          <a:ln>
            <a:noFill/>
          </a:ln>
        </p:spPr>
        <p:txBody>
          <a:bodyPr anchorCtr="0" anchor="t"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228600" lvl="1" marL="914400" algn="l">
              <a:lnSpc>
                <a:spcPct val="90000"/>
              </a:lnSpc>
              <a:spcBef>
                <a:spcPts val="1000"/>
              </a:spcBef>
              <a:spcAft>
                <a:spcPts val="0"/>
              </a:spcAft>
              <a:buClr>
                <a:srgbClr val="000000"/>
              </a:buClr>
              <a:buSzPts val="1600"/>
              <a:buFont typeface="Calibri"/>
              <a:buNone/>
              <a:defRPr sz="1600"/>
            </a:lvl2pPr>
            <a:lvl3pPr indent="-228600" lvl="2" marL="1371600" algn="l">
              <a:lnSpc>
                <a:spcPct val="90000"/>
              </a:lnSpc>
              <a:spcBef>
                <a:spcPts val="1000"/>
              </a:spcBef>
              <a:spcAft>
                <a:spcPts val="0"/>
              </a:spcAft>
              <a:buClr>
                <a:srgbClr val="000000"/>
              </a:buClr>
              <a:buSzPts val="1600"/>
              <a:buFont typeface="Calibri"/>
              <a:buNone/>
              <a:defRPr sz="1600"/>
            </a:lvl3pPr>
            <a:lvl4pPr indent="-228600" lvl="3" marL="1828800" algn="l">
              <a:lnSpc>
                <a:spcPct val="90000"/>
              </a:lnSpc>
              <a:spcBef>
                <a:spcPts val="1000"/>
              </a:spcBef>
              <a:spcAft>
                <a:spcPts val="0"/>
              </a:spcAft>
              <a:buClr>
                <a:srgbClr val="000000"/>
              </a:buClr>
              <a:buSzPts val="1600"/>
              <a:buFont typeface="Calibri"/>
              <a:buNone/>
              <a:defRPr sz="1600"/>
            </a:lvl4pPr>
            <a:lvl5pPr indent="-228600" lvl="4" marL="2286000" algn="l">
              <a:lnSpc>
                <a:spcPct val="90000"/>
              </a:lnSpc>
              <a:spcBef>
                <a:spcPts val="1000"/>
              </a:spcBef>
              <a:spcAft>
                <a:spcPts val="0"/>
              </a:spcAft>
              <a:buClr>
                <a:srgbClr val="000000"/>
              </a:buClr>
              <a:buSzPts val="1600"/>
              <a:buFont typeface="Calibri"/>
              <a:buNone/>
              <a:defRPr sz="16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58" name="Google Shape;58;p41"/>
          <p:cNvSpPr txBox="1"/>
          <p:nvPr>
            <p:ph idx="12" type="sldNum"/>
          </p:nvPr>
        </p:nvSpPr>
        <p:spPr>
          <a:xfrm>
            <a:off x="11095217" y="6414780"/>
            <a:ext cx="258584" cy="248266"/>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30"/>
          <p:cNvSpPr txBox="1"/>
          <p:nvPr>
            <p:ph idx="1" type="body"/>
          </p:nvPr>
        </p:nvSpPr>
        <p:spPr>
          <a:xfrm>
            <a:off x="838200" y="1825625"/>
            <a:ext cx="10515600" cy="4351338"/>
          </a:xfrm>
          <a:prstGeom prst="rect">
            <a:avLst/>
          </a:prstGeom>
          <a:noFill/>
          <a:ln>
            <a:noFill/>
          </a:ln>
        </p:spPr>
        <p:txBody>
          <a:bodyPr anchorCtr="0" anchor="t" bIns="45675" lIns="45675" spcFirstLastPara="1" rIns="45675" wrap="square" tIns="45675">
            <a:normAutofit/>
          </a:bodyPr>
          <a:lstStyle>
            <a:lvl1pPr indent="-406400" lvl="0" marL="457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1pPr>
            <a:lvl2pPr indent="-406400" lvl="1" marL="914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2pPr>
            <a:lvl3pPr indent="-406400" lvl="2" marL="1371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3pPr>
            <a:lvl4pPr indent="-406400" lvl="3" marL="1828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4pPr>
            <a:lvl5pPr indent="-406400" lvl="4" marL="22860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9pPr>
          </a:lstStyle>
          <a:p/>
        </p:txBody>
      </p:sp>
      <p:sp>
        <p:nvSpPr>
          <p:cNvPr id="8" name="Google Shape;8;p30"/>
          <p:cNvSpPr txBox="1"/>
          <p:nvPr>
            <p:ph idx="12" type="sldNum"/>
          </p:nvPr>
        </p:nvSpPr>
        <p:spPr>
          <a:xfrm>
            <a:off x="11095217" y="6414780"/>
            <a:ext cx="258584" cy="248266"/>
          </a:xfrm>
          <a:prstGeom prst="rect">
            <a:avLst/>
          </a:prstGeom>
          <a:noFill/>
          <a:ln>
            <a:noFill/>
          </a:ln>
        </p:spPr>
        <p:txBody>
          <a:bodyPr anchorCtr="0" anchor="ctr" bIns="45675" lIns="45675" spcFirstLastPara="1" rIns="45675" wrap="square" tIns="45675">
            <a:sp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8.jpg"/><Relationship Id="rId5"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62" name="Shape 62"/>
        <p:cNvGrpSpPr/>
        <p:nvPr/>
      </p:nvGrpSpPr>
      <p:grpSpPr>
        <a:xfrm>
          <a:off x="0" y="0"/>
          <a:ext cx="0" cy="0"/>
          <a:chOff x="0" y="0"/>
          <a:chExt cx="0" cy="0"/>
        </a:xfrm>
      </p:grpSpPr>
      <p:pic>
        <p:nvPicPr>
          <p:cNvPr descr="Imagem 9" id="63" name="Google Shape;63;p1"/>
          <p:cNvPicPr preferRelativeResize="0"/>
          <p:nvPr/>
        </p:nvPicPr>
        <p:blipFill rotWithShape="1">
          <a:blip r:embed="rId3">
            <a:alphaModFix/>
          </a:blip>
          <a:srcRect b="0" l="0" r="0" t="0"/>
          <a:stretch/>
        </p:blipFill>
        <p:spPr>
          <a:xfrm>
            <a:off x="1221513" y="2283224"/>
            <a:ext cx="9748974" cy="229155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67" name="Shape 67"/>
        <p:cNvGrpSpPr/>
        <p:nvPr/>
      </p:nvGrpSpPr>
      <p:grpSpPr>
        <a:xfrm>
          <a:off x="0" y="0"/>
          <a:ext cx="0" cy="0"/>
          <a:chOff x="0" y="0"/>
          <a:chExt cx="0" cy="0"/>
        </a:xfrm>
      </p:grpSpPr>
      <p:sp>
        <p:nvSpPr>
          <p:cNvPr id="68" name="Google Shape;68;p2"/>
          <p:cNvSpPr txBox="1"/>
          <p:nvPr/>
        </p:nvSpPr>
        <p:spPr>
          <a:xfrm>
            <a:off x="669787" y="3065665"/>
            <a:ext cx="46080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FFFFFF"/>
              </a:buClr>
              <a:buSzPts val="2800"/>
              <a:buFont typeface="Poppins"/>
              <a:buNone/>
            </a:pPr>
            <a:r>
              <a:rPr b="1" i="0" lang="en-US" sz="2800" u="none" cap="none" strike="noStrike">
                <a:solidFill>
                  <a:srgbClr val="FFFFFF"/>
                </a:solidFill>
                <a:latin typeface="Poppins"/>
                <a:ea typeface="Poppins"/>
                <a:cs typeface="Poppins"/>
                <a:sym typeface="Poppins"/>
              </a:rPr>
              <a:t>Com a Playpiso, dá jogo.</a:t>
            </a:r>
            <a:endParaRPr b="0" i="0" sz="1400" u="none" cap="none" strike="noStrike">
              <a:solidFill>
                <a:srgbClr val="000000"/>
              </a:solidFill>
              <a:latin typeface="Arial"/>
              <a:ea typeface="Arial"/>
              <a:cs typeface="Arial"/>
              <a:sym typeface="Arial"/>
            </a:endParaRPr>
          </a:p>
        </p:txBody>
      </p:sp>
      <p:sp>
        <p:nvSpPr>
          <p:cNvPr id="69" name="Google Shape;69;p2"/>
          <p:cNvSpPr txBox="1"/>
          <p:nvPr/>
        </p:nvSpPr>
        <p:spPr>
          <a:xfrm>
            <a:off x="6700198" y="1947697"/>
            <a:ext cx="4608000" cy="2885400"/>
          </a:xfrm>
          <a:prstGeom prst="rect">
            <a:avLst/>
          </a:prstGeom>
          <a:noFill/>
          <a:ln>
            <a:noFill/>
          </a:ln>
        </p:spPr>
        <p:txBody>
          <a:bodyPr anchorCtr="0" anchor="t" bIns="45700" lIns="45700" spcFirstLastPara="1" rIns="45700" wrap="square" tIns="45700">
            <a:spAutoFit/>
          </a:bodyPr>
          <a:lstStyle/>
          <a:p>
            <a:pPr indent="0" lvl="0" marL="0" marR="0" rtl="0" algn="l">
              <a:lnSpc>
                <a:spcPct val="150000"/>
              </a:lnSpc>
              <a:spcBef>
                <a:spcPts val="0"/>
              </a:spcBef>
              <a:spcAft>
                <a:spcPts val="0"/>
              </a:spcAft>
              <a:buClr>
                <a:srgbClr val="FFFFFF"/>
              </a:buClr>
              <a:buSzPts val="1800"/>
              <a:buFont typeface="Poppins"/>
              <a:buNone/>
            </a:pPr>
            <a:r>
              <a:rPr b="1" i="0" lang="en-US" sz="1800" u="none" cap="none" strike="noStrike">
                <a:solidFill>
                  <a:srgbClr val="FFFFFF"/>
                </a:solidFill>
                <a:latin typeface="Poppins"/>
                <a:ea typeface="Poppins"/>
                <a:cs typeface="Poppins"/>
                <a:sym typeface="Poppins"/>
              </a:rPr>
              <a:t>Desde 1987, somos a referência em pisos esportivos e comerciais no Brasil para quem procura agilidade, alta qualidade e experiência impecável. Acreditamos que um mundo com mais esporte, movimento e vibração só tem a ganhar. </a:t>
            </a:r>
            <a:endParaRPr b="0" i="0" sz="1400" u="none" cap="none" strike="noStrike">
              <a:solidFill>
                <a:srgbClr val="000000"/>
              </a:solidFill>
              <a:latin typeface="Arial"/>
              <a:ea typeface="Arial"/>
              <a:cs typeface="Arial"/>
              <a:sym typeface="Arial"/>
            </a:endParaRPr>
          </a:p>
        </p:txBody>
      </p:sp>
      <p:cxnSp>
        <p:nvCxnSpPr>
          <p:cNvPr id="70" name="Google Shape;70;p2"/>
          <p:cNvCxnSpPr/>
          <p:nvPr/>
        </p:nvCxnSpPr>
        <p:spPr>
          <a:xfrm rot="10800000">
            <a:off x="6066999" y="2564544"/>
            <a:ext cx="0" cy="2048700"/>
          </a:xfrm>
          <a:prstGeom prst="straightConnector1">
            <a:avLst/>
          </a:prstGeom>
          <a:noFill/>
          <a:ln cap="flat" cmpd="sng" w="63500">
            <a:solidFill>
              <a:srgbClr val="FFFFFF"/>
            </a:solidFill>
            <a:prstDash val="solid"/>
            <a:miter lim="8000"/>
            <a:headEnd len="sm" w="sm" type="none"/>
            <a:tailEnd len="sm" w="sm" type="none"/>
          </a:ln>
        </p:spPr>
      </p:cxnSp>
      <p:cxnSp>
        <p:nvCxnSpPr>
          <p:cNvPr id="71" name="Google Shape;71;p2"/>
          <p:cNvCxnSpPr/>
          <p:nvPr/>
        </p:nvCxnSpPr>
        <p:spPr>
          <a:xfrm rot="10800000">
            <a:off x="6067002" y="1907196"/>
            <a:ext cx="0" cy="3247800"/>
          </a:xfrm>
          <a:prstGeom prst="straightConnector1">
            <a:avLst/>
          </a:prstGeom>
          <a:noFill/>
          <a:ln cap="flat" cmpd="sng" w="63500">
            <a:solidFill>
              <a:srgbClr val="FFFFFF"/>
            </a:solidFill>
            <a:prstDash val="solid"/>
            <a:miter lim="8000"/>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descr="Picture 28" id="76" name="Google Shape;76;p3"/>
          <p:cNvPicPr preferRelativeResize="0"/>
          <p:nvPr/>
        </p:nvPicPr>
        <p:blipFill rotWithShape="1">
          <a:blip r:embed="rId3">
            <a:alphaModFix/>
          </a:blip>
          <a:srcRect b="7290" l="8948" r="26260" t="6844"/>
          <a:stretch/>
        </p:blipFill>
        <p:spPr>
          <a:xfrm>
            <a:off x="6849687" y="3348054"/>
            <a:ext cx="5342328" cy="3502440"/>
          </a:xfrm>
          <a:custGeom>
            <a:rect b="b" l="l" r="r" t="t"/>
            <a:pathLst>
              <a:path extrusionOk="0" h="21600" w="21600">
                <a:moveTo>
                  <a:pt x="0" y="0"/>
                </a:moveTo>
                <a:lnTo>
                  <a:pt x="7625" y="21600"/>
                </a:lnTo>
                <a:lnTo>
                  <a:pt x="21600" y="21600"/>
                </a:lnTo>
                <a:lnTo>
                  <a:pt x="21600" y="0"/>
                </a:lnTo>
                <a:lnTo>
                  <a:pt x="0" y="0"/>
                </a:lnTo>
                <a:close/>
              </a:path>
            </a:pathLst>
          </a:custGeom>
          <a:noFill/>
          <a:ln>
            <a:noFill/>
          </a:ln>
        </p:spPr>
      </p:pic>
      <p:pic>
        <p:nvPicPr>
          <p:cNvPr descr="Picture 12" id="77" name="Google Shape;77;p3"/>
          <p:cNvPicPr preferRelativeResize="0"/>
          <p:nvPr/>
        </p:nvPicPr>
        <p:blipFill rotWithShape="1">
          <a:blip r:embed="rId4">
            <a:alphaModFix/>
          </a:blip>
          <a:srcRect b="0" l="10969" r="0" t="0"/>
          <a:stretch/>
        </p:blipFill>
        <p:spPr>
          <a:xfrm>
            <a:off x="-457182" y="-5488"/>
            <a:ext cx="9154674" cy="6863454"/>
          </a:xfrm>
          <a:custGeom>
            <a:rect b="b" l="l" r="r" t="t"/>
            <a:pathLst>
              <a:path extrusionOk="0" h="21600" w="21600">
                <a:moveTo>
                  <a:pt x="0" y="0"/>
                </a:moveTo>
                <a:lnTo>
                  <a:pt x="0" y="21600"/>
                </a:lnTo>
                <a:lnTo>
                  <a:pt x="21600" y="21600"/>
                </a:lnTo>
                <a:lnTo>
                  <a:pt x="14100" y="0"/>
                </a:lnTo>
                <a:lnTo>
                  <a:pt x="0" y="0"/>
                </a:lnTo>
                <a:close/>
              </a:path>
            </a:pathLst>
          </a:custGeom>
          <a:noFill/>
          <a:ln>
            <a:noFill/>
          </a:ln>
        </p:spPr>
      </p:pic>
      <p:pic>
        <p:nvPicPr>
          <p:cNvPr descr="Picture 6" id="78" name="Google Shape;78;p3"/>
          <p:cNvPicPr preferRelativeResize="0"/>
          <p:nvPr/>
        </p:nvPicPr>
        <p:blipFill rotWithShape="1">
          <a:blip r:embed="rId5">
            <a:alphaModFix/>
          </a:blip>
          <a:srcRect b="1380" l="6486" r="16756" t="34739"/>
          <a:stretch/>
        </p:blipFill>
        <p:spPr>
          <a:xfrm>
            <a:off x="5358546" y="-5486"/>
            <a:ext cx="6833376" cy="3376242"/>
          </a:xfrm>
          <a:custGeom>
            <a:rect b="b" l="l" r="r" t="t"/>
            <a:pathLst>
              <a:path extrusionOk="0" h="21600" w="21600">
                <a:moveTo>
                  <a:pt x="0" y="0"/>
                </a:moveTo>
                <a:lnTo>
                  <a:pt x="5557" y="21600"/>
                </a:lnTo>
                <a:lnTo>
                  <a:pt x="21600" y="21600"/>
                </a:lnTo>
                <a:lnTo>
                  <a:pt x="21600" y="0"/>
                </a:lnTo>
                <a:lnTo>
                  <a:pt x="0" y="0"/>
                </a:lnTo>
                <a:close/>
              </a:path>
            </a:pathLst>
          </a:cu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82" name="Shape 82"/>
        <p:cNvGrpSpPr/>
        <p:nvPr/>
      </p:nvGrpSpPr>
      <p:grpSpPr>
        <a:xfrm>
          <a:off x="0" y="0"/>
          <a:ext cx="0" cy="0"/>
          <a:chOff x="0" y="0"/>
          <a:chExt cx="0" cy="0"/>
        </a:xfrm>
      </p:grpSpPr>
      <p:sp>
        <p:nvSpPr>
          <p:cNvPr id="83" name="Google Shape;83;p4"/>
          <p:cNvSpPr/>
          <p:nvPr/>
        </p:nvSpPr>
        <p:spPr>
          <a:xfrm>
            <a:off x="659754" y="598989"/>
            <a:ext cx="3368100" cy="5660100"/>
          </a:xfrm>
          <a:prstGeom prst="roundRect">
            <a:avLst>
              <a:gd fmla="val 3265" name="adj"/>
            </a:avLst>
          </a:prstGeom>
          <a:solidFill>
            <a:srgbClr val="FFFFFF"/>
          </a:solidFill>
          <a:ln cap="flat" cmpd="sng" w="12700">
            <a:solidFill>
              <a:srgbClr val="D0CECE"/>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 name="Google Shape;84;p4"/>
          <p:cNvSpPr/>
          <p:nvPr/>
        </p:nvSpPr>
        <p:spPr>
          <a:xfrm>
            <a:off x="4411883" y="598989"/>
            <a:ext cx="3368100" cy="5660100"/>
          </a:xfrm>
          <a:prstGeom prst="roundRect">
            <a:avLst>
              <a:gd fmla="val 3265" name="adj"/>
            </a:avLst>
          </a:prstGeom>
          <a:solidFill>
            <a:srgbClr val="FFFFFF"/>
          </a:solidFill>
          <a:ln cap="flat" cmpd="sng" w="12700">
            <a:solidFill>
              <a:srgbClr val="D0CECE"/>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 name="Google Shape;85;p4"/>
          <p:cNvSpPr/>
          <p:nvPr/>
        </p:nvSpPr>
        <p:spPr>
          <a:xfrm>
            <a:off x="8164010" y="598989"/>
            <a:ext cx="3368100" cy="5660100"/>
          </a:xfrm>
          <a:prstGeom prst="roundRect">
            <a:avLst>
              <a:gd fmla="val 3265" name="adj"/>
            </a:avLst>
          </a:prstGeom>
          <a:solidFill>
            <a:srgbClr val="FFFFFF"/>
          </a:solidFill>
          <a:ln cap="flat" cmpd="sng" w="12700">
            <a:solidFill>
              <a:srgbClr val="D0CECE"/>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 name="Google Shape;86;p4"/>
          <p:cNvSpPr txBox="1"/>
          <p:nvPr/>
        </p:nvSpPr>
        <p:spPr>
          <a:xfrm>
            <a:off x="780228" y="2713663"/>
            <a:ext cx="3127200" cy="5232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FF0000"/>
              </a:buClr>
              <a:buSzPts val="2800"/>
              <a:buFont typeface="Poppins"/>
              <a:buNone/>
            </a:pPr>
            <a:r>
              <a:rPr b="1" i="0" lang="en-US" sz="2800" u="none" cap="none" strike="noStrike">
                <a:solidFill>
                  <a:srgbClr val="FF0000"/>
                </a:solidFill>
                <a:latin typeface="Poppins"/>
                <a:ea typeface="Poppins"/>
                <a:cs typeface="Poppins"/>
                <a:sym typeface="Poppins"/>
              </a:rPr>
              <a:t>VAI NO DETALHE</a:t>
            </a:r>
            <a:endParaRPr b="0" i="0" sz="1400" u="none" cap="none" strike="noStrike">
              <a:solidFill>
                <a:srgbClr val="000000"/>
              </a:solidFill>
              <a:latin typeface="Arial"/>
              <a:ea typeface="Arial"/>
              <a:cs typeface="Arial"/>
              <a:sym typeface="Arial"/>
            </a:endParaRPr>
          </a:p>
        </p:txBody>
      </p:sp>
      <p:sp>
        <p:nvSpPr>
          <p:cNvPr id="87" name="Google Shape;87;p4"/>
          <p:cNvSpPr txBox="1"/>
          <p:nvPr/>
        </p:nvSpPr>
        <p:spPr>
          <a:xfrm>
            <a:off x="4532355" y="2713663"/>
            <a:ext cx="3127200" cy="5232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FF0000"/>
              </a:buClr>
              <a:buSzPts val="2800"/>
              <a:buFont typeface="Poppins"/>
              <a:buNone/>
            </a:pPr>
            <a:r>
              <a:rPr b="1" i="0" lang="en-US" sz="2800" u="none" cap="none" strike="noStrike">
                <a:solidFill>
                  <a:srgbClr val="FF0000"/>
                </a:solidFill>
                <a:latin typeface="Poppins"/>
                <a:ea typeface="Poppins"/>
                <a:cs typeface="Poppins"/>
                <a:sym typeface="Poppins"/>
              </a:rPr>
              <a:t>JOGA BONITO</a:t>
            </a:r>
            <a:endParaRPr b="0" i="0" sz="1400" u="none" cap="none" strike="noStrike">
              <a:solidFill>
                <a:srgbClr val="000000"/>
              </a:solidFill>
              <a:latin typeface="Arial"/>
              <a:ea typeface="Arial"/>
              <a:cs typeface="Arial"/>
              <a:sym typeface="Arial"/>
            </a:endParaRPr>
          </a:p>
        </p:txBody>
      </p:sp>
      <p:sp>
        <p:nvSpPr>
          <p:cNvPr id="88" name="Google Shape;88;p4"/>
          <p:cNvSpPr txBox="1"/>
          <p:nvPr/>
        </p:nvSpPr>
        <p:spPr>
          <a:xfrm>
            <a:off x="8284481" y="2713663"/>
            <a:ext cx="3127200" cy="5232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FF0000"/>
              </a:buClr>
              <a:buSzPts val="2800"/>
              <a:buFont typeface="Poppins"/>
              <a:buNone/>
            </a:pPr>
            <a:r>
              <a:rPr b="1" i="0" lang="en-US" sz="2800" u="none" cap="none" strike="noStrike">
                <a:solidFill>
                  <a:srgbClr val="FF0000"/>
                </a:solidFill>
                <a:latin typeface="Poppins"/>
                <a:ea typeface="Poppins"/>
                <a:cs typeface="Poppins"/>
                <a:sym typeface="Poppins"/>
              </a:rPr>
              <a:t>FAZ ACONTECER</a:t>
            </a:r>
            <a:endParaRPr b="0" i="0" sz="1400" u="none" cap="none" strike="noStrike">
              <a:solidFill>
                <a:srgbClr val="000000"/>
              </a:solidFill>
              <a:latin typeface="Arial"/>
              <a:ea typeface="Arial"/>
              <a:cs typeface="Arial"/>
              <a:sym typeface="Arial"/>
            </a:endParaRPr>
          </a:p>
        </p:txBody>
      </p:sp>
      <p:sp>
        <p:nvSpPr>
          <p:cNvPr id="89" name="Google Shape;89;p4"/>
          <p:cNvSpPr txBox="1"/>
          <p:nvPr/>
        </p:nvSpPr>
        <p:spPr>
          <a:xfrm>
            <a:off x="964220" y="3721546"/>
            <a:ext cx="2763300" cy="18186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595959"/>
              </a:buClr>
              <a:buSzPts val="1400"/>
              <a:buFont typeface="Poppins"/>
              <a:buNone/>
            </a:pPr>
            <a:r>
              <a:rPr b="0" i="0" lang="en-US" sz="1400" u="none" cap="none" strike="noStrike">
                <a:solidFill>
                  <a:srgbClr val="595959"/>
                </a:solidFill>
                <a:latin typeface="Poppins"/>
                <a:ea typeface="Poppins"/>
                <a:cs typeface="Poppins"/>
                <a:sym typeface="Poppins"/>
              </a:rPr>
              <a:t>Pra gente, todo detalhe importa. Desde o entendimento profundo do local e das condições onde o piso será instalado ao olhar rigoroso para cada especificação técnica. Levamos nossa experiência e tecnologia para tudo que falamos.</a:t>
            </a:r>
            <a:endParaRPr b="0" i="0" sz="1400" u="none" cap="none" strike="noStrike">
              <a:solidFill>
                <a:srgbClr val="000000"/>
              </a:solidFill>
              <a:latin typeface="Arial"/>
              <a:ea typeface="Arial"/>
              <a:cs typeface="Arial"/>
              <a:sym typeface="Arial"/>
            </a:endParaRPr>
          </a:p>
        </p:txBody>
      </p:sp>
      <p:sp>
        <p:nvSpPr>
          <p:cNvPr id="90" name="Google Shape;90;p4"/>
          <p:cNvSpPr txBox="1"/>
          <p:nvPr/>
        </p:nvSpPr>
        <p:spPr>
          <a:xfrm>
            <a:off x="4675592" y="3721546"/>
            <a:ext cx="2802300" cy="18186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595959"/>
              </a:buClr>
              <a:buSzPts val="1400"/>
              <a:buFont typeface="Poppins"/>
              <a:buNone/>
            </a:pPr>
            <a:r>
              <a:rPr b="0" i="0" lang="en-US" sz="1400" u="none" cap="none" strike="noStrike">
                <a:solidFill>
                  <a:srgbClr val="595959"/>
                </a:solidFill>
                <a:latin typeface="Poppins"/>
                <a:ea typeface="Poppins"/>
                <a:cs typeface="Poppins"/>
                <a:sym typeface="Poppins"/>
              </a:rPr>
              <a:t>A gente tem um jeito de fazer único, que nasce do nosso olhar cuidadoso, do nosso apuro estético e da nossa vivência em diferentes tipos de projetos. Quem joga em um piso nosso sabe que ele foi feito pensando em quem usa.</a:t>
            </a:r>
            <a:endParaRPr b="0" i="0" sz="1400" u="none" cap="none" strike="noStrike">
              <a:solidFill>
                <a:srgbClr val="000000"/>
              </a:solidFill>
              <a:latin typeface="Arial"/>
              <a:ea typeface="Arial"/>
              <a:cs typeface="Arial"/>
              <a:sym typeface="Arial"/>
            </a:endParaRPr>
          </a:p>
        </p:txBody>
      </p:sp>
      <p:sp>
        <p:nvSpPr>
          <p:cNvPr id="91" name="Google Shape;91;p4"/>
          <p:cNvSpPr txBox="1"/>
          <p:nvPr/>
        </p:nvSpPr>
        <p:spPr>
          <a:xfrm>
            <a:off x="8468469" y="3721544"/>
            <a:ext cx="2759400" cy="18186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595959"/>
              </a:buClr>
              <a:buSzPts val="1400"/>
              <a:buFont typeface="Poppins"/>
              <a:buNone/>
            </a:pPr>
            <a:r>
              <a:rPr b="0" i="0" lang="en-US" sz="1400" u="none" cap="none" strike="noStrike">
                <a:solidFill>
                  <a:srgbClr val="595959"/>
                </a:solidFill>
                <a:latin typeface="Poppins"/>
                <a:ea typeface="Poppins"/>
                <a:cs typeface="Poppins"/>
                <a:sym typeface="Poppins"/>
              </a:rPr>
              <a:t>Nossa história está aí para provar: somos capazes de realizar projetos de diferentes complexidades com qualidade, segurança e ritmo. Encaramos todos os desafios porque temos conhecimento para torná-los possíveis.</a:t>
            </a:r>
            <a:endParaRPr b="0" i="0" sz="1400" u="none" cap="none" strike="noStrike">
              <a:solidFill>
                <a:srgbClr val="000000"/>
              </a:solidFill>
              <a:latin typeface="Arial"/>
              <a:ea typeface="Arial"/>
              <a:cs typeface="Arial"/>
              <a:sym typeface="Arial"/>
            </a:endParaRPr>
          </a:p>
        </p:txBody>
      </p:sp>
      <p:pic>
        <p:nvPicPr>
          <p:cNvPr descr="Picture 45" id="92" name="Google Shape;92;p4"/>
          <p:cNvPicPr preferRelativeResize="0"/>
          <p:nvPr/>
        </p:nvPicPr>
        <p:blipFill rotWithShape="1">
          <a:blip r:embed="rId3">
            <a:alphaModFix/>
          </a:blip>
          <a:srcRect b="0" l="0" r="0" t="0"/>
          <a:stretch/>
        </p:blipFill>
        <p:spPr>
          <a:xfrm rot="-3600001">
            <a:off x="1525582" y="-50953"/>
            <a:ext cx="2726738" cy="1712548"/>
          </a:xfrm>
          <a:prstGeom prst="rect">
            <a:avLst/>
          </a:prstGeom>
          <a:noFill/>
          <a:ln>
            <a:noFill/>
          </a:ln>
        </p:spPr>
      </p:pic>
      <p:pic>
        <p:nvPicPr>
          <p:cNvPr descr="Picture 47" id="93" name="Google Shape;93;p4"/>
          <p:cNvPicPr preferRelativeResize="0"/>
          <p:nvPr/>
        </p:nvPicPr>
        <p:blipFill rotWithShape="1">
          <a:blip r:embed="rId4">
            <a:alphaModFix/>
          </a:blip>
          <a:srcRect b="0" l="0" r="0" t="0"/>
          <a:stretch/>
        </p:blipFill>
        <p:spPr>
          <a:xfrm rot="1800001">
            <a:off x="9803330" y="-56275"/>
            <a:ext cx="1682382" cy="2322811"/>
          </a:xfrm>
          <a:prstGeom prst="rect">
            <a:avLst/>
          </a:prstGeom>
          <a:noFill/>
          <a:ln>
            <a:noFill/>
          </a:ln>
        </p:spPr>
      </p:pic>
      <p:pic>
        <p:nvPicPr>
          <p:cNvPr descr="Picture 49" id="94" name="Google Shape;94;p4"/>
          <p:cNvPicPr preferRelativeResize="0"/>
          <p:nvPr/>
        </p:nvPicPr>
        <p:blipFill rotWithShape="1">
          <a:blip r:embed="rId5">
            <a:alphaModFix/>
          </a:blip>
          <a:srcRect b="0" l="0" r="0" t="0"/>
          <a:stretch/>
        </p:blipFill>
        <p:spPr>
          <a:xfrm rot="-3600002">
            <a:off x="5505683" y="86807"/>
            <a:ext cx="2632514" cy="1720446"/>
          </a:xfrm>
          <a:prstGeom prst="rect">
            <a:avLst/>
          </a:prstGeom>
          <a:noFill/>
          <a:ln>
            <a:noFill/>
          </a:ln>
        </p:spPr>
      </p:pic>
      <p:sp>
        <p:nvSpPr>
          <p:cNvPr id="95" name="Google Shape;95;p4"/>
          <p:cNvSpPr/>
          <p:nvPr/>
        </p:nvSpPr>
        <p:spPr>
          <a:xfrm>
            <a:off x="668642" y="0"/>
            <a:ext cx="11457600" cy="599100"/>
          </a:xfrm>
          <a:prstGeom prst="rect">
            <a:avLst/>
          </a:prstGeom>
          <a:solidFill>
            <a:srgbClr val="FF0000"/>
          </a:solidFill>
          <a:ln cap="flat" cmpd="sng" w="12700">
            <a:solidFill>
              <a:srgbClr val="FF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 name="Google Shape;96;p4"/>
          <p:cNvSpPr/>
          <p:nvPr/>
        </p:nvSpPr>
        <p:spPr>
          <a:xfrm rot="5400000">
            <a:off x="2287745" y="1922620"/>
            <a:ext cx="3735600" cy="205500"/>
          </a:xfrm>
          <a:prstGeom prst="rect">
            <a:avLst/>
          </a:prstGeom>
          <a:solidFill>
            <a:srgbClr val="FF0000"/>
          </a:solidFill>
          <a:ln cap="flat" cmpd="sng" w="12700">
            <a:solidFill>
              <a:srgbClr val="FF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 name="Google Shape;97;p4"/>
          <p:cNvSpPr/>
          <p:nvPr/>
        </p:nvSpPr>
        <p:spPr>
          <a:xfrm rot="5400000">
            <a:off x="6036084" y="1922619"/>
            <a:ext cx="3735600" cy="205500"/>
          </a:xfrm>
          <a:prstGeom prst="rect">
            <a:avLst/>
          </a:prstGeom>
          <a:solidFill>
            <a:srgbClr val="FF0000"/>
          </a:solidFill>
          <a:ln cap="flat" cmpd="sng" w="12700">
            <a:solidFill>
              <a:srgbClr val="FF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 name="Google Shape;98;p4"/>
          <p:cNvSpPr/>
          <p:nvPr/>
        </p:nvSpPr>
        <p:spPr>
          <a:xfrm rot="5400000">
            <a:off x="9883416" y="1797940"/>
            <a:ext cx="3735600" cy="405000"/>
          </a:xfrm>
          <a:prstGeom prst="rect">
            <a:avLst/>
          </a:prstGeom>
          <a:solidFill>
            <a:srgbClr val="FF0000"/>
          </a:solidFill>
          <a:ln cap="flat" cmpd="sng" w="12700">
            <a:solidFill>
              <a:srgbClr val="FF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102" name="Shape 102"/>
        <p:cNvGrpSpPr/>
        <p:nvPr/>
      </p:nvGrpSpPr>
      <p:grpSpPr>
        <a:xfrm>
          <a:off x="0" y="0"/>
          <a:ext cx="0" cy="0"/>
          <a:chOff x="0" y="0"/>
          <a:chExt cx="0" cy="0"/>
        </a:xfrm>
      </p:grpSpPr>
      <p:sp>
        <p:nvSpPr>
          <p:cNvPr id="103" name="Google Shape;103;p5"/>
          <p:cNvSpPr txBox="1"/>
          <p:nvPr/>
        </p:nvSpPr>
        <p:spPr>
          <a:xfrm>
            <a:off x="669787" y="2905779"/>
            <a:ext cx="4608000" cy="523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FFFFFF"/>
              </a:buClr>
              <a:buSzPts val="2800"/>
              <a:buFont typeface="Poppins"/>
              <a:buNone/>
            </a:pPr>
            <a:r>
              <a:rPr b="1" i="0" lang="en-US" sz="2800" u="none" cap="none" strike="noStrike">
                <a:solidFill>
                  <a:srgbClr val="FFFFFF"/>
                </a:solidFill>
                <a:latin typeface="Poppins"/>
                <a:ea typeface="Poppins"/>
                <a:cs typeface="Poppins"/>
                <a:sym typeface="Poppins"/>
              </a:rPr>
              <a:t>Quem joga com a gente.</a:t>
            </a:r>
            <a:endParaRPr b="0" i="0" sz="1400" u="none" cap="none" strike="noStrike">
              <a:solidFill>
                <a:srgbClr val="000000"/>
              </a:solidFill>
              <a:latin typeface="Arial"/>
              <a:ea typeface="Arial"/>
              <a:cs typeface="Arial"/>
              <a:sym typeface="Arial"/>
            </a:endParaRPr>
          </a:p>
        </p:txBody>
      </p:sp>
      <p:sp>
        <p:nvSpPr>
          <p:cNvPr id="104" name="Google Shape;104;p5"/>
          <p:cNvSpPr txBox="1"/>
          <p:nvPr>
            <p:ph idx="4294967295" type="sldNum"/>
          </p:nvPr>
        </p:nvSpPr>
        <p:spPr>
          <a:xfrm>
            <a:off x="11172417" y="6414759"/>
            <a:ext cx="181500" cy="248400"/>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
        <p:nvSpPr>
          <p:cNvPr id="105" name="Google Shape;105;p5"/>
          <p:cNvSpPr/>
          <p:nvPr/>
        </p:nvSpPr>
        <p:spPr>
          <a:xfrm>
            <a:off x="624068" y="5860753"/>
            <a:ext cx="2125062" cy="513378"/>
          </a:xfrm>
          <a:custGeom>
            <a:rect b="b" l="l" r="r" t="t"/>
            <a:pathLst>
              <a:path extrusionOk="0" h="21600" w="21600">
                <a:moveTo>
                  <a:pt x="148" y="1490"/>
                </a:moveTo>
                <a:lnTo>
                  <a:pt x="72" y="2950"/>
                </a:lnTo>
                <a:lnTo>
                  <a:pt x="22" y="4424"/>
                </a:lnTo>
                <a:lnTo>
                  <a:pt x="0" y="5914"/>
                </a:lnTo>
                <a:lnTo>
                  <a:pt x="0" y="7404"/>
                </a:lnTo>
                <a:lnTo>
                  <a:pt x="25" y="8893"/>
                </a:lnTo>
                <a:lnTo>
                  <a:pt x="76" y="10368"/>
                </a:lnTo>
                <a:lnTo>
                  <a:pt x="151" y="11828"/>
                </a:lnTo>
                <a:lnTo>
                  <a:pt x="248" y="13258"/>
                </a:lnTo>
                <a:lnTo>
                  <a:pt x="345" y="11828"/>
                </a:lnTo>
                <a:lnTo>
                  <a:pt x="417" y="10368"/>
                </a:lnTo>
                <a:lnTo>
                  <a:pt x="468" y="8893"/>
                </a:lnTo>
                <a:lnTo>
                  <a:pt x="493" y="7404"/>
                </a:lnTo>
                <a:lnTo>
                  <a:pt x="493" y="5914"/>
                </a:lnTo>
                <a:lnTo>
                  <a:pt x="468" y="4439"/>
                </a:lnTo>
                <a:lnTo>
                  <a:pt x="417" y="2964"/>
                </a:lnTo>
                <a:lnTo>
                  <a:pt x="345" y="1505"/>
                </a:lnTo>
                <a:lnTo>
                  <a:pt x="245" y="60"/>
                </a:lnTo>
                <a:lnTo>
                  <a:pt x="148" y="1490"/>
                </a:lnTo>
                <a:close/>
                <a:moveTo>
                  <a:pt x="788" y="1490"/>
                </a:moveTo>
                <a:lnTo>
                  <a:pt x="713" y="2950"/>
                </a:lnTo>
                <a:lnTo>
                  <a:pt x="662" y="4424"/>
                </a:lnTo>
                <a:lnTo>
                  <a:pt x="637" y="5899"/>
                </a:lnTo>
                <a:lnTo>
                  <a:pt x="637" y="7389"/>
                </a:lnTo>
                <a:lnTo>
                  <a:pt x="662" y="8878"/>
                </a:lnTo>
                <a:lnTo>
                  <a:pt x="713" y="10353"/>
                </a:lnTo>
                <a:lnTo>
                  <a:pt x="788" y="11813"/>
                </a:lnTo>
                <a:lnTo>
                  <a:pt x="885" y="13243"/>
                </a:lnTo>
                <a:lnTo>
                  <a:pt x="982" y="11813"/>
                </a:lnTo>
                <a:lnTo>
                  <a:pt x="1054" y="10353"/>
                </a:lnTo>
                <a:lnTo>
                  <a:pt x="1105" y="8878"/>
                </a:lnTo>
                <a:lnTo>
                  <a:pt x="1130" y="7389"/>
                </a:lnTo>
                <a:lnTo>
                  <a:pt x="1130" y="5914"/>
                </a:lnTo>
                <a:lnTo>
                  <a:pt x="1105" y="4439"/>
                </a:lnTo>
                <a:lnTo>
                  <a:pt x="1054" y="2964"/>
                </a:lnTo>
                <a:lnTo>
                  <a:pt x="982" y="1505"/>
                </a:lnTo>
                <a:lnTo>
                  <a:pt x="885" y="60"/>
                </a:lnTo>
                <a:lnTo>
                  <a:pt x="788" y="1490"/>
                </a:lnTo>
                <a:close/>
                <a:moveTo>
                  <a:pt x="1422" y="1490"/>
                </a:moveTo>
                <a:lnTo>
                  <a:pt x="1350" y="2950"/>
                </a:lnTo>
                <a:lnTo>
                  <a:pt x="1299" y="4424"/>
                </a:lnTo>
                <a:lnTo>
                  <a:pt x="1274" y="5899"/>
                </a:lnTo>
                <a:lnTo>
                  <a:pt x="1274" y="7389"/>
                </a:lnTo>
                <a:lnTo>
                  <a:pt x="1299" y="8878"/>
                </a:lnTo>
                <a:lnTo>
                  <a:pt x="1350" y="10353"/>
                </a:lnTo>
                <a:lnTo>
                  <a:pt x="1422" y="11813"/>
                </a:lnTo>
                <a:lnTo>
                  <a:pt x="1519" y="13243"/>
                </a:lnTo>
                <a:lnTo>
                  <a:pt x="1616" y="11813"/>
                </a:lnTo>
                <a:lnTo>
                  <a:pt x="1691" y="10353"/>
                </a:lnTo>
                <a:lnTo>
                  <a:pt x="1742" y="8878"/>
                </a:lnTo>
                <a:lnTo>
                  <a:pt x="1767" y="7389"/>
                </a:lnTo>
                <a:lnTo>
                  <a:pt x="1767" y="5914"/>
                </a:lnTo>
                <a:lnTo>
                  <a:pt x="1742" y="4439"/>
                </a:lnTo>
                <a:lnTo>
                  <a:pt x="1691" y="2964"/>
                </a:lnTo>
                <a:lnTo>
                  <a:pt x="1616" y="1505"/>
                </a:lnTo>
                <a:lnTo>
                  <a:pt x="1522" y="60"/>
                </a:lnTo>
                <a:lnTo>
                  <a:pt x="1422" y="1490"/>
                </a:lnTo>
                <a:close/>
                <a:moveTo>
                  <a:pt x="2062" y="1490"/>
                </a:moveTo>
                <a:lnTo>
                  <a:pt x="1990" y="2950"/>
                </a:lnTo>
                <a:lnTo>
                  <a:pt x="1940" y="4424"/>
                </a:lnTo>
                <a:lnTo>
                  <a:pt x="1915" y="5899"/>
                </a:lnTo>
                <a:lnTo>
                  <a:pt x="1915" y="7389"/>
                </a:lnTo>
                <a:lnTo>
                  <a:pt x="1940" y="8878"/>
                </a:lnTo>
                <a:lnTo>
                  <a:pt x="1990" y="10353"/>
                </a:lnTo>
                <a:lnTo>
                  <a:pt x="2062" y="11813"/>
                </a:lnTo>
                <a:lnTo>
                  <a:pt x="2159" y="13243"/>
                </a:lnTo>
                <a:lnTo>
                  <a:pt x="2256" y="11813"/>
                </a:lnTo>
                <a:lnTo>
                  <a:pt x="2332" y="10353"/>
                </a:lnTo>
                <a:lnTo>
                  <a:pt x="2382" y="8878"/>
                </a:lnTo>
                <a:lnTo>
                  <a:pt x="2408" y="7389"/>
                </a:lnTo>
                <a:lnTo>
                  <a:pt x="2408" y="5914"/>
                </a:lnTo>
                <a:lnTo>
                  <a:pt x="2382" y="4439"/>
                </a:lnTo>
                <a:lnTo>
                  <a:pt x="2332" y="2964"/>
                </a:lnTo>
                <a:lnTo>
                  <a:pt x="2256" y="1505"/>
                </a:lnTo>
                <a:lnTo>
                  <a:pt x="2159" y="60"/>
                </a:lnTo>
                <a:lnTo>
                  <a:pt x="2062" y="1490"/>
                </a:lnTo>
                <a:close/>
                <a:moveTo>
                  <a:pt x="2703" y="1490"/>
                </a:moveTo>
                <a:lnTo>
                  <a:pt x="2627" y="2950"/>
                </a:lnTo>
                <a:lnTo>
                  <a:pt x="2577" y="4424"/>
                </a:lnTo>
                <a:lnTo>
                  <a:pt x="2552" y="5899"/>
                </a:lnTo>
                <a:lnTo>
                  <a:pt x="2552" y="7389"/>
                </a:lnTo>
                <a:lnTo>
                  <a:pt x="2577" y="8878"/>
                </a:lnTo>
                <a:lnTo>
                  <a:pt x="2627" y="10353"/>
                </a:lnTo>
                <a:lnTo>
                  <a:pt x="2703" y="11813"/>
                </a:lnTo>
                <a:lnTo>
                  <a:pt x="2800" y="13243"/>
                </a:lnTo>
                <a:lnTo>
                  <a:pt x="2897" y="11813"/>
                </a:lnTo>
                <a:lnTo>
                  <a:pt x="2973" y="10353"/>
                </a:lnTo>
                <a:lnTo>
                  <a:pt x="3023" y="8878"/>
                </a:lnTo>
                <a:lnTo>
                  <a:pt x="3048" y="7389"/>
                </a:lnTo>
                <a:lnTo>
                  <a:pt x="3048" y="5914"/>
                </a:lnTo>
                <a:lnTo>
                  <a:pt x="3023" y="4439"/>
                </a:lnTo>
                <a:lnTo>
                  <a:pt x="2973" y="2964"/>
                </a:lnTo>
                <a:lnTo>
                  <a:pt x="2897" y="1490"/>
                </a:lnTo>
                <a:lnTo>
                  <a:pt x="2800" y="60"/>
                </a:lnTo>
                <a:lnTo>
                  <a:pt x="2703" y="1490"/>
                </a:lnTo>
                <a:close/>
                <a:moveTo>
                  <a:pt x="6183" y="60"/>
                </a:moveTo>
                <a:lnTo>
                  <a:pt x="5783" y="7284"/>
                </a:lnTo>
                <a:lnTo>
                  <a:pt x="5384" y="60"/>
                </a:lnTo>
                <a:lnTo>
                  <a:pt x="3642" y="60"/>
                </a:lnTo>
                <a:lnTo>
                  <a:pt x="3642" y="13303"/>
                </a:lnTo>
                <a:lnTo>
                  <a:pt x="4610" y="13303"/>
                </a:lnTo>
                <a:lnTo>
                  <a:pt x="4610" y="4007"/>
                </a:lnTo>
                <a:lnTo>
                  <a:pt x="5251" y="13303"/>
                </a:lnTo>
                <a:lnTo>
                  <a:pt x="6316" y="13303"/>
                </a:lnTo>
                <a:lnTo>
                  <a:pt x="6956" y="4007"/>
                </a:lnTo>
                <a:lnTo>
                  <a:pt x="6956" y="13303"/>
                </a:lnTo>
                <a:lnTo>
                  <a:pt x="7925" y="13303"/>
                </a:lnTo>
                <a:lnTo>
                  <a:pt x="7925" y="60"/>
                </a:lnTo>
                <a:lnTo>
                  <a:pt x="6183" y="60"/>
                </a:lnTo>
                <a:close/>
                <a:moveTo>
                  <a:pt x="9738" y="10651"/>
                </a:moveTo>
                <a:lnTo>
                  <a:pt x="9666" y="10532"/>
                </a:lnTo>
                <a:lnTo>
                  <a:pt x="9605" y="10338"/>
                </a:lnTo>
                <a:lnTo>
                  <a:pt x="9558" y="10085"/>
                </a:lnTo>
                <a:lnTo>
                  <a:pt x="9530" y="9787"/>
                </a:lnTo>
                <a:lnTo>
                  <a:pt x="9519" y="9474"/>
                </a:lnTo>
                <a:lnTo>
                  <a:pt x="9519" y="3858"/>
                </a:lnTo>
                <a:lnTo>
                  <a:pt x="9530" y="3545"/>
                </a:lnTo>
                <a:lnTo>
                  <a:pt x="9558" y="3262"/>
                </a:lnTo>
                <a:lnTo>
                  <a:pt x="9605" y="3009"/>
                </a:lnTo>
                <a:lnTo>
                  <a:pt x="9666" y="2815"/>
                </a:lnTo>
                <a:lnTo>
                  <a:pt x="9738" y="2696"/>
                </a:lnTo>
                <a:lnTo>
                  <a:pt x="9814" y="2652"/>
                </a:lnTo>
                <a:lnTo>
                  <a:pt x="9890" y="2696"/>
                </a:lnTo>
                <a:lnTo>
                  <a:pt x="9961" y="2815"/>
                </a:lnTo>
                <a:lnTo>
                  <a:pt x="10023" y="3009"/>
                </a:lnTo>
                <a:lnTo>
                  <a:pt x="10069" y="3262"/>
                </a:lnTo>
                <a:lnTo>
                  <a:pt x="10098" y="3545"/>
                </a:lnTo>
                <a:lnTo>
                  <a:pt x="10109" y="3858"/>
                </a:lnTo>
                <a:lnTo>
                  <a:pt x="10109" y="9489"/>
                </a:lnTo>
                <a:lnTo>
                  <a:pt x="10098" y="9802"/>
                </a:lnTo>
                <a:lnTo>
                  <a:pt x="10069" y="10100"/>
                </a:lnTo>
                <a:lnTo>
                  <a:pt x="10023" y="10353"/>
                </a:lnTo>
                <a:lnTo>
                  <a:pt x="9961" y="10547"/>
                </a:lnTo>
                <a:lnTo>
                  <a:pt x="9890" y="10666"/>
                </a:lnTo>
                <a:lnTo>
                  <a:pt x="9814" y="10711"/>
                </a:lnTo>
                <a:lnTo>
                  <a:pt x="9738" y="10651"/>
                </a:lnTo>
                <a:close/>
                <a:moveTo>
                  <a:pt x="9522" y="60"/>
                </a:moveTo>
                <a:lnTo>
                  <a:pt x="9357" y="104"/>
                </a:lnTo>
                <a:lnTo>
                  <a:pt x="9195" y="253"/>
                </a:lnTo>
                <a:lnTo>
                  <a:pt x="9037" y="492"/>
                </a:lnTo>
                <a:lnTo>
                  <a:pt x="8889" y="819"/>
                </a:lnTo>
                <a:lnTo>
                  <a:pt x="8756" y="1236"/>
                </a:lnTo>
                <a:lnTo>
                  <a:pt x="8637" y="1728"/>
                </a:lnTo>
                <a:lnTo>
                  <a:pt x="8536" y="2279"/>
                </a:lnTo>
                <a:lnTo>
                  <a:pt x="8457" y="2890"/>
                </a:lnTo>
                <a:lnTo>
                  <a:pt x="8400" y="3530"/>
                </a:lnTo>
                <a:lnTo>
                  <a:pt x="8364" y="4216"/>
                </a:lnTo>
                <a:lnTo>
                  <a:pt x="8353" y="4901"/>
                </a:lnTo>
                <a:lnTo>
                  <a:pt x="8353" y="8476"/>
                </a:lnTo>
                <a:lnTo>
                  <a:pt x="8364" y="9161"/>
                </a:lnTo>
                <a:lnTo>
                  <a:pt x="8400" y="9832"/>
                </a:lnTo>
                <a:lnTo>
                  <a:pt x="8457" y="10487"/>
                </a:lnTo>
                <a:lnTo>
                  <a:pt x="8536" y="11098"/>
                </a:lnTo>
                <a:lnTo>
                  <a:pt x="8637" y="11649"/>
                </a:lnTo>
                <a:lnTo>
                  <a:pt x="8756" y="12141"/>
                </a:lnTo>
                <a:lnTo>
                  <a:pt x="8889" y="12558"/>
                </a:lnTo>
                <a:lnTo>
                  <a:pt x="9037" y="12886"/>
                </a:lnTo>
                <a:lnTo>
                  <a:pt x="9195" y="13124"/>
                </a:lnTo>
                <a:lnTo>
                  <a:pt x="9357" y="13273"/>
                </a:lnTo>
                <a:lnTo>
                  <a:pt x="9522" y="13318"/>
                </a:lnTo>
                <a:lnTo>
                  <a:pt x="10102" y="13318"/>
                </a:lnTo>
                <a:lnTo>
                  <a:pt x="10267" y="13273"/>
                </a:lnTo>
                <a:lnTo>
                  <a:pt x="10433" y="13124"/>
                </a:lnTo>
                <a:lnTo>
                  <a:pt x="10588" y="12886"/>
                </a:lnTo>
                <a:lnTo>
                  <a:pt x="10735" y="12558"/>
                </a:lnTo>
                <a:lnTo>
                  <a:pt x="10868" y="12141"/>
                </a:lnTo>
                <a:lnTo>
                  <a:pt x="10987" y="11649"/>
                </a:lnTo>
                <a:lnTo>
                  <a:pt x="11088" y="11098"/>
                </a:lnTo>
                <a:lnTo>
                  <a:pt x="11167" y="10487"/>
                </a:lnTo>
                <a:lnTo>
                  <a:pt x="11225" y="9832"/>
                </a:lnTo>
                <a:lnTo>
                  <a:pt x="11261" y="9161"/>
                </a:lnTo>
                <a:lnTo>
                  <a:pt x="11271" y="8476"/>
                </a:lnTo>
                <a:lnTo>
                  <a:pt x="11271" y="4871"/>
                </a:lnTo>
                <a:lnTo>
                  <a:pt x="11261" y="4186"/>
                </a:lnTo>
                <a:lnTo>
                  <a:pt x="11225" y="3501"/>
                </a:lnTo>
                <a:lnTo>
                  <a:pt x="11167" y="2860"/>
                </a:lnTo>
                <a:lnTo>
                  <a:pt x="11088" y="2249"/>
                </a:lnTo>
                <a:lnTo>
                  <a:pt x="10987" y="1698"/>
                </a:lnTo>
                <a:lnTo>
                  <a:pt x="10868" y="1207"/>
                </a:lnTo>
                <a:lnTo>
                  <a:pt x="10735" y="790"/>
                </a:lnTo>
                <a:lnTo>
                  <a:pt x="10588" y="462"/>
                </a:lnTo>
                <a:lnTo>
                  <a:pt x="10433" y="223"/>
                </a:lnTo>
                <a:lnTo>
                  <a:pt x="10267" y="74"/>
                </a:lnTo>
                <a:lnTo>
                  <a:pt x="10105" y="30"/>
                </a:lnTo>
                <a:lnTo>
                  <a:pt x="9522" y="30"/>
                </a:lnTo>
                <a:close/>
                <a:moveTo>
                  <a:pt x="14032" y="60"/>
                </a:moveTo>
                <a:lnTo>
                  <a:pt x="14032" y="9340"/>
                </a:lnTo>
                <a:lnTo>
                  <a:pt x="13391" y="60"/>
                </a:lnTo>
                <a:lnTo>
                  <a:pt x="11703" y="60"/>
                </a:lnTo>
                <a:lnTo>
                  <a:pt x="11703" y="13303"/>
                </a:lnTo>
                <a:lnTo>
                  <a:pt x="12671" y="13303"/>
                </a:lnTo>
                <a:lnTo>
                  <a:pt x="12671" y="4007"/>
                </a:lnTo>
                <a:lnTo>
                  <a:pt x="13316" y="13303"/>
                </a:lnTo>
                <a:lnTo>
                  <a:pt x="15003" y="13303"/>
                </a:lnTo>
                <a:lnTo>
                  <a:pt x="15003" y="60"/>
                </a:lnTo>
                <a:lnTo>
                  <a:pt x="14032" y="60"/>
                </a:lnTo>
                <a:close/>
                <a:moveTo>
                  <a:pt x="16508" y="2652"/>
                </a:moveTo>
                <a:lnTo>
                  <a:pt x="16796" y="2652"/>
                </a:lnTo>
                <a:lnTo>
                  <a:pt x="16871" y="2696"/>
                </a:lnTo>
                <a:lnTo>
                  <a:pt x="16943" y="2815"/>
                </a:lnTo>
                <a:lnTo>
                  <a:pt x="17004" y="3009"/>
                </a:lnTo>
                <a:lnTo>
                  <a:pt x="17051" y="3262"/>
                </a:lnTo>
                <a:lnTo>
                  <a:pt x="17080" y="3545"/>
                </a:lnTo>
                <a:lnTo>
                  <a:pt x="17091" y="3858"/>
                </a:lnTo>
                <a:lnTo>
                  <a:pt x="17091" y="9489"/>
                </a:lnTo>
                <a:lnTo>
                  <a:pt x="17080" y="9802"/>
                </a:lnTo>
                <a:lnTo>
                  <a:pt x="17051" y="10100"/>
                </a:lnTo>
                <a:lnTo>
                  <a:pt x="17004" y="10353"/>
                </a:lnTo>
                <a:lnTo>
                  <a:pt x="16943" y="10547"/>
                </a:lnTo>
                <a:lnTo>
                  <a:pt x="16871" y="10666"/>
                </a:lnTo>
                <a:lnTo>
                  <a:pt x="16796" y="10711"/>
                </a:lnTo>
                <a:lnTo>
                  <a:pt x="16508" y="10711"/>
                </a:lnTo>
                <a:lnTo>
                  <a:pt x="16508" y="2652"/>
                </a:lnTo>
                <a:close/>
                <a:moveTo>
                  <a:pt x="15442" y="60"/>
                </a:moveTo>
                <a:lnTo>
                  <a:pt x="15442" y="13303"/>
                </a:lnTo>
                <a:lnTo>
                  <a:pt x="17091" y="13303"/>
                </a:lnTo>
                <a:lnTo>
                  <a:pt x="17256" y="13258"/>
                </a:lnTo>
                <a:lnTo>
                  <a:pt x="17418" y="13109"/>
                </a:lnTo>
                <a:lnTo>
                  <a:pt x="17573" y="12871"/>
                </a:lnTo>
                <a:lnTo>
                  <a:pt x="17720" y="12543"/>
                </a:lnTo>
                <a:lnTo>
                  <a:pt x="17854" y="12126"/>
                </a:lnTo>
                <a:lnTo>
                  <a:pt x="17972" y="11634"/>
                </a:lnTo>
                <a:lnTo>
                  <a:pt x="18073" y="11083"/>
                </a:lnTo>
                <a:lnTo>
                  <a:pt x="18152" y="10472"/>
                </a:lnTo>
                <a:lnTo>
                  <a:pt x="18210" y="9817"/>
                </a:lnTo>
                <a:lnTo>
                  <a:pt x="18246" y="9146"/>
                </a:lnTo>
                <a:lnTo>
                  <a:pt x="18257" y="8461"/>
                </a:lnTo>
                <a:lnTo>
                  <a:pt x="18257" y="4841"/>
                </a:lnTo>
                <a:lnTo>
                  <a:pt x="18246" y="4156"/>
                </a:lnTo>
                <a:lnTo>
                  <a:pt x="18210" y="3471"/>
                </a:lnTo>
                <a:lnTo>
                  <a:pt x="18152" y="2830"/>
                </a:lnTo>
                <a:lnTo>
                  <a:pt x="18073" y="2220"/>
                </a:lnTo>
                <a:lnTo>
                  <a:pt x="17972" y="1668"/>
                </a:lnTo>
                <a:lnTo>
                  <a:pt x="17854" y="1177"/>
                </a:lnTo>
                <a:lnTo>
                  <a:pt x="17720" y="760"/>
                </a:lnTo>
                <a:lnTo>
                  <a:pt x="17573" y="432"/>
                </a:lnTo>
                <a:lnTo>
                  <a:pt x="17418" y="194"/>
                </a:lnTo>
                <a:lnTo>
                  <a:pt x="17256" y="45"/>
                </a:lnTo>
                <a:lnTo>
                  <a:pt x="17087" y="0"/>
                </a:lnTo>
                <a:lnTo>
                  <a:pt x="15442" y="0"/>
                </a:lnTo>
                <a:close/>
                <a:moveTo>
                  <a:pt x="20063" y="10651"/>
                </a:moveTo>
                <a:lnTo>
                  <a:pt x="19991" y="10532"/>
                </a:lnTo>
                <a:lnTo>
                  <a:pt x="19930" y="10338"/>
                </a:lnTo>
                <a:lnTo>
                  <a:pt x="19883" y="10085"/>
                </a:lnTo>
                <a:lnTo>
                  <a:pt x="19855" y="9787"/>
                </a:lnTo>
                <a:lnTo>
                  <a:pt x="19844" y="9474"/>
                </a:lnTo>
                <a:lnTo>
                  <a:pt x="19844" y="3858"/>
                </a:lnTo>
                <a:lnTo>
                  <a:pt x="19855" y="3545"/>
                </a:lnTo>
                <a:lnTo>
                  <a:pt x="19883" y="3262"/>
                </a:lnTo>
                <a:lnTo>
                  <a:pt x="19930" y="3009"/>
                </a:lnTo>
                <a:lnTo>
                  <a:pt x="19991" y="2815"/>
                </a:lnTo>
                <a:lnTo>
                  <a:pt x="20063" y="2696"/>
                </a:lnTo>
                <a:lnTo>
                  <a:pt x="20139" y="2652"/>
                </a:lnTo>
                <a:lnTo>
                  <a:pt x="20214" y="2696"/>
                </a:lnTo>
                <a:lnTo>
                  <a:pt x="20286" y="2815"/>
                </a:lnTo>
                <a:lnTo>
                  <a:pt x="20348" y="3009"/>
                </a:lnTo>
                <a:lnTo>
                  <a:pt x="20394" y="3262"/>
                </a:lnTo>
                <a:lnTo>
                  <a:pt x="20423" y="3545"/>
                </a:lnTo>
                <a:lnTo>
                  <a:pt x="20434" y="3858"/>
                </a:lnTo>
                <a:lnTo>
                  <a:pt x="20434" y="9474"/>
                </a:lnTo>
                <a:lnTo>
                  <a:pt x="20423" y="9787"/>
                </a:lnTo>
                <a:lnTo>
                  <a:pt x="20394" y="10085"/>
                </a:lnTo>
                <a:lnTo>
                  <a:pt x="20348" y="10338"/>
                </a:lnTo>
                <a:lnTo>
                  <a:pt x="20286" y="10532"/>
                </a:lnTo>
                <a:lnTo>
                  <a:pt x="20214" y="10651"/>
                </a:lnTo>
                <a:lnTo>
                  <a:pt x="20139" y="10696"/>
                </a:lnTo>
                <a:lnTo>
                  <a:pt x="20063" y="10651"/>
                </a:lnTo>
                <a:close/>
                <a:moveTo>
                  <a:pt x="19851" y="60"/>
                </a:moveTo>
                <a:lnTo>
                  <a:pt x="19685" y="104"/>
                </a:lnTo>
                <a:lnTo>
                  <a:pt x="19523" y="253"/>
                </a:lnTo>
                <a:lnTo>
                  <a:pt x="19365" y="492"/>
                </a:lnTo>
                <a:lnTo>
                  <a:pt x="19218" y="819"/>
                </a:lnTo>
                <a:lnTo>
                  <a:pt x="19084" y="1236"/>
                </a:lnTo>
                <a:lnTo>
                  <a:pt x="18966" y="1728"/>
                </a:lnTo>
                <a:lnTo>
                  <a:pt x="18865" y="2279"/>
                </a:lnTo>
                <a:lnTo>
                  <a:pt x="18786" y="2890"/>
                </a:lnTo>
                <a:lnTo>
                  <a:pt x="18728" y="3530"/>
                </a:lnTo>
                <a:lnTo>
                  <a:pt x="18692" y="4216"/>
                </a:lnTo>
                <a:lnTo>
                  <a:pt x="18681" y="4901"/>
                </a:lnTo>
                <a:lnTo>
                  <a:pt x="18681" y="8476"/>
                </a:lnTo>
                <a:lnTo>
                  <a:pt x="18692" y="9161"/>
                </a:lnTo>
                <a:lnTo>
                  <a:pt x="18728" y="9832"/>
                </a:lnTo>
                <a:lnTo>
                  <a:pt x="18786" y="10487"/>
                </a:lnTo>
                <a:lnTo>
                  <a:pt x="18865" y="11098"/>
                </a:lnTo>
                <a:lnTo>
                  <a:pt x="18966" y="11649"/>
                </a:lnTo>
                <a:lnTo>
                  <a:pt x="19084" y="12141"/>
                </a:lnTo>
                <a:lnTo>
                  <a:pt x="19218" y="12558"/>
                </a:lnTo>
                <a:lnTo>
                  <a:pt x="19365" y="12886"/>
                </a:lnTo>
                <a:lnTo>
                  <a:pt x="19523" y="13124"/>
                </a:lnTo>
                <a:lnTo>
                  <a:pt x="19685" y="13273"/>
                </a:lnTo>
                <a:lnTo>
                  <a:pt x="19851" y="13318"/>
                </a:lnTo>
                <a:lnTo>
                  <a:pt x="20430" y="13318"/>
                </a:lnTo>
                <a:lnTo>
                  <a:pt x="20596" y="13273"/>
                </a:lnTo>
                <a:lnTo>
                  <a:pt x="20761" y="13124"/>
                </a:lnTo>
                <a:lnTo>
                  <a:pt x="20916" y="12886"/>
                </a:lnTo>
                <a:lnTo>
                  <a:pt x="21064" y="12558"/>
                </a:lnTo>
                <a:lnTo>
                  <a:pt x="21197" y="12141"/>
                </a:lnTo>
                <a:lnTo>
                  <a:pt x="21316" y="11649"/>
                </a:lnTo>
                <a:lnTo>
                  <a:pt x="21416" y="11098"/>
                </a:lnTo>
                <a:lnTo>
                  <a:pt x="21496" y="10487"/>
                </a:lnTo>
                <a:lnTo>
                  <a:pt x="21553" y="9832"/>
                </a:lnTo>
                <a:lnTo>
                  <a:pt x="21589" y="9161"/>
                </a:lnTo>
                <a:lnTo>
                  <a:pt x="21600" y="8476"/>
                </a:lnTo>
                <a:lnTo>
                  <a:pt x="21600" y="4871"/>
                </a:lnTo>
                <a:lnTo>
                  <a:pt x="21589" y="4186"/>
                </a:lnTo>
                <a:lnTo>
                  <a:pt x="21553" y="3501"/>
                </a:lnTo>
                <a:lnTo>
                  <a:pt x="21496" y="2860"/>
                </a:lnTo>
                <a:lnTo>
                  <a:pt x="21416" y="2249"/>
                </a:lnTo>
                <a:lnTo>
                  <a:pt x="21316" y="1698"/>
                </a:lnTo>
                <a:lnTo>
                  <a:pt x="21197" y="1207"/>
                </a:lnTo>
                <a:lnTo>
                  <a:pt x="21064" y="790"/>
                </a:lnTo>
                <a:lnTo>
                  <a:pt x="20916" y="462"/>
                </a:lnTo>
                <a:lnTo>
                  <a:pt x="20761" y="223"/>
                </a:lnTo>
                <a:lnTo>
                  <a:pt x="20596" y="74"/>
                </a:lnTo>
                <a:lnTo>
                  <a:pt x="20430" y="30"/>
                </a:lnTo>
                <a:lnTo>
                  <a:pt x="19851" y="30"/>
                </a:lnTo>
                <a:close/>
                <a:moveTo>
                  <a:pt x="374" y="16550"/>
                </a:moveTo>
                <a:cubicBezTo>
                  <a:pt x="558" y="16550"/>
                  <a:pt x="651" y="17012"/>
                  <a:pt x="651" y="17786"/>
                </a:cubicBezTo>
                <a:lnTo>
                  <a:pt x="651" y="17935"/>
                </a:lnTo>
                <a:lnTo>
                  <a:pt x="471" y="17935"/>
                </a:lnTo>
                <a:lnTo>
                  <a:pt x="471" y="17727"/>
                </a:lnTo>
                <a:cubicBezTo>
                  <a:pt x="471" y="17369"/>
                  <a:pt x="435" y="17235"/>
                  <a:pt x="378" y="17235"/>
                </a:cubicBezTo>
                <a:cubicBezTo>
                  <a:pt x="317" y="17235"/>
                  <a:pt x="284" y="17369"/>
                  <a:pt x="284" y="17727"/>
                </a:cubicBezTo>
                <a:cubicBezTo>
                  <a:pt x="284" y="18755"/>
                  <a:pt x="651" y="18934"/>
                  <a:pt x="651" y="20349"/>
                </a:cubicBezTo>
                <a:cubicBezTo>
                  <a:pt x="651" y="21138"/>
                  <a:pt x="554" y="21585"/>
                  <a:pt x="371" y="21585"/>
                </a:cubicBezTo>
                <a:cubicBezTo>
                  <a:pt x="187" y="21585"/>
                  <a:pt x="90" y="21123"/>
                  <a:pt x="90" y="20349"/>
                </a:cubicBezTo>
                <a:lnTo>
                  <a:pt x="90" y="20036"/>
                </a:lnTo>
                <a:lnTo>
                  <a:pt x="270" y="20036"/>
                </a:lnTo>
                <a:lnTo>
                  <a:pt x="270" y="20393"/>
                </a:lnTo>
                <a:cubicBezTo>
                  <a:pt x="270" y="20751"/>
                  <a:pt x="306" y="20870"/>
                  <a:pt x="367" y="20870"/>
                </a:cubicBezTo>
                <a:cubicBezTo>
                  <a:pt x="428" y="20870"/>
                  <a:pt x="464" y="20736"/>
                  <a:pt x="464" y="20393"/>
                </a:cubicBezTo>
                <a:cubicBezTo>
                  <a:pt x="464" y="19366"/>
                  <a:pt x="97" y="19187"/>
                  <a:pt x="97" y="17772"/>
                </a:cubicBezTo>
                <a:cubicBezTo>
                  <a:pt x="101" y="16982"/>
                  <a:pt x="194" y="16550"/>
                  <a:pt x="374" y="16550"/>
                </a:cubicBezTo>
                <a:moveTo>
                  <a:pt x="2256" y="17816"/>
                </a:moveTo>
                <a:lnTo>
                  <a:pt x="2256" y="18457"/>
                </a:lnTo>
                <a:cubicBezTo>
                  <a:pt x="2256" y="19246"/>
                  <a:pt x="2163" y="19663"/>
                  <a:pt x="1976" y="19663"/>
                </a:cubicBezTo>
                <a:lnTo>
                  <a:pt x="1886" y="19663"/>
                </a:lnTo>
                <a:lnTo>
                  <a:pt x="1886" y="21511"/>
                </a:lnTo>
                <a:lnTo>
                  <a:pt x="1699" y="21511"/>
                </a:lnTo>
                <a:lnTo>
                  <a:pt x="1699" y="16565"/>
                </a:lnTo>
                <a:lnTo>
                  <a:pt x="1976" y="16565"/>
                </a:lnTo>
                <a:cubicBezTo>
                  <a:pt x="2163" y="16610"/>
                  <a:pt x="2256" y="17027"/>
                  <a:pt x="2256" y="17816"/>
                </a:cubicBezTo>
                <a:moveTo>
                  <a:pt x="1889" y="17295"/>
                </a:moveTo>
                <a:lnTo>
                  <a:pt x="1889" y="18963"/>
                </a:lnTo>
                <a:lnTo>
                  <a:pt x="1979" y="18963"/>
                </a:lnTo>
                <a:cubicBezTo>
                  <a:pt x="2041" y="18963"/>
                  <a:pt x="2073" y="18844"/>
                  <a:pt x="2073" y="18502"/>
                </a:cubicBezTo>
                <a:lnTo>
                  <a:pt x="2073" y="17757"/>
                </a:lnTo>
                <a:cubicBezTo>
                  <a:pt x="2073" y="17399"/>
                  <a:pt x="2041" y="17295"/>
                  <a:pt x="1979" y="17295"/>
                </a:cubicBezTo>
                <a:lnTo>
                  <a:pt x="1889" y="17295"/>
                </a:lnTo>
                <a:close/>
                <a:moveTo>
                  <a:pt x="3275" y="17786"/>
                </a:moveTo>
                <a:cubicBezTo>
                  <a:pt x="3275" y="16997"/>
                  <a:pt x="3376" y="16550"/>
                  <a:pt x="3559" y="16550"/>
                </a:cubicBezTo>
                <a:cubicBezTo>
                  <a:pt x="3743" y="16550"/>
                  <a:pt x="3844" y="17012"/>
                  <a:pt x="3844" y="17786"/>
                </a:cubicBezTo>
                <a:lnTo>
                  <a:pt x="3844" y="20364"/>
                </a:lnTo>
                <a:cubicBezTo>
                  <a:pt x="3844" y="21153"/>
                  <a:pt x="3743" y="21600"/>
                  <a:pt x="3559" y="21600"/>
                </a:cubicBezTo>
                <a:cubicBezTo>
                  <a:pt x="3376" y="21600"/>
                  <a:pt x="3275" y="21138"/>
                  <a:pt x="3275" y="20364"/>
                </a:cubicBezTo>
                <a:lnTo>
                  <a:pt x="3275" y="17786"/>
                </a:lnTo>
                <a:close/>
                <a:moveTo>
                  <a:pt x="3462" y="20408"/>
                </a:moveTo>
                <a:cubicBezTo>
                  <a:pt x="3462" y="20766"/>
                  <a:pt x="3498" y="20900"/>
                  <a:pt x="3559" y="20900"/>
                </a:cubicBezTo>
                <a:cubicBezTo>
                  <a:pt x="3620" y="20900"/>
                  <a:pt x="3656" y="20766"/>
                  <a:pt x="3656" y="20408"/>
                </a:cubicBezTo>
                <a:lnTo>
                  <a:pt x="3656" y="17742"/>
                </a:lnTo>
                <a:cubicBezTo>
                  <a:pt x="3656" y="17384"/>
                  <a:pt x="3617" y="17250"/>
                  <a:pt x="3559" y="17250"/>
                </a:cubicBezTo>
                <a:cubicBezTo>
                  <a:pt x="3498" y="17250"/>
                  <a:pt x="3462" y="17384"/>
                  <a:pt x="3462" y="17742"/>
                </a:cubicBezTo>
                <a:lnTo>
                  <a:pt x="3462" y="20408"/>
                </a:lnTo>
                <a:close/>
                <a:moveTo>
                  <a:pt x="5297" y="21540"/>
                </a:moveTo>
                <a:cubicBezTo>
                  <a:pt x="5287" y="21406"/>
                  <a:pt x="5279" y="21332"/>
                  <a:pt x="5279" y="20930"/>
                </a:cubicBezTo>
                <a:lnTo>
                  <a:pt x="5279" y="20155"/>
                </a:lnTo>
                <a:cubicBezTo>
                  <a:pt x="5279" y="19693"/>
                  <a:pt x="5243" y="19529"/>
                  <a:pt x="5157" y="19529"/>
                </a:cubicBezTo>
                <a:lnTo>
                  <a:pt x="5092" y="19529"/>
                </a:lnTo>
                <a:lnTo>
                  <a:pt x="5092" y="21540"/>
                </a:lnTo>
                <a:lnTo>
                  <a:pt x="4905" y="21540"/>
                </a:lnTo>
                <a:lnTo>
                  <a:pt x="4905" y="16595"/>
                </a:lnTo>
                <a:lnTo>
                  <a:pt x="5189" y="16595"/>
                </a:lnTo>
                <a:cubicBezTo>
                  <a:pt x="5384" y="16595"/>
                  <a:pt x="5470" y="16967"/>
                  <a:pt x="5470" y="17742"/>
                </a:cubicBezTo>
                <a:lnTo>
                  <a:pt x="5470" y="18129"/>
                </a:lnTo>
                <a:cubicBezTo>
                  <a:pt x="5470" y="18636"/>
                  <a:pt x="5431" y="18978"/>
                  <a:pt x="5348" y="19142"/>
                </a:cubicBezTo>
                <a:cubicBezTo>
                  <a:pt x="5441" y="19306"/>
                  <a:pt x="5474" y="19678"/>
                  <a:pt x="5474" y="20200"/>
                </a:cubicBezTo>
                <a:lnTo>
                  <a:pt x="5474" y="20974"/>
                </a:lnTo>
                <a:cubicBezTo>
                  <a:pt x="5474" y="21213"/>
                  <a:pt x="5474" y="21391"/>
                  <a:pt x="5495" y="21585"/>
                </a:cubicBezTo>
                <a:lnTo>
                  <a:pt x="5297" y="21585"/>
                </a:lnTo>
                <a:lnTo>
                  <a:pt x="5297" y="21540"/>
                </a:lnTo>
                <a:close/>
                <a:moveTo>
                  <a:pt x="5089" y="17295"/>
                </a:moveTo>
                <a:lnTo>
                  <a:pt x="5089" y="18814"/>
                </a:lnTo>
                <a:lnTo>
                  <a:pt x="5164" y="18814"/>
                </a:lnTo>
                <a:cubicBezTo>
                  <a:pt x="5236" y="18814"/>
                  <a:pt x="5276" y="18680"/>
                  <a:pt x="5276" y="18293"/>
                </a:cubicBezTo>
                <a:lnTo>
                  <a:pt x="5276" y="17801"/>
                </a:lnTo>
                <a:cubicBezTo>
                  <a:pt x="5276" y="17444"/>
                  <a:pt x="5247" y="17295"/>
                  <a:pt x="5179" y="17295"/>
                </a:cubicBezTo>
                <a:lnTo>
                  <a:pt x="5089" y="17295"/>
                </a:lnTo>
                <a:close/>
                <a:moveTo>
                  <a:pt x="6474" y="16610"/>
                </a:moveTo>
                <a:lnTo>
                  <a:pt x="7054" y="16610"/>
                </a:lnTo>
                <a:lnTo>
                  <a:pt x="7054" y="17310"/>
                </a:lnTo>
                <a:lnTo>
                  <a:pt x="6856" y="17310"/>
                </a:lnTo>
                <a:lnTo>
                  <a:pt x="6856" y="21555"/>
                </a:lnTo>
                <a:lnTo>
                  <a:pt x="6669" y="21555"/>
                </a:lnTo>
                <a:lnTo>
                  <a:pt x="6669" y="17310"/>
                </a:lnTo>
                <a:lnTo>
                  <a:pt x="6471" y="17310"/>
                </a:lnTo>
                <a:lnTo>
                  <a:pt x="6471" y="16610"/>
                </a:lnTo>
                <a:close/>
                <a:moveTo>
                  <a:pt x="10476" y="18665"/>
                </a:moveTo>
                <a:lnTo>
                  <a:pt x="10721" y="18665"/>
                </a:lnTo>
                <a:lnTo>
                  <a:pt x="10721" y="19380"/>
                </a:lnTo>
                <a:lnTo>
                  <a:pt x="10476" y="19380"/>
                </a:lnTo>
                <a:lnTo>
                  <a:pt x="10476" y="21421"/>
                </a:lnTo>
                <a:lnTo>
                  <a:pt x="10285" y="21421"/>
                </a:lnTo>
                <a:lnTo>
                  <a:pt x="10285" y="16476"/>
                </a:lnTo>
                <a:lnTo>
                  <a:pt x="10782" y="16476"/>
                </a:lnTo>
                <a:lnTo>
                  <a:pt x="10782" y="17191"/>
                </a:lnTo>
                <a:lnTo>
                  <a:pt x="10476" y="17191"/>
                </a:lnTo>
                <a:lnTo>
                  <a:pt x="10476" y="18665"/>
                </a:lnTo>
                <a:close/>
                <a:moveTo>
                  <a:pt x="11725" y="16476"/>
                </a:moveTo>
                <a:lnTo>
                  <a:pt x="11912" y="16476"/>
                </a:lnTo>
                <a:lnTo>
                  <a:pt x="11912" y="20706"/>
                </a:lnTo>
                <a:lnTo>
                  <a:pt x="12222" y="20706"/>
                </a:lnTo>
                <a:lnTo>
                  <a:pt x="12222" y="21421"/>
                </a:lnTo>
                <a:lnTo>
                  <a:pt x="11725" y="21421"/>
                </a:lnTo>
                <a:lnTo>
                  <a:pt x="11725" y="16476"/>
                </a:lnTo>
                <a:close/>
                <a:moveTo>
                  <a:pt x="13143" y="17652"/>
                </a:moveTo>
                <a:cubicBezTo>
                  <a:pt x="13143" y="16863"/>
                  <a:pt x="13244" y="16416"/>
                  <a:pt x="13427" y="16416"/>
                </a:cubicBezTo>
                <a:cubicBezTo>
                  <a:pt x="13611" y="16416"/>
                  <a:pt x="13711" y="16878"/>
                  <a:pt x="13711" y="17652"/>
                </a:cubicBezTo>
                <a:lnTo>
                  <a:pt x="13711" y="20230"/>
                </a:lnTo>
                <a:cubicBezTo>
                  <a:pt x="13711" y="21019"/>
                  <a:pt x="13611" y="21466"/>
                  <a:pt x="13427" y="21466"/>
                </a:cubicBezTo>
                <a:cubicBezTo>
                  <a:pt x="13240" y="21466"/>
                  <a:pt x="13143" y="21004"/>
                  <a:pt x="13143" y="20230"/>
                </a:cubicBezTo>
                <a:lnTo>
                  <a:pt x="13143" y="17652"/>
                </a:lnTo>
                <a:close/>
                <a:moveTo>
                  <a:pt x="13330" y="20274"/>
                </a:moveTo>
                <a:cubicBezTo>
                  <a:pt x="13330" y="20632"/>
                  <a:pt x="13366" y="20766"/>
                  <a:pt x="13427" y="20766"/>
                </a:cubicBezTo>
                <a:cubicBezTo>
                  <a:pt x="13488" y="20766"/>
                  <a:pt x="13524" y="20632"/>
                  <a:pt x="13524" y="20274"/>
                </a:cubicBezTo>
                <a:lnTo>
                  <a:pt x="13524" y="17608"/>
                </a:lnTo>
                <a:cubicBezTo>
                  <a:pt x="13524" y="17250"/>
                  <a:pt x="13488" y="17116"/>
                  <a:pt x="13427" y="17116"/>
                </a:cubicBezTo>
                <a:cubicBezTo>
                  <a:pt x="13366" y="17116"/>
                  <a:pt x="13330" y="17250"/>
                  <a:pt x="13330" y="17608"/>
                </a:cubicBezTo>
                <a:lnTo>
                  <a:pt x="13330" y="20274"/>
                </a:lnTo>
                <a:close/>
                <a:moveTo>
                  <a:pt x="14669" y="17652"/>
                </a:moveTo>
                <a:cubicBezTo>
                  <a:pt x="14669" y="16863"/>
                  <a:pt x="14769" y="16416"/>
                  <a:pt x="14953" y="16416"/>
                </a:cubicBezTo>
                <a:cubicBezTo>
                  <a:pt x="15137" y="16416"/>
                  <a:pt x="15237" y="16878"/>
                  <a:pt x="15237" y="17652"/>
                </a:cubicBezTo>
                <a:lnTo>
                  <a:pt x="15237" y="20230"/>
                </a:lnTo>
                <a:cubicBezTo>
                  <a:pt x="15237" y="21019"/>
                  <a:pt x="15137" y="21466"/>
                  <a:pt x="14953" y="21466"/>
                </a:cubicBezTo>
                <a:cubicBezTo>
                  <a:pt x="14769" y="21466"/>
                  <a:pt x="14669" y="21004"/>
                  <a:pt x="14669" y="20230"/>
                </a:cubicBezTo>
                <a:lnTo>
                  <a:pt x="14669" y="17652"/>
                </a:lnTo>
                <a:close/>
                <a:moveTo>
                  <a:pt x="14856" y="20274"/>
                </a:moveTo>
                <a:cubicBezTo>
                  <a:pt x="14856" y="20632"/>
                  <a:pt x="14892" y="20766"/>
                  <a:pt x="14953" y="20766"/>
                </a:cubicBezTo>
                <a:cubicBezTo>
                  <a:pt x="15014" y="20766"/>
                  <a:pt x="15050" y="20632"/>
                  <a:pt x="15050" y="20274"/>
                </a:cubicBezTo>
                <a:lnTo>
                  <a:pt x="15050" y="17608"/>
                </a:lnTo>
                <a:cubicBezTo>
                  <a:pt x="15050" y="17250"/>
                  <a:pt x="15014" y="17116"/>
                  <a:pt x="14953" y="17116"/>
                </a:cubicBezTo>
                <a:cubicBezTo>
                  <a:pt x="14892" y="17116"/>
                  <a:pt x="14856" y="17250"/>
                  <a:pt x="14856" y="17608"/>
                </a:cubicBezTo>
                <a:lnTo>
                  <a:pt x="14856" y="20274"/>
                </a:lnTo>
                <a:close/>
                <a:moveTo>
                  <a:pt x="16605" y="21421"/>
                </a:moveTo>
                <a:cubicBezTo>
                  <a:pt x="16594" y="21287"/>
                  <a:pt x="16587" y="21213"/>
                  <a:pt x="16587" y="20810"/>
                </a:cubicBezTo>
                <a:lnTo>
                  <a:pt x="16587" y="20036"/>
                </a:lnTo>
                <a:cubicBezTo>
                  <a:pt x="16587" y="19574"/>
                  <a:pt x="16551" y="19410"/>
                  <a:pt x="16465" y="19410"/>
                </a:cubicBezTo>
                <a:lnTo>
                  <a:pt x="16400" y="19410"/>
                </a:lnTo>
                <a:lnTo>
                  <a:pt x="16400" y="21421"/>
                </a:lnTo>
                <a:lnTo>
                  <a:pt x="16213" y="21421"/>
                </a:lnTo>
                <a:lnTo>
                  <a:pt x="16213" y="16476"/>
                </a:lnTo>
                <a:lnTo>
                  <a:pt x="16497" y="16476"/>
                </a:lnTo>
                <a:cubicBezTo>
                  <a:pt x="16691" y="16476"/>
                  <a:pt x="16778" y="16848"/>
                  <a:pt x="16778" y="17623"/>
                </a:cubicBezTo>
                <a:lnTo>
                  <a:pt x="16778" y="18010"/>
                </a:lnTo>
                <a:cubicBezTo>
                  <a:pt x="16778" y="18516"/>
                  <a:pt x="16738" y="18859"/>
                  <a:pt x="16655" y="19023"/>
                </a:cubicBezTo>
                <a:cubicBezTo>
                  <a:pt x="16749" y="19187"/>
                  <a:pt x="16781" y="19559"/>
                  <a:pt x="16781" y="20081"/>
                </a:cubicBezTo>
                <a:lnTo>
                  <a:pt x="16781" y="20855"/>
                </a:lnTo>
                <a:cubicBezTo>
                  <a:pt x="16781" y="21094"/>
                  <a:pt x="16781" y="21272"/>
                  <a:pt x="16803" y="21466"/>
                </a:cubicBezTo>
                <a:lnTo>
                  <a:pt x="16605" y="21466"/>
                </a:lnTo>
                <a:lnTo>
                  <a:pt x="16605" y="21421"/>
                </a:lnTo>
                <a:close/>
                <a:moveTo>
                  <a:pt x="16400" y="17176"/>
                </a:moveTo>
                <a:lnTo>
                  <a:pt x="16400" y="18695"/>
                </a:lnTo>
                <a:lnTo>
                  <a:pt x="16475" y="18695"/>
                </a:lnTo>
                <a:cubicBezTo>
                  <a:pt x="16547" y="18695"/>
                  <a:pt x="16587" y="18561"/>
                  <a:pt x="16587" y="18174"/>
                </a:cubicBezTo>
                <a:lnTo>
                  <a:pt x="16587" y="17682"/>
                </a:lnTo>
                <a:cubicBezTo>
                  <a:pt x="16587" y="17325"/>
                  <a:pt x="16558" y="17176"/>
                  <a:pt x="16490" y="17176"/>
                </a:cubicBezTo>
                <a:lnTo>
                  <a:pt x="16400" y="17176"/>
                </a:lnTo>
                <a:close/>
                <a:moveTo>
                  <a:pt x="17753" y="16476"/>
                </a:moveTo>
                <a:lnTo>
                  <a:pt x="17940" y="16476"/>
                </a:lnTo>
                <a:lnTo>
                  <a:pt x="17940" y="21421"/>
                </a:lnTo>
                <a:lnTo>
                  <a:pt x="17753" y="21421"/>
                </a:lnTo>
                <a:lnTo>
                  <a:pt x="17753" y="16476"/>
                </a:lnTo>
                <a:close/>
                <a:moveTo>
                  <a:pt x="19092" y="17831"/>
                </a:moveTo>
                <a:lnTo>
                  <a:pt x="19092" y="21406"/>
                </a:lnTo>
                <a:lnTo>
                  <a:pt x="18922" y="21406"/>
                </a:lnTo>
                <a:lnTo>
                  <a:pt x="18922" y="16461"/>
                </a:lnTo>
                <a:lnTo>
                  <a:pt x="19160" y="16461"/>
                </a:lnTo>
                <a:lnTo>
                  <a:pt x="19354" y="19425"/>
                </a:lnTo>
                <a:lnTo>
                  <a:pt x="19354" y="16461"/>
                </a:lnTo>
                <a:lnTo>
                  <a:pt x="19523" y="16461"/>
                </a:lnTo>
                <a:lnTo>
                  <a:pt x="19523" y="21406"/>
                </a:lnTo>
                <a:lnTo>
                  <a:pt x="19329" y="21406"/>
                </a:lnTo>
                <a:lnTo>
                  <a:pt x="19092" y="17831"/>
                </a:lnTo>
                <a:close/>
                <a:moveTo>
                  <a:pt x="20787" y="18665"/>
                </a:moveTo>
                <a:lnTo>
                  <a:pt x="21049" y="18665"/>
                </a:lnTo>
                <a:lnTo>
                  <a:pt x="21049" y="20230"/>
                </a:lnTo>
                <a:cubicBezTo>
                  <a:pt x="21049" y="21019"/>
                  <a:pt x="20952" y="21466"/>
                  <a:pt x="20769" y="21466"/>
                </a:cubicBezTo>
                <a:cubicBezTo>
                  <a:pt x="20585" y="21466"/>
                  <a:pt x="20488" y="21004"/>
                  <a:pt x="20488" y="20230"/>
                </a:cubicBezTo>
                <a:lnTo>
                  <a:pt x="20488" y="17652"/>
                </a:lnTo>
                <a:cubicBezTo>
                  <a:pt x="20488" y="16863"/>
                  <a:pt x="20585" y="16416"/>
                  <a:pt x="20769" y="16416"/>
                </a:cubicBezTo>
                <a:cubicBezTo>
                  <a:pt x="20956" y="16416"/>
                  <a:pt x="21049" y="16878"/>
                  <a:pt x="21049" y="17652"/>
                </a:cubicBezTo>
                <a:lnTo>
                  <a:pt x="21049" y="18129"/>
                </a:lnTo>
                <a:lnTo>
                  <a:pt x="20869" y="18129"/>
                </a:lnTo>
                <a:lnTo>
                  <a:pt x="20869" y="17593"/>
                </a:lnTo>
                <a:cubicBezTo>
                  <a:pt x="20869" y="17235"/>
                  <a:pt x="20833" y="17101"/>
                  <a:pt x="20772" y="17101"/>
                </a:cubicBezTo>
                <a:cubicBezTo>
                  <a:pt x="20711" y="17101"/>
                  <a:pt x="20675" y="17235"/>
                  <a:pt x="20675" y="17593"/>
                </a:cubicBezTo>
                <a:lnTo>
                  <a:pt x="20675" y="20259"/>
                </a:lnTo>
                <a:cubicBezTo>
                  <a:pt x="20675" y="20617"/>
                  <a:pt x="20711" y="20736"/>
                  <a:pt x="20772" y="20736"/>
                </a:cubicBezTo>
                <a:cubicBezTo>
                  <a:pt x="20833" y="20736"/>
                  <a:pt x="20869" y="20602"/>
                  <a:pt x="20869" y="20259"/>
                </a:cubicBezTo>
                <a:lnTo>
                  <a:pt x="20869" y="19336"/>
                </a:lnTo>
                <a:lnTo>
                  <a:pt x="20783" y="19336"/>
                </a:lnTo>
                <a:lnTo>
                  <a:pt x="20787" y="18665"/>
                </a:lnTo>
                <a:close/>
                <a:moveTo>
                  <a:pt x="21341" y="20662"/>
                </a:moveTo>
                <a:lnTo>
                  <a:pt x="21524" y="20662"/>
                </a:lnTo>
                <a:lnTo>
                  <a:pt x="21524" y="21421"/>
                </a:lnTo>
                <a:lnTo>
                  <a:pt x="21341" y="21421"/>
                </a:lnTo>
                <a:lnTo>
                  <a:pt x="21341" y="20662"/>
                </a:lnTo>
                <a:close/>
                <a:moveTo>
                  <a:pt x="9242" y="21257"/>
                </a:moveTo>
                <a:lnTo>
                  <a:pt x="8975" y="21257"/>
                </a:lnTo>
                <a:cubicBezTo>
                  <a:pt x="8954" y="21168"/>
                  <a:pt x="8925" y="21049"/>
                  <a:pt x="8893" y="20915"/>
                </a:cubicBezTo>
                <a:cubicBezTo>
                  <a:pt x="8803" y="21198"/>
                  <a:pt x="8702" y="21332"/>
                  <a:pt x="8598" y="21332"/>
                </a:cubicBezTo>
                <a:cubicBezTo>
                  <a:pt x="8493" y="21332"/>
                  <a:pt x="8407" y="21213"/>
                  <a:pt x="8338" y="20989"/>
                </a:cubicBezTo>
                <a:cubicBezTo>
                  <a:pt x="8270" y="20766"/>
                  <a:pt x="8238" y="20438"/>
                  <a:pt x="8238" y="20021"/>
                </a:cubicBezTo>
                <a:cubicBezTo>
                  <a:pt x="8238" y="19708"/>
                  <a:pt x="8259" y="19455"/>
                  <a:pt x="8302" y="19246"/>
                </a:cubicBezTo>
                <a:cubicBezTo>
                  <a:pt x="8346" y="19038"/>
                  <a:pt x="8403" y="18859"/>
                  <a:pt x="8475" y="18710"/>
                </a:cubicBezTo>
                <a:cubicBezTo>
                  <a:pt x="8428" y="18338"/>
                  <a:pt x="8403" y="18010"/>
                  <a:pt x="8403" y="17727"/>
                </a:cubicBezTo>
                <a:cubicBezTo>
                  <a:pt x="8403" y="17414"/>
                  <a:pt x="8432" y="17161"/>
                  <a:pt x="8493" y="16952"/>
                </a:cubicBezTo>
                <a:cubicBezTo>
                  <a:pt x="8551" y="16744"/>
                  <a:pt x="8626" y="16639"/>
                  <a:pt x="8716" y="16639"/>
                </a:cubicBezTo>
                <a:cubicBezTo>
                  <a:pt x="8795" y="16639"/>
                  <a:pt x="8864" y="16729"/>
                  <a:pt x="8921" y="16908"/>
                </a:cubicBezTo>
                <a:cubicBezTo>
                  <a:pt x="8975" y="17086"/>
                  <a:pt x="9004" y="17310"/>
                  <a:pt x="9004" y="17608"/>
                </a:cubicBezTo>
                <a:cubicBezTo>
                  <a:pt x="9004" y="17772"/>
                  <a:pt x="8997" y="17921"/>
                  <a:pt x="8983" y="18055"/>
                </a:cubicBezTo>
                <a:cubicBezTo>
                  <a:pt x="8968" y="18189"/>
                  <a:pt x="8947" y="18308"/>
                  <a:pt x="8918" y="18397"/>
                </a:cubicBezTo>
                <a:cubicBezTo>
                  <a:pt x="8889" y="18502"/>
                  <a:pt x="8860" y="18576"/>
                  <a:pt x="8835" y="18636"/>
                </a:cubicBezTo>
                <a:cubicBezTo>
                  <a:pt x="8810" y="18695"/>
                  <a:pt x="8774" y="18770"/>
                  <a:pt x="8734" y="18844"/>
                </a:cubicBezTo>
                <a:cubicBezTo>
                  <a:pt x="8759" y="18978"/>
                  <a:pt x="8792" y="19142"/>
                  <a:pt x="8828" y="19336"/>
                </a:cubicBezTo>
                <a:cubicBezTo>
                  <a:pt x="8839" y="19395"/>
                  <a:pt x="8857" y="19485"/>
                  <a:pt x="8878" y="19589"/>
                </a:cubicBezTo>
                <a:cubicBezTo>
                  <a:pt x="8900" y="19693"/>
                  <a:pt x="8914" y="19768"/>
                  <a:pt x="8918" y="19798"/>
                </a:cubicBezTo>
                <a:cubicBezTo>
                  <a:pt x="8961" y="19514"/>
                  <a:pt x="8993" y="19231"/>
                  <a:pt x="9019" y="18919"/>
                </a:cubicBezTo>
                <a:lnTo>
                  <a:pt x="9188" y="19231"/>
                </a:lnTo>
                <a:cubicBezTo>
                  <a:pt x="9141" y="19649"/>
                  <a:pt x="9091" y="20006"/>
                  <a:pt x="9037" y="20319"/>
                </a:cubicBezTo>
                <a:cubicBezTo>
                  <a:pt x="9105" y="20676"/>
                  <a:pt x="9173" y="20989"/>
                  <a:pt x="9242" y="21257"/>
                </a:cubicBezTo>
                <a:moveTo>
                  <a:pt x="8630" y="20662"/>
                </a:moveTo>
                <a:cubicBezTo>
                  <a:pt x="8684" y="20662"/>
                  <a:pt x="8734" y="20587"/>
                  <a:pt x="8788" y="20438"/>
                </a:cubicBezTo>
                <a:cubicBezTo>
                  <a:pt x="8734" y="20185"/>
                  <a:pt x="8695" y="19991"/>
                  <a:pt x="8666" y="19857"/>
                </a:cubicBezTo>
                <a:cubicBezTo>
                  <a:pt x="8626" y="19663"/>
                  <a:pt x="8590" y="19470"/>
                  <a:pt x="8554" y="19261"/>
                </a:cubicBezTo>
                <a:cubicBezTo>
                  <a:pt x="8490" y="19440"/>
                  <a:pt x="8461" y="19678"/>
                  <a:pt x="8461" y="19961"/>
                </a:cubicBezTo>
                <a:cubicBezTo>
                  <a:pt x="8461" y="20170"/>
                  <a:pt x="8479" y="20349"/>
                  <a:pt x="8511" y="20483"/>
                </a:cubicBezTo>
                <a:cubicBezTo>
                  <a:pt x="8544" y="20602"/>
                  <a:pt x="8583" y="20662"/>
                  <a:pt x="8630" y="20662"/>
                </a:cubicBezTo>
                <a:moveTo>
                  <a:pt x="8608" y="17786"/>
                </a:moveTo>
                <a:cubicBezTo>
                  <a:pt x="8608" y="17950"/>
                  <a:pt x="8623" y="18144"/>
                  <a:pt x="8655" y="18397"/>
                </a:cubicBezTo>
                <a:cubicBezTo>
                  <a:pt x="8709" y="18293"/>
                  <a:pt x="8749" y="18189"/>
                  <a:pt x="8777" y="18084"/>
                </a:cubicBezTo>
                <a:cubicBezTo>
                  <a:pt x="8806" y="17980"/>
                  <a:pt x="8821" y="17846"/>
                  <a:pt x="8821" y="17697"/>
                </a:cubicBezTo>
                <a:cubicBezTo>
                  <a:pt x="8821" y="17578"/>
                  <a:pt x="8810" y="17489"/>
                  <a:pt x="8792" y="17414"/>
                </a:cubicBezTo>
                <a:cubicBezTo>
                  <a:pt x="8774" y="17340"/>
                  <a:pt x="8749" y="17310"/>
                  <a:pt x="8723" y="17310"/>
                </a:cubicBezTo>
                <a:cubicBezTo>
                  <a:pt x="8691" y="17310"/>
                  <a:pt x="8662" y="17354"/>
                  <a:pt x="8641" y="17444"/>
                </a:cubicBezTo>
                <a:cubicBezTo>
                  <a:pt x="8619" y="17533"/>
                  <a:pt x="8608" y="17652"/>
                  <a:pt x="8608" y="17786"/>
                </a:cubicBezTo>
              </a:path>
            </a:pathLst>
          </a:cu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Picture 2" id="106" name="Google Shape;106;p5"/>
          <p:cNvPicPr preferRelativeResize="0"/>
          <p:nvPr/>
        </p:nvPicPr>
        <p:blipFill rotWithShape="1">
          <a:blip r:embed="rId3">
            <a:alphaModFix/>
          </a:blip>
          <a:srcRect b="0" l="0" r="0" t="0"/>
          <a:stretch/>
        </p:blipFill>
        <p:spPr>
          <a:xfrm>
            <a:off x="3581401" y="5818559"/>
            <a:ext cx="1591644" cy="592516"/>
          </a:xfrm>
          <a:prstGeom prst="rect">
            <a:avLst/>
          </a:prstGeom>
          <a:noFill/>
          <a:ln>
            <a:noFill/>
          </a:ln>
        </p:spPr>
      </p:pic>
      <p:sp>
        <p:nvSpPr>
          <p:cNvPr id="107" name="Google Shape;107;p5"/>
          <p:cNvSpPr txBox="1"/>
          <p:nvPr/>
        </p:nvSpPr>
        <p:spPr>
          <a:xfrm>
            <a:off x="6700198" y="1520516"/>
            <a:ext cx="5187600" cy="2885400"/>
          </a:xfrm>
          <a:prstGeom prst="rect">
            <a:avLst/>
          </a:prstGeom>
          <a:noFill/>
          <a:ln>
            <a:noFill/>
          </a:ln>
        </p:spPr>
        <p:txBody>
          <a:bodyPr anchorCtr="0" anchor="t" bIns="45700" lIns="45700" spcFirstLastPara="1" rIns="45700" wrap="square" tIns="45700">
            <a:spAutoFit/>
          </a:bodyPr>
          <a:lstStyle/>
          <a:p>
            <a:pPr indent="0" lvl="0" marL="0" marR="0" rtl="0" algn="l">
              <a:lnSpc>
                <a:spcPct val="150000"/>
              </a:lnSpc>
              <a:spcBef>
                <a:spcPts val="0"/>
              </a:spcBef>
              <a:spcAft>
                <a:spcPts val="0"/>
              </a:spcAft>
              <a:buClr>
                <a:srgbClr val="FFFFFF"/>
              </a:buClr>
              <a:buSzPts val="1800"/>
              <a:buFont typeface="Poppins"/>
              <a:buNone/>
            </a:pPr>
            <a:r>
              <a:rPr b="1" i="0" lang="en-US" sz="1800" u="none" cap="none" strike="noStrike">
                <a:solidFill>
                  <a:srgbClr val="FFFFFF"/>
                </a:solidFill>
                <a:latin typeface="Poppins"/>
                <a:ea typeface="Poppins"/>
                <a:cs typeface="Poppins"/>
                <a:sym typeface="Poppins"/>
              </a:rPr>
              <a:t>Desde 1990, somos representantes oficiais da MONDO, fornecedora das pistas de atletismo utilizadas nas últimas 13 Olimpíadas, além de sermos também homologados como piso oficial da CBAt (Confederação Brasileira de Atletismo), CBT (Confederação Brasileira de Tênis) e da Federação Paulista de Volleyball</a:t>
            </a:r>
            <a:endParaRPr b="0" i="0" sz="1400" u="none" cap="none" strike="noStrike">
              <a:solidFill>
                <a:srgbClr val="000000"/>
              </a:solidFill>
              <a:latin typeface="Arial"/>
              <a:ea typeface="Arial"/>
              <a:cs typeface="Arial"/>
              <a:sym typeface="Arial"/>
            </a:endParaRPr>
          </a:p>
        </p:txBody>
      </p:sp>
      <p:cxnSp>
        <p:nvCxnSpPr>
          <p:cNvPr id="108" name="Google Shape;108;p5"/>
          <p:cNvCxnSpPr/>
          <p:nvPr/>
        </p:nvCxnSpPr>
        <p:spPr>
          <a:xfrm rot="10800000">
            <a:off x="6067001" y="1495993"/>
            <a:ext cx="0" cy="3485700"/>
          </a:xfrm>
          <a:prstGeom prst="straightConnector1">
            <a:avLst/>
          </a:prstGeom>
          <a:noFill/>
          <a:ln cap="flat" cmpd="sng" w="63500">
            <a:solidFill>
              <a:srgbClr val="FFFFFF"/>
            </a:solidFill>
            <a:prstDash val="solid"/>
            <a:miter lim="8000"/>
            <a:headEnd len="sm" w="sm" type="none"/>
            <a:tailEnd len="sm" w="sm" type="none"/>
          </a:ln>
        </p:spPr>
      </p:cxnSp>
      <p:pic>
        <p:nvPicPr>
          <p:cNvPr descr="Imagem 7" id="109" name="Google Shape;109;p5"/>
          <p:cNvPicPr preferRelativeResize="0"/>
          <p:nvPr/>
        </p:nvPicPr>
        <p:blipFill rotWithShape="1">
          <a:blip r:embed="rId4">
            <a:alphaModFix/>
          </a:blip>
          <a:srcRect b="0" l="0" r="0" t="0"/>
          <a:stretch/>
        </p:blipFill>
        <p:spPr>
          <a:xfrm>
            <a:off x="9715133" y="5737802"/>
            <a:ext cx="1684115" cy="761567"/>
          </a:xfrm>
          <a:prstGeom prst="rect">
            <a:avLst/>
          </a:prstGeom>
          <a:noFill/>
          <a:ln>
            <a:noFill/>
          </a:ln>
        </p:spPr>
      </p:pic>
      <p:pic>
        <p:nvPicPr>
          <p:cNvPr descr="Picture 22" id="110" name="Google Shape;110;p5"/>
          <p:cNvPicPr preferRelativeResize="0"/>
          <p:nvPr/>
        </p:nvPicPr>
        <p:blipFill rotWithShape="1">
          <a:blip r:embed="rId5">
            <a:alphaModFix/>
          </a:blip>
          <a:srcRect b="0" l="0" r="0" t="0"/>
          <a:stretch/>
        </p:blipFill>
        <p:spPr>
          <a:xfrm>
            <a:off x="6657336" y="5785289"/>
            <a:ext cx="1715713" cy="7615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e0ecafcc09_0_0"/>
          <p:cNvSpPr/>
          <p:nvPr/>
        </p:nvSpPr>
        <p:spPr>
          <a:xfrm>
            <a:off x="1" y="0"/>
            <a:ext cx="1914600" cy="6858000"/>
          </a:xfrm>
          <a:prstGeom prst="rect">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7" name="Google Shape;117;g3e0ecafcc09_0_0"/>
          <p:cNvSpPr txBox="1"/>
          <p:nvPr/>
        </p:nvSpPr>
        <p:spPr>
          <a:xfrm>
            <a:off x="2325282" y="922720"/>
            <a:ext cx="2847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0000"/>
                </a:solidFill>
                <a:latin typeface="Poppins"/>
                <a:ea typeface="Poppins"/>
                <a:cs typeface="Poppins"/>
                <a:sym typeface="Poppins"/>
              </a:rPr>
              <a:t>Dados</a:t>
            </a:r>
            <a:endParaRPr b="1" i="0" sz="2800" u="none" cap="none" strike="noStrike">
              <a:solidFill>
                <a:srgbClr val="FF0000"/>
              </a:solidFill>
              <a:latin typeface="Poppins"/>
              <a:ea typeface="Poppins"/>
              <a:cs typeface="Poppins"/>
              <a:sym typeface="Poppins"/>
            </a:endParaRPr>
          </a:p>
        </p:txBody>
      </p:sp>
      <p:sp>
        <p:nvSpPr>
          <p:cNvPr id="118" name="Google Shape;118;g3e0ecafcc09_0_0"/>
          <p:cNvSpPr txBox="1"/>
          <p:nvPr/>
        </p:nvSpPr>
        <p:spPr>
          <a:xfrm>
            <a:off x="39778" y="4431263"/>
            <a:ext cx="1063200" cy="6081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300"/>
              <a:buFont typeface="Arial"/>
              <a:buNone/>
            </a:pPr>
            <a:r>
              <a:rPr b="0" i="0" lang="en-US" sz="1300" u="none" cap="none" strike="noStrike">
                <a:solidFill>
                  <a:schemeClr val="lt1"/>
                </a:solidFill>
                <a:latin typeface="Poppins"/>
                <a:ea typeface="Poppins"/>
                <a:cs typeface="Poppins"/>
                <a:sym typeface="Poppins"/>
              </a:rPr>
              <a:t>Proposta</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400"/>
              <a:buFont typeface="Arial"/>
              <a:buNone/>
            </a:pPr>
            <a:r>
              <a:rPr b="1" i="0" lang="en-US" sz="1400" u="none" cap="none" strike="noStrike">
                <a:solidFill>
                  <a:schemeClr val="lt1"/>
                </a:solidFill>
                <a:latin typeface="Poppins"/>
                <a:ea typeface="Poppins"/>
                <a:cs typeface="Poppins"/>
                <a:sym typeface="Poppins"/>
              </a:rPr>
              <a:t>P </a:t>
            </a:r>
            <a:endParaRPr b="0" i="0" sz="1400" u="none" cap="none" strike="noStrike">
              <a:solidFill>
                <a:srgbClr val="000000"/>
              </a:solidFill>
              <a:latin typeface="Arial"/>
              <a:ea typeface="Arial"/>
              <a:cs typeface="Arial"/>
              <a:sym typeface="Arial"/>
            </a:endParaRPr>
          </a:p>
        </p:txBody>
      </p:sp>
      <p:pic>
        <p:nvPicPr>
          <p:cNvPr descr="Desenho de um círculo&#10;&#10;Descrição gerada automaticamente com confiança baixa" id="119" name="Google Shape;119;g3e0ecafcc09_0_0"/>
          <p:cNvPicPr preferRelativeResize="0"/>
          <p:nvPr/>
        </p:nvPicPr>
        <p:blipFill rotWithShape="1">
          <a:blip r:embed="rId3">
            <a:alphaModFix/>
          </a:blip>
          <a:srcRect b="0" l="0" r="0" t="0"/>
          <a:stretch/>
        </p:blipFill>
        <p:spPr>
          <a:xfrm>
            <a:off x="277394" y="322704"/>
            <a:ext cx="622719" cy="600016"/>
          </a:xfrm>
          <a:prstGeom prst="rect">
            <a:avLst/>
          </a:prstGeom>
          <a:noFill/>
          <a:ln>
            <a:noFill/>
          </a:ln>
        </p:spPr>
      </p:pic>
      <p:sp>
        <p:nvSpPr>
          <p:cNvPr id="120" name="Google Shape;120;g3e0ecafcc09_0_0"/>
          <p:cNvSpPr txBox="1"/>
          <p:nvPr/>
        </p:nvSpPr>
        <p:spPr>
          <a:xfrm>
            <a:off x="39778" y="5231827"/>
            <a:ext cx="1239000" cy="6081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300"/>
              <a:buFont typeface="Arial"/>
              <a:buNone/>
            </a:pPr>
            <a:r>
              <a:rPr b="0" i="0" lang="en-US" sz="1300" u="none" cap="none" strike="noStrike">
                <a:solidFill>
                  <a:schemeClr val="lt1"/>
                </a:solidFill>
                <a:latin typeface="Poppins"/>
                <a:ea typeface="Poppins"/>
                <a:cs typeface="Poppins"/>
                <a:sym typeface="Poppins"/>
              </a:rPr>
              <a:t>Solicitação</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400"/>
              <a:buFont typeface="Arial"/>
              <a:buNone/>
            </a:pPr>
            <a:r>
              <a:rPr b="1" i="0" lang="en-US" sz="1400" u="none" cap="none" strike="noStrike">
                <a:solidFill>
                  <a:schemeClr val="lt1"/>
                </a:solidFill>
                <a:latin typeface="Poppins"/>
                <a:ea typeface="Poppins"/>
                <a:cs typeface="Poppins"/>
                <a:sym typeface="Poppins"/>
              </a:rPr>
              <a:t>dd/mm/aa</a:t>
            </a:r>
            <a:endParaRPr b="1" i="0" sz="1400" u="none" cap="none" strike="noStrike">
              <a:solidFill>
                <a:schemeClr val="lt1"/>
              </a:solidFill>
              <a:latin typeface="Poppins"/>
              <a:ea typeface="Poppins"/>
              <a:cs typeface="Poppins"/>
              <a:sym typeface="Poppins"/>
            </a:endParaRPr>
          </a:p>
        </p:txBody>
      </p:sp>
      <p:sp>
        <p:nvSpPr>
          <p:cNvPr id="121" name="Google Shape;121;g3e0ecafcc09_0_0"/>
          <p:cNvSpPr txBox="1"/>
          <p:nvPr/>
        </p:nvSpPr>
        <p:spPr>
          <a:xfrm>
            <a:off x="39778" y="6032391"/>
            <a:ext cx="1239000" cy="6081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300"/>
              <a:buFont typeface="Arial"/>
              <a:buNone/>
            </a:pPr>
            <a:r>
              <a:rPr b="0" i="0" lang="en-US" sz="1300" u="none" cap="none" strike="noStrike">
                <a:solidFill>
                  <a:schemeClr val="lt1"/>
                </a:solidFill>
                <a:latin typeface="Poppins"/>
                <a:ea typeface="Poppins"/>
                <a:cs typeface="Poppins"/>
                <a:sym typeface="Poppins"/>
              </a:rPr>
              <a:t>Envio</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400"/>
              <a:buFont typeface="Arial"/>
              <a:buNone/>
            </a:pPr>
            <a:r>
              <a:rPr b="1" i="0" lang="en-US" sz="1400" u="none" cap="none" strike="noStrike">
                <a:solidFill>
                  <a:schemeClr val="lt1"/>
                </a:solidFill>
                <a:latin typeface="Poppins"/>
                <a:ea typeface="Poppins"/>
                <a:cs typeface="Poppins"/>
                <a:sym typeface="Poppins"/>
              </a:rPr>
              <a:t>xx/xx/xx</a:t>
            </a:r>
            <a:endParaRPr b="1" i="0" sz="1400" u="none" cap="none" strike="noStrike">
              <a:solidFill>
                <a:schemeClr val="lt1"/>
              </a:solidFill>
              <a:latin typeface="Poppins"/>
              <a:ea typeface="Poppins"/>
              <a:cs typeface="Poppins"/>
              <a:sym typeface="Poppins"/>
            </a:endParaRPr>
          </a:p>
        </p:txBody>
      </p:sp>
      <p:sp>
        <p:nvSpPr>
          <p:cNvPr id="122" name="Google Shape;122;g3e0ecafcc09_0_0"/>
          <p:cNvSpPr txBox="1"/>
          <p:nvPr/>
        </p:nvSpPr>
        <p:spPr>
          <a:xfrm>
            <a:off x="39778" y="1911638"/>
            <a:ext cx="206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Poppins"/>
                <a:ea typeface="Poppins"/>
                <a:cs typeface="Poppins"/>
                <a:sym typeface="Poppins"/>
              </a:rPr>
              <a:t>Projeto</a:t>
            </a:r>
            <a:endParaRPr b="0" i="0" sz="1400" u="none" cap="none" strike="noStrike">
              <a:solidFill>
                <a:srgbClr val="000000"/>
              </a:solidFill>
              <a:latin typeface="Arial"/>
              <a:ea typeface="Arial"/>
              <a:cs typeface="Arial"/>
              <a:sym typeface="Arial"/>
            </a:endParaRPr>
          </a:p>
        </p:txBody>
      </p:sp>
      <p:sp>
        <p:nvSpPr>
          <p:cNvPr id="123" name="Google Shape;123;g3e0ecafcc09_0_0"/>
          <p:cNvSpPr txBox="1"/>
          <p:nvPr/>
        </p:nvSpPr>
        <p:spPr>
          <a:xfrm>
            <a:off x="39778" y="2660340"/>
            <a:ext cx="206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Poppins"/>
                <a:ea typeface="Poppins"/>
                <a:cs typeface="Poppins"/>
                <a:sym typeface="Poppins"/>
              </a:rPr>
              <a:t>Pagamento</a:t>
            </a:r>
            <a:endParaRPr b="0" i="0" sz="1400" u="none" cap="none" strike="noStrike">
              <a:solidFill>
                <a:srgbClr val="000000"/>
              </a:solidFill>
              <a:latin typeface="Arial"/>
              <a:ea typeface="Arial"/>
              <a:cs typeface="Arial"/>
              <a:sym typeface="Arial"/>
            </a:endParaRPr>
          </a:p>
        </p:txBody>
      </p:sp>
      <p:sp>
        <p:nvSpPr>
          <p:cNvPr id="124" name="Google Shape;124;g3e0ecafcc09_0_0"/>
          <p:cNvSpPr txBox="1"/>
          <p:nvPr/>
        </p:nvSpPr>
        <p:spPr>
          <a:xfrm>
            <a:off x="39778" y="2285989"/>
            <a:ext cx="206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Poppins"/>
                <a:ea typeface="Poppins"/>
                <a:cs typeface="Poppins"/>
                <a:sym typeface="Poppins"/>
              </a:rPr>
              <a:t>Investimento</a:t>
            </a:r>
            <a:endParaRPr b="0" i="0" sz="1400" u="none" cap="none" strike="noStrike">
              <a:solidFill>
                <a:srgbClr val="000000"/>
              </a:solidFill>
              <a:latin typeface="Arial"/>
              <a:ea typeface="Arial"/>
              <a:cs typeface="Arial"/>
              <a:sym typeface="Arial"/>
            </a:endParaRPr>
          </a:p>
        </p:txBody>
      </p:sp>
      <p:sp>
        <p:nvSpPr>
          <p:cNvPr id="125" name="Google Shape;125;g3e0ecafcc09_0_0"/>
          <p:cNvSpPr txBox="1"/>
          <p:nvPr/>
        </p:nvSpPr>
        <p:spPr>
          <a:xfrm>
            <a:off x="39778" y="3034691"/>
            <a:ext cx="206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Poppins"/>
                <a:ea typeface="Poppins"/>
                <a:cs typeface="Poppins"/>
                <a:sym typeface="Poppins"/>
              </a:rPr>
              <a:t>Prazos</a:t>
            </a:r>
            <a:endParaRPr b="0" i="0" sz="1400" u="none" cap="none" strike="noStrike">
              <a:solidFill>
                <a:srgbClr val="000000"/>
              </a:solidFill>
              <a:latin typeface="Arial"/>
              <a:ea typeface="Arial"/>
              <a:cs typeface="Arial"/>
              <a:sym typeface="Arial"/>
            </a:endParaRPr>
          </a:p>
        </p:txBody>
      </p:sp>
      <p:sp>
        <p:nvSpPr>
          <p:cNvPr id="126" name="Google Shape;126;g3e0ecafcc09_0_0"/>
          <p:cNvSpPr txBox="1"/>
          <p:nvPr/>
        </p:nvSpPr>
        <p:spPr>
          <a:xfrm>
            <a:off x="39778" y="3409042"/>
            <a:ext cx="206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Poppins"/>
                <a:ea typeface="Poppins"/>
                <a:cs typeface="Poppins"/>
                <a:sym typeface="Poppins"/>
              </a:rPr>
              <a:t>Garantia</a:t>
            </a:r>
            <a:endParaRPr b="0" i="0" sz="1400" u="none" cap="none" strike="noStrike">
              <a:solidFill>
                <a:srgbClr val="000000"/>
              </a:solidFill>
              <a:latin typeface="Arial"/>
              <a:ea typeface="Arial"/>
              <a:cs typeface="Arial"/>
              <a:sym typeface="Arial"/>
            </a:endParaRPr>
          </a:p>
        </p:txBody>
      </p:sp>
      <p:sp>
        <p:nvSpPr>
          <p:cNvPr id="127" name="Google Shape;127;g3e0ecafcc09_0_0"/>
          <p:cNvSpPr txBox="1"/>
          <p:nvPr/>
        </p:nvSpPr>
        <p:spPr>
          <a:xfrm>
            <a:off x="39778" y="3783395"/>
            <a:ext cx="206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Poppins"/>
                <a:ea typeface="Poppins"/>
                <a:cs typeface="Poppins"/>
                <a:sym typeface="Poppins"/>
              </a:rPr>
              <a:t>Regras </a:t>
            </a:r>
            <a:endParaRPr b="0" i="0" sz="1400" u="none" cap="none" strike="noStrike">
              <a:solidFill>
                <a:srgbClr val="000000"/>
              </a:solidFill>
              <a:latin typeface="Arial"/>
              <a:ea typeface="Arial"/>
              <a:cs typeface="Arial"/>
              <a:sym typeface="Arial"/>
            </a:endParaRPr>
          </a:p>
        </p:txBody>
      </p:sp>
      <p:graphicFrame>
        <p:nvGraphicFramePr>
          <p:cNvPr id="128" name="Google Shape;128;g3e0ecafcc09_0_0"/>
          <p:cNvGraphicFramePr/>
          <p:nvPr/>
        </p:nvGraphicFramePr>
        <p:xfrm>
          <a:off x="2469627" y="1721928"/>
          <a:ext cx="3000000" cy="3000000"/>
        </p:xfrm>
        <a:graphic>
          <a:graphicData uri="http://schemas.openxmlformats.org/drawingml/2006/table">
            <a:tbl>
              <a:tblPr bandRow="1" firstRow="1">
                <a:noFill/>
                <a:tableStyleId>{832ACE13-8267-4235-9BEE-2791E3124016}</a:tableStyleId>
              </a:tblPr>
              <a:tblGrid>
                <a:gridCol w="4352475"/>
                <a:gridCol w="4352475"/>
              </a:tblGrid>
              <a:tr h="1031225">
                <a:tc>
                  <a:txBody>
                    <a:bodyPr/>
                    <a:lstStyle/>
                    <a:p>
                      <a:pPr indent="0" lvl="0" marL="0" marR="0" rtl="0" algn="ctr">
                        <a:lnSpc>
                          <a:spcPct val="150000"/>
                        </a:lnSpc>
                        <a:spcBef>
                          <a:spcPts val="0"/>
                        </a:spcBef>
                        <a:spcAft>
                          <a:spcPts val="0"/>
                        </a:spcAft>
                        <a:buClr>
                          <a:srgbClr val="000000"/>
                        </a:buClr>
                        <a:buSzPts val="1600"/>
                        <a:buFont typeface="Arial"/>
                        <a:buNone/>
                      </a:pPr>
                      <a:r>
                        <a:rPr lang="en-US" sz="1600" u="none" cap="none" strike="noStrike">
                          <a:solidFill>
                            <a:srgbClr val="FF0000"/>
                          </a:solidFill>
                          <a:latin typeface="Poppins"/>
                          <a:ea typeface="Poppins"/>
                          <a:cs typeface="Poppins"/>
                          <a:sym typeface="Poppins"/>
                        </a:rPr>
                        <a:t>Nome</a:t>
                      </a:r>
                      <a:endParaRPr sz="1400" u="none" cap="none" strike="noStrike"/>
                    </a:p>
                    <a:p>
                      <a:pPr indent="0" lvl="0" marL="0" marR="0" rtl="0" algn="ctr">
                        <a:lnSpc>
                          <a:spcPct val="150000"/>
                        </a:lnSpc>
                        <a:spcBef>
                          <a:spcPts val="0"/>
                        </a:spcBef>
                        <a:spcAft>
                          <a:spcPts val="0"/>
                        </a:spcAft>
                        <a:buClr>
                          <a:srgbClr val="000000"/>
                        </a:buClr>
                        <a:buSzPts val="1200"/>
                        <a:buFont typeface="Arial"/>
                        <a:buNone/>
                      </a:pPr>
                      <a:r>
                        <a:rPr lang="en-US" sz="1200" u="none" cap="none" strike="noStrike">
                          <a:solidFill>
                            <a:schemeClr val="dk1"/>
                          </a:solidFill>
                          <a:latin typeface="Poppins"/>
                          <a:ea typeface="Poppins"/>
                          <a:cs typeface="Poppins"/>
                          <a:sym typeface="Poppins"/>
                        </a:rPr>
                        <a:t>{{ nome_razao_social }}</a:t>
                      </a:r>
                      <a:endParaRPr sz="1100" u="none" cap="none" strike="noStrike">
                        <a:solidFill>
                          <a:schemeClr val="dk1"/>
                        </a:solidFill>
                        <a:latin typeface="Poppins"/>
                        <a:ea typeface="Poppins"/>
                        <a:cs typeface="Poppins"/>
                        <a:sym typeface="Poppins"/>
                      </a:endParaRPr>
                    </a:p>
                  </a:txBody>
                  <a:tcPr marT="45725" marB="45725" marR="91450" marL="91450" anchor="ctr">
                    <a:lnL cap="flat" cmpd="sng" w="57150">
                      <a:solidFill>
                        <a:srgbClr val="FF0000"/>
                      </a:solidFill>
                      <a:prstDash val="solid"/>
                      <a:round/>
                      <a:headEnd len="sm" w="sm" type="none"/>
                      <a:tailEnd len="sm" w="sm" type="none"/>
                    </a:lnL>
                    <a:lnR cap="flat" cmpd="sng" w="57150">
                      <a:solidFill>
                        <a:srgbClr val="FF0000"/>
                      </a:solidFill>
                      <a:prstDash val="solid"/>
                      <a:round/>
                      <a:headEnd len="sm" w="sm" type="none"/>
                      <a:tailEnd len="sm" w="sm" type="none"/>
                    </a:lnR>
                    <a:lnT cap="flat" cmpd="sng" w="57150">
                      <a:solidFill>
                        <a:srgbClr val="FF0000"/>
                      </a:solidFill>
                      <a:prstDash val="solid"/>
                      <a:round/>
                      <a:headEnd len="sm" w="sm" type="none"/>
                      <a:tailEnd len="sm" w="sm" type="none"/>
                    </a:lnT>
                    <a:lnB cap="flat" cmpd="sng" w="57150">
                      <a:solidFill>
                        <a:srgbClr val="FF0000"/>
                      </a:solidFill>
                      <a:prstDash val="solid"/>
                      <a:round/>
                      <a:headEnd len="sm" w="sm" type="none"/>
                      <a:tailEnd len="sm" w="sm" type="none"/>
                    </a:lnB>
                    <a:solidFill>
                      <a:schemeClr val="lt1"/>
                    </a:solidFill>
                  </a:tcPr>
                </a:tc>
                <a:tc>
                  <a:txBody>
                    <a:bodyPr/>
                    <a:lstStyle/>
                    <a:p>
                      <a:pPr indent="0" lvl="0" marL="0" marR="0" rtl="0" algn="ctr">
                        <a:lnSpc>
                          <a:spcPct val="150000"/>
                        </a:lnSpc>
                        <a:spcBef>
                          <a:spcPts val="0"/>
                        </a:spcBef>
                        <a:spcAft>
                          <a:spcPts val="0"/>
                        </a:spcAft>
                        <a:buClr>
                          <a:srgbClr val="000000"/>
                        </a:buClr>
                        <a:buSzPts val="1600"/>
                        <a:buFont typeface="Arial"/>
                        <a:buNone/>
                      </a:pPr>
                      <a:r>
                        <a:rPr lang="en-US" sz="1600" u="none" cap="none" strike="noStrike">
                          <a:solidFill>
                            <a:srgbClr val="FF0000"/>
                          </a:solidFill>
                          <a:latin typeface="Poppins"/>
                          <a:ea typeface="Poppins"/>
                          <a:cs typeface="Poppins"/>
                          <a:sym typeface="Poppins"/>
                        </a:rPr>
                        <a:t>Contato</a:t>
                      </a:r>
                      <a:endParaRPr sz="1400" u="none" cap="none" strike="noStrike"/>
                    </a:p>
                    <a:p>
                      <a:pPr indent="0" lvl="0" marL="0" marR="0" rtl="0" algn="ctr">
                        <a:lnSpc>
                          <a:spcPct val="150000"/>
                        </a:lnSpc>
                        <a:spcBef>
                          <a:spcPts val="0"/>
                        </a:spcBef>
                        <a:spcAft>
                          <a:spcPts val="0"/>
                        </a:spcAft>
                        <a:buClr>
                          <a:schemeClr val="dk1"/>
                        </a:buClr>
                        <a:buSzPts val="1200"/>
                        <a:buFont typeface="Poppins"/>
                        <a:buNone/>
                      </a:pPr>
                      <a:r>
                        <a:rPr lang="en-US" sz="1200" u="none" cap="none" strike="noStrike">
                          <a:solidFill>
                            <a:schemeClr val="dk1"/>
                          </a:solidFill>
                          <a:latin typeface="Poppins"/>
                          <a:ea typeface="Poppins"/>
                          <a:cs typeface="Poppins"/>
                          <a:sym typeface="Poppins"/>
                        </a:rPr>
                        <a:t>{{ nome_contato }}</a:t>
                      </a:r>
                      <a:endParaRPr b="1" sz="1200" u="none" cap="none" strike="noStrike">
                        <a:solidFill>
                          <a:schemeClr val="dk1"/>
                        </a:solidFill>
                        <a:latin typeface="Poppins"/>
                        <a:ea typeface="Poppins"/>
                        <a:cs typeface="Poppins"/>
                        <a:sym typeface="Poppins"/>
                      </a:endParaRPr>
                    </a:p>
                  </a:txBody>
                  <a:tcPr marT="45725" marB="45725" marR="91450" marL="91450" anchor="ctr">
                    <a:lnL cap="flat" cmpd="sng" w="57150">
                      <a:solidFill>
                        <a:srgbClr val="FF0000"/>
                      </a:solidFill>
                      <a:prstDash val="solid"/>
                      <a:round/>
                      <a:headEnd len="sm" w="sm" type="none"/>
                      <a:tailEnd len="sm" w="sm" type="none"/>
                    </a:lnL>
                    <a:lnR cap="flat" cmpd="sng" w="57150">
                      <a:solidFill>
                        <a:srgbClr val="FF0000"/>
                      </a:solidFill>
                      <a:prstDash val="solid"/>
                      <a:round/>
                      <a:headEnd len="sm" w="sm" type="none"/>
                      <a:tailEnd len="sm" w="sm" type="none"/>
                    </a:lnR>
                    <a:lnT cap="flat" cmpd="sng" w="57150">
                      <a:solidFill>
                        <a:srgbClr val="FF0000"/>
                      </a:solidFill>
                      <a:prstDash val="solid"/>
                      <a:round/>
                      <a:headEnd len="sm" w="sm" type="none"/>
                      <a:tailEnd len="sm" w="sm" type="none"/>
                    </a:lnT>
                    <a:lnB cap="flat" cmpd="sng" w="57150">
                      <a:solidFill>
                        <a:srgbClr val="FF0000"/>
                      </a:solidFill>
                      <a:prstDash val="solid"/>
                      <a:round/>
                      <a:headEnd len="sm" w="sm" type="none"/>
                      <a:tailEnd len="sm" w="sm" type="none"/>
                    </a:lnB>
                    <a:solidFill>
                      <a:schemeClr val="lt1"/>
                    </a:solidFill>
                  </a:tcPr>
                </a:tc>
              </a:tr>
              <a:tr h="1031225">
                <a:tc gridSpan="2">
                  <a:txBody>
                    <a:bodyPr/>
                    <a:lstStyle/>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FF0000"/>
                          </a:solidFill>
                          <a:latin typeface="Poppins"/>
                          <a:ea typeface="Poppins"/>
                          <a:cs typeface="Poppins"/>
                          <a:sym typeface="Poppins"/>
                        </a:rPr>
                        <a:t>Endereço</a:t>
                      </a:r>
                      <a:endParaRPr sz="1400" u="none" cap="none" strike="noStrike"/>
                    </a:p>
                    <a:p>
                      <a:pPr indent="0" lvl="0" marL="0" marR="0" rtl="0" algn="ctr">
                        <a:lnSpc>
                          <a:spcPct val="150000"/>
                        </a:lnSpc>
                        <a:spcBef>
                          <a:spcPts val="0"/>
                        </a:spcBef>
                        <a:spcAft>
                          <a:spcPts val="0"/>
                        </a:spcAft>
                        <a:buClr>
                          <a:srgbClr val="000000"/>
                        </a:buClr>
                        <a:buSzPts val="1200"/>
                        <a:buFont typeface="Arial"/>
                        <a:buNone/>
                      </a:pPr>
                      <a:r>
                        <a:rPr b="1" lang="en-US" sz="1200" u="none" cap="none" strike="noStrike">
                          <a:latin typeface="Poppins"/>
                          <a:ea typeface="Poppins"/>
                          <a:cs typeface="Poppins"/>
                          <a:sym typeface="Poppins"/>
                        </a:rPr>
                        <a:t>{{ endereco_obra }}</a:t>
                      </a:r>
                      <a:endParaRPr b="1" sz="1200" u="none" cap="none" strike="noStrike">
                        <a:solidFill>
                          <a:schemeClr val="dk1"/>
                        </a:solidFill>
                        <a:latin typeface="Poppins"/>
                        <a:ea typeface="Poppins"/>
                        <a:cs typeface="Poppins"/>
                        <a:sym typeface="Poppins"/>
                      </a:endParaRPr>
                    </a:p>
                  </a:txBody>
                  <a:tcPr marT="45725" marB="45725" marR="91450" marL="91450" anchor="ctr">
                    <a:lnL cap="flat" cmpd="sng" w="57150">
                      <a:solidFill>
                        <a:srgbClr val="FF0000"/>
                      </a:solidFill>
                      <a:prstDash val="solid"/>
                      <a:round/>
                      <a:headEnd len="sm" w="sm" type="none"/>
                      <a:tailEnd len="sm" w="sm" type="none"/>
                    </a:lnL>
                    <a:lnR cap="flat" cmpd="sng" w="57150">
                      <a:solidFill>
                        <a:srgbClr val="FF0000"/>
                      </a:solidFill>
                      <a:prstDash val="solid"/>
                      <a:round/>
                      <a:headEnd len="sm" w="sm" type="none"/>
                      <a:tailEnd len="sm" w="sm" type="none"/>
                    </a:lnR>
                    <a:lnT cap="flat" cmpd="sng" w="57150">
                      <a:solidFill>
                        <a:srgbClr val="FF0000"/>
                      </a:solidFill>
                      <a:prstDash val="solid"/>
                      <a:round/>
                      <a:headEnd len="sm" w="sm" type="none"/>
                      <a:tailEnd len="sm" w="sm" type="none"/>
                    </a:lnT>
                    <a:lnB cap="flat" cmpd="sng" w="57150">
                      <a:solidFill>
                        <a:srgbClr val="FF0000"/>
                      </a:solidFill>
                      <a:prstDash val="solid"/>
                      <a:round/>
                      <a:headEnd len="sm" w="sm" type="none"/>
                      <a:tailEnd len="sm" w="sm" type="none"/>
                    </a:lnB>
                    <a:solidFill>
                      <a:schemeClr val="lt1"/>
                    </a:solidFill>
                  </a:tcPr>
                </a:tc>
                <a:tc hMerge="1"/>
              </a:tr>
              <a:tr h="1031225">
                <a:tc>
                  <a:txBody>
                    <a:bodyPr/>
                    <a:lstStyle/>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FF0000"/>
                          </a:solidFill>
                          <a:latin typeface="Poppins"/>
                          <a:ea typeface="Poppins"/>
                          <a:cs typeface="Poppins"/>
                          <a:sym typeface="Poppins"/>
                        </a:rPr>
                        <a:t>Telefone</a:t>
                      </a:r>
                      <a:endParaRPr sz="1400" u="none" cap="none" strike="noStrike"/>
                    </a:p>
                    <a:p>
                      <a:pPr indent="0" lvl="0" marL="0" marR="0" rtl="0" algn="ctr">
                        <a:lnSpc>
                          <a:spcPct val="150000"/>
                        </a:lnSpc>
                        <a:spcBef>
                          <a:spcPts val="0"/>
                        </a:spcBef>
                        <a:spcAft>
                          <a:spcPts val="0"/>
                        </a:spcAft>
                        <a:buClr>
                          <a:srgbClr val="000000"/>
                        </a:buClr>
                        <a:buSzPts val="1200"/>
                        <a:buFont typeface="Arial"/>
                        <a:buNone/>
                      </a:pPr>
                      <a:r>
                        <a:rPr b="1" lang="en-US" sz="1200" u="none" cap="none" strike="noStrike">
                          <a:latin typeface="Poppins"/>
                          <a:ea typeface="Poppins"/>
                          <a:cs typeface="Poppins"/>
                          <a:sym typeface="Poppins"/>
                        </a:rPr>
                        <a:t>{{ telefone }}</a:t>
                      </a:r>
                      <a:endParaRPr b="1" sz="1200" u="none" cap="none" strike="noStrike">
                        <a:solidFill>
                          <a:schemeClr val="dk1"/>
                        </a:solidFill>
                        <a:latin typeface="Poppins"/>
                        <a:ea typeface="Poppins"/>
                        <a:cs typeface="Poppins"/>
                        <a:sym typeface="Poppins"/>
                      </a:endParaRPr>
                    </a:p>
                  </a:txBody>
                  <a:tcPr marT="45725" marB="45725" marR="91450" marL="91450" anchor="ctr">
                    <a:lnL cap="flat" cmpd="sng" w="57150">
                      <a:solidFill>
                        <a:srgbClr val="FF0000"/>
                      </a:solidFill>
                      <a:prstDash val="solid"/>
                      <a:round/>
                      <a:headEnd len="sm" w="sm" type="none"/>
                      <a:tailEnd len="sm" w="sm" type="none"/>
                    </a:lnL>
                    <a:lnR cap="flat" cmpd="sng" w="57150">
                      <a:solidFill>
                        <a:srgbClr val="FF0000"/>
                      </a:solidFill>
                      <a:prstDash val="solid"/>
                      <a:round/>
                      <a:headEnd len="sm" w="sm" type="none"/>
                      <a:tailEnd len="sm" w="sm" type="none"/>
                    </a:lnR>
                    <a:lnT cap="flat" cmpd="sng" w="57150">
                      <a:solidFill>
                        <a:srgbClr val="FF0000"/>
                      </a:solidFill>
                      <a:prstDash val="solid"/>
                      <a:round/>
                      <a:headEnd len="sm" w="sm" type="none"/>
                      <a:tailEnd len="sm" w="sm" type="none"/>
                    </a:lnT>
                    <a:lnB cap="flat" cmpd="sng" w="57150">
                      <a:solidFill>
                        <a:srgbClr val="FF0000"/>
                      </a:solidFill>
                      <a:prstDash val="solid"/>
                      <a:round/>
                      <a:headEnd len="sm" w="sm" type="none"/>
                      <a:tailEnd len="sm" w="sm" type="none"/>
                    </a:lnB>
                    <a:solidFill>
                      <a:schemeClr val="lt1"/>
                    </a:solidFill>
                  </a:tcPr>
                </a:tc>
                <a:tc>
                  <a:txBody>
                    <a:bodyPr/>
                    <a:lstStyle/>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FF0000"/>
                          </a:solidFill>
                          <a:latin typeface="Poppins"/>
                          <a:ea typeface="Poppins"/>
                          <a:cs typeface="Poppins"/>
                          <a:sym typeface="Poppins"/>
                        </a:rPr>
                        <a:t>E-Mail</a:t>
                      </a:r>
                      <a:endParaRPr sz="1400" u="none" cap="none" strike="noStrike"/>
                    </a:p>
                    <a:p>
                      <a:pPr indent="0" lvl="0" marL="0" marR="0" rtl="0" algn="ctr">
                        <a:lnSpc>
                          <a:spcPct val="150000"/>
                        </a:lnSpc>
                        <a:spcBef>
                          <a:spcPts val="0"/>
                        </a:spcBef>
                        <a:spcAft>
                          <a:spcPts val="0"/>
                        </a:spcAft>
                        <a:buClr>
                          <a:srgbClr val="000000"/>
                        </a:buClr>
                        <a:buSzPts val="1200"/>
                        <a:buFont typeface="Arial"/>
                        <a:buNone/>
                      </a:pPr>
                      <a:r>
                        <a:rPr b="1" lang="en-US" sz="1200" u="none" cap="none" strike="noStrike">
                          <a:latin typeface="Poppins"/>
                          <a:ea typeface="Poppins"/>
                          <a:cs typeface="Poppins"/>
                          <a:sym typeface="Poppins"/>
                        </a:rPr>
                        <a:t>{{ email }}</a:t>
                      </a:r>
                      <a:endParaRPr b="1" sz="1200" u="none" cap="none" strike="noStrike">
                        <a:solidFill>
                          <a:schemeClr val="dk1"/>
                        </a:solidFill>
                        <a:latin typeface="Poppins"/>
                        <a:ea typeface="Poppins"/>
                        <a:cs typeface="Poppins"/>
                        <a:sym typeface="Poppins"/>
                      </a:endParaRPr>
                    </a:p>
                  </a:txBody>
                  <a:tcPr marT="45725" marB="45725" marR="91450" marL="91450" anchor="ctr">
                    <a:lnL cap="flat" cmpd="sng" w="57150">
                      <a:solidFill>
                        <a:srgbClr val="FF0000"/>
                      </a:solidFill>
                      <a:prstDash val="solid"/>
                      <a:round/>
                      <a:headEnd len="sm" w="sm" type="none"/>
                      <a:tailEnd len="sm" w="sm" type="none"/>
                    </a:lnL>
                    <a:lnR cap="flat" cmpd="sng" w="57150">
                      <a:solidFill>
                        <a:srgbClr val="FF0000"/>
                      </a:solidFill>
                      <a:prstDash val="solid"/>
                      <a:round/>
                      <a:headEnd len="sm" w="sm" type="none"/>
                      <a:tailEnd len="sm" w="sm" type="none"/>
                    </a:lnR>
                    <a:lnT cap="flat" cmpd="sng" w="57150">
                      <a:solidFill>
                        <a:srgbClr val="FF0000"/>
                      </a:solidFill>
                      <a:prstDash val="solid"/>
                      <a:round/>
                      <a:headEnd len="sm" w="sm" type="none"/>
                      <a:tailEnd len="sm" w="sm" type="none"/>
                    </a:lnT>
                    <a:lnB cap="flat" cmpd="sng" w="57150">
                      <a:solidFill>
                        <a:srgbClr val="FF0000"/>
                      </a:solidFill>
                      <a:prstDash val="solid"/>
                      <a:round/>
                      <a:headEnd len="sm" w="sm" type="none"/>
                      <a:tailEnd len="sm" w="sm" type="none"/>
                    </a:lnB>
                    <a:solidFill>
                      <a:schemeClr val="lt1"/>
                    </a:solidFill>
                  </a:tcPr>
                </a:tc>
              </a:tr>
              <a:tr h="1031225">
                <a:tc gridSpan="2">
                  <a:txBody>
                    <a:bodyPr/>
                    <a:lstStyle/>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FF0000"/>
                          </a:solidFill>
                          <a:latin typeface="Poppins"/>
                          <a:ea typeface="Poppins"/>
                          <a:cs typeface="Poppins"/>
                          <a:sym typeface="Poppins"/>
                        </a:rPr>
                        <a:t>Local da obra</a:t>
                      </a:r>
                      <a:endParaRPr sz="1400" u="none" cap="none" strike="noStrike"/>
                    </a:p>
                    <a:p>
                      <a:pPr indent="0" lvl="0" marL="0" marR="0" rtl="0" algn="ctr">
                        <a:lnSpc>
                          <a:spcPct val="150000"/>
                        </a:lnSpc>
                        <a:spcBef>
                          <a:spcPts val="0"/>
                        </a:spcBef>
                        <a:spcAft>
                          <a:spcPts val="0"/>
                        </a:spcAft>
                        <a:buClr>
                          <a:srgbClr val="000000"/>
                        </a:buClr>
                        <a:buSzPts val="1200"/>
                        <a:buFont typeface="Arial"/>
                        <a:buNone/>
                      </a:pPr>
                      <a:r>
                        <a:rPr b="1" lang="en-US" sz="1200" u="none" cap="none" strike="noStrike">
                          <a:latin typeface="Poppins"/>
                          <a:ea typeface="Poppins"/>
                          <a:cs typeface="Poppins"/>
                          <a:sym typeface="Poppins"/>
                        </a:rPr>
                        <a:t>{{ local_obra }}</a:t>
                      </a:r>
                      <a:endParaRPr b="1" sz="1200" u="none" cap="none" strike="noStrike">
                        <a:solidFill>
                          <a:schemeClr val="dk1"/>
                        </a:solidFill>
                        <a:latin typeface="Poppins"/>
                        <a:ea typeface="Poppins"/>
                        <a:cs typeface="Poppins"/>
                        <a:sym typeface="Poppins"/>
                      </a:endParaRPr>
                    </a:p>
                  </a:txBody>
                  <a:tcPr marT="45725" marB="45725" marR="91450" marL="91450" anchor="ctr">
                    <a:lnL cap="flat" cmpd="sng" w="57150">
                      <a:solidFill>
                        <a:srgbClr val="FF0000"/>
                      </a:solidFill>
                      <a:prstDash val="solid"/>
                      <a:round/>
                      <a:headEnd len="sm" w="sm" type="none"/>
                      <a:tailEnd len="sm" w="sm" type="none"/>
                    </a:lnL>
                    <a:lnR cap="flat" cmpd="sng" w="57150">
                      <a:solidFill>
                        <a:srgbClr val="FF0000"/>
                      </a:solidFill>
                      <a:prstDash val="solid"/>
                      <a:round/>
                      <a:headEnd len="sm" w="sm" type="none"/>
                      <a:tailEnd len="sm" w="sm" type="none"/>
                    </a:lnR>
                    <a:lnT cap="flat" cmpd="sng" w="57150">
                      <a:solidFill>
                        <a:srgbClr val="FF0000"/>
                      </a:solidFill>
                      <a:prstDash val="solid"/>
                      <a:round/>
                      <a:headEnd len="sm" w="sm" type="none"/>
                      <a:tailEnd len="sm" w="sm" type="none"/>
                    </a:lnT>
                    <a:lnB cap="flat" cmpd="sng" w="57150">
                      <a:solidFill>
                        <a:srgbClr val="FF0000"/>
                      </a:solidFill>
                      <a:prstDash val="solid"/>
                      <a:round/>
                      <a:headEnd len="sm" w="sm" type="none"/>
                      <a:tailEnd len="sm" w="sm" type="none"/>
                    </a:lnB>
                    <a:solidFill>
                      <a:schemeClr val="lt1"/>
                    </a:solidFill>
                  </a:tcPr>
                </a:tc>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7"/>
          <p:cNvSpPr/>
          <p:nvPr/>
        </p:nvSpPr>
        <p:spPr>
          <a:xfrm>
            <a:off x="0" y="0"/>
            <a:ext cx="1914600" cy="6858000"/>
          </a:xfrm>
          <a:prstGeom prst="rect">
            <a:avLst/>
          </a:prstGeom>
          <a:solidFill>
            <a:srgbClr val="FF0000"/>
          </a:solidFill>
          <a:ln cap="flat" cmpd="sng" w="12700">
            <a:solidFill>
              <a:srgbClr val="FF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Google Shape;67;p2" id="134" name="Google Shape;134;p7"/>
          <p:cNvPicPr preferRelativeResize="0"/>
          <p:nvPr/>
        </p:nvPicPr>
        <p:blipFill rotWithShape="1">
          <a:blip r:embed="rId3">
            <a:alphaModFix/>
          </a:blip>
          <a:srcRect b="0" l="0" r="0" t="0"/>
          <a:stretch/>
        </p:blipFill>
        <p:spPr>
          <a:xfrm>
            <a:off x="277393" y="322703"/>
            <a:ext cx="622723" cy="600018"/>
          </a:xfrm>
          <a:prstGeom prst="rect">
            <a:avLst/>
          </a:prstGeom>
          <a:noFill/>
          <a:ln>
            <a:noFill/>
          </a:ln>
        </p:spPr>
      </p:pic>
      <p:sp>
        <p:nvSpPr>
          <p:cNvPr id="135" name="Google Shape;135;p7"/>
          <p:cNvSpPr txBox="1"/>
          <p:nvPr/>
        </p:nvSpPr>
        <p:spPr>
          <a:xfrm>
            <a:off x="85496" y="1911636"/>
            <a:ext cx="1973700" cy="3072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FFFFFF"/>
              </a:buClr>
              <a:buSzPts val="1400"/>
              <a:buFont typeface="Poppins"/>
              <a:buNone/>
            </a:pPr>
            <a:r>
              <a:rPr b="0" i="0" lang="en-US" sz="1400" u="none" cap="none" strike="noStrike">
                <a:solidFill>
                  <a:srgbClr val="FFFFFF"/>
                </a:solidFill>
                <a:latin typeface="Poppins"/>
                <a:ea typeface="Poppins"/>
                <a:cs typeface="Poppins"/>
                <a:sym typeface="Poppins"/>
              </a:rPr>
              <a:t>Projeto</a:t>
            </a:r>
            <a:endParaRPr b="0" i="0" sz="1400" u="none" cap="none" strike="noStrike">
              <a:solidFill>
                <a:srgbClr val="000000"/>
              </a:solidFill>
              <a:latin typeface="Arial"/>
              <a:ea typeface="Arial"/>
              <a:cs typeface="Arial"/>
              <a:sym typeface="Arial"/>
            </a:endParaRPr>
          </a:p>
        </p:txBody>
      </p:sp>
      <p:sp>
        <p:nvSpPr>
          <p:cNvPr id="136" name="Google Shape;136;p7"/>
          <p:cNvSpPr txBox="1"/>
          <p:nvPr/>
        </p:nvSpPr>
        <p:spPr>
          <a:xfrm>
            <a:off x="85496" y="2660338"/>
            <a:ext cx="1973700" cy="3072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FFFFFF"/>
              </a:buClr>
              <a:buSzPts val="1400"/>
              <a:buFont typeface="Poppins"/>
              <a:buNone/>
            </a:pPr>
            <a:r>
              <a:rPr b="0" i="0" lang="en-US" sz="1400" u="none" cap="none" strike="noStrike">
                <a:solidFill>
                  <a:srgbClr val="FFFFFF"/>
                </a:solidFill>
                <a:latin typeface="Poppins"/>
                <a:ea typeface="Poppins"/>
                <a:cs typeface="Poppins"/>
                <a:sym typeface="Poppins"/>
              </a:rPr>
              <a:t>Pagamento</a:t>
            </a:r>
            <a:endParaRPr b="0" i="0" sz="1400" u="none" cap="none" strike="noStrike">
              <a:solidFill>
                <a:srgbClr val="000000"/>
              </a:solidFill>
              <a:latin typeface="Arial"/>
              <a:ea typeface="Arial"/>
              <a:cs typeface="Arial"/>
              <a:sym typeface="Arial"/>
            </a:endParaRPr>
          </a:p>
        </p:txBody>
      </p:sp>
      <p:sp>
        <p:nvSpPr>
          <p:cNvPr id="137" name="Google Shape;137;p7"/>
          <p:cNvSpPr txBox="1"/>
          <p:nvPr/>
        </p:nvSpPr>
        <p:spPr>
          <a:xfrm>
            <a:off x="85496" y="2285987"/>
            <a:ext cx="1973700" cy="3072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FFFFFF"/>
              </a:buClr>
              <a:buSzPts val="1400"/>
              <a:buFont typeface="Poppins"/>
              <a:buNone/>
            </a:pPr>
            <a:r>
              <a:rPr b="0" i="0" lang="en-US" sz="1400" u="none" cap="none" strike="noStrike">
                <a:solidFill>
                  <a:srgbClr val="FFFFFF"/>
                </a:solidFill>
                <a:latin typeface="Poppins"/>
                <a:ea typeface="Poppins"/>
                <a:cs typeface="Poppins"/>
                <a:sym typeface="Poppins"/>
              </a:rPr>
              <a:t>Investimento</a:t>
            </a:r>
            <a:endParaRPr b="0" i="0" sz="1400" u="none" cap="none" strike="noStrike">
              <a:solidFill>
                <a:srgbClr val="000000"/>
              </a:solidFill>
              <a:latin typeface="Arial"/>
              <a:ea typeface="Arial"/>
              <a:cs typeface="Arial"/>
              <a:sym typeface="Arial"/>
            </a:endParaRPr>
          </a:p>
        </p:txBody>
      </p:sp>
      <p:sp>
        <p:nvSpPr>
          <p:cNvPr id="138" name="Google Shape;138;p7"/>
          <p:cNvSpPr txBox="1"/>
          <p:nvPr/>
        </p:nvSpPr>
        <p:spPr>
          <a:xfrm>
            <a:off x="85496" y="3034689"/>
            <a:ext cx="1973700" cy="3072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FFFFFF"/>
              </a:buClr>
              <a:buSzPts val="1400"/>
              <a:buFont typeface="Poppins"/>
              <a:buNone/>
            </a:pPr>
            <a:r>
              <a:rPr b="0" i="0" lang="en-US" sz="1400" u="none" cap="none" strike="noStrike">
                <a:solidFill>
                  <a:srgbClr val="FFFFFF"/>
                </a:solidFill>
                <a:latin typeface="Poppins"/>
                <a:ea typeface="Poppins"/>
                <a:cs typeface="Poppins"/>
                <a:sym typeface="Poppins"/>
              </a:rPr>
              <a:t>Prazos</a:t>
            </a:r>
            <a:endParaRPr b="0" i="0" sz="1400" u="none" cap="none" strike="noStrike">
              <a:solidFill>
                <a:srgbClr val="000000"/>
              </a:solidFill>
              <a:latin typeface="Arial"/>
              <a:ea typeface="Arial"/>
              <a:cs typeface="Arial"/>
              <a:sym typeface="Arial"/>
            </a:endParaRPr>
          </a:p>
        </p:txBody>
      </p:sp>
      <p:sp>
        <p:nvSpPr>
          <p:cNvPr id="139" name="Google Shape;139;p7"/>
          <p:cNvSpPr txBox="1"/>
          <p:nvPr/>
        </p:nvSpPr>
        <p:spPr>
          <a:xfrm>
            <a:off x="85496" y="3409041"/>
            <a:ext cx="1973700" cy="3072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FFFFFF"/>
              </a:buClr>
              <a:buSzPts val="1400"/>
              <a:buFont typeface="Poppins"/>
              <a:buNone/>
            </a:pPr>
            <a:r>
              <a:rPr b="0" i="0" lang="en-US" sz="1400" u="none" cap="none" strike="noStrike">
                <a:solidFill>
                  <a:srgbClr val="FFFFFF"/>
                </a:solidFill>
                <a:latin typeface="Poppins"/>
                <a:ea typeface="Poppins"/>
                <a:cs typeface="Poppins"/>
                <a:sym typeface="Poppins"/>
              </a:rPr>
              <a:t>Garantia</a:t>
            </a:r>
            <a:endParaRPr b="0" i="0" sz="1400" u="none" cap="none" strike="noStrike">
              <a:solidFill>
                <a:srgbClr val="000000"/>
              </a:solidFill>
              <a:latin typeface="Arial"/>
              <a:ea typeface="Arial"/>
              <a:cs typeface="Arial"/>
              <a:sym typeface="Arial"/>
            </a:endParaRPr>
          </a:p>
        </p:txBody>
      </p:sp>
      <p:sp>
        <p:nvSpPr>
          <p:cNvPr id="140" name="Google Shape;140;p7"/>
          <p:cNvSpPr txBox="1"/>
          <p:nvPr/>
        </p:nvSpPr>
        <p:spPr>
          <a:xfrm>
            <a:off x="85496" y="3783395"/>
            <a:ext cx="1973700" cy="3072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FFFFFF"/>
              </a:buClr>
              <a:buSzPts val="1400"/>
              <a:buFont typeface="Poppins"/>
              <a:buNone/>
            </a:pPr>
            <a:r>
              <a:rPr b="0" i="0" lang="en-US" sz="1400" u="none" cap="none" strike="noStrike">
                <a:solidFill>
                  <a:srgbClr val="FFFFFF"/>
                </a:solidFill>
                <a:latin typeface="Poppins"/>
                <a:ea typeface="Poppins"/>
                <a:cs typeface="Poppins"/>
                <a:sym typeface="Poppins"/>
              </a:rPr>
              <a:t>Regras </a:t>
            </a:r>
            <a:endParaRPr b="0" i="0" sz="1400" u="none" cap="none" strike="noStrike">
              <a:solidFill>
                <a:srgbClr val="000000"/>
              </a:solidFill>
              <a:latin typeface="Arial"/>
              <a:ea typeface="Arial"/>
              <a:cs typeface="Arial"/>
              <a:sym typeface="Arial"/>
            </a:endParaRPr>
          </a:p>
        </p:txBody>
      </p:sp>
      <p:sp>
        <p:nvSpPr>
          <p:cNvPr id="141" name="Google Shape;141;p7"/>
          <p:cNvSpPr txBox="1"/>
          <p:nvPr/>
        </p:nvSpPr>
        <p:spPr>
          <a:xfrm>
            <a:off x="2150530" y="922721"/>
            <a:ext cx="9550200" cy="3786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1600"/>
              <a:buFont typeface="Poppins"/>
              <a:buNone/>
            </a:pPr>
            <a:r>
              <a:rPr b="0" i="0" lang="en-US" sz="1600" u="none" cap="none" strike="noStrike">
                <a:solidFill>
                  <a:srgbClr val="000000"/>
                </a:solidFill>
                <a:latin typeface="Poppins"/>
                <a:ea typeface="Poppins"/>
                <a:cs typeface="Poppins"/>
                <a:sym typeface="Poppins"/>
              </a:rPr>
              <a:t>1. Projeto – </a:t>
            </a:r>
            <a:r>
              <a:rPr b="1" i="0" lang="en-US" sz="1600" u="none" cap="none" strike="noStrike">
                <a:solidFill>
                  <a:srgbClr val="000000"/>
                </a:solidFill>
                <a:latin typeface="Poppins"/>
                <a:ea typeface="Poppins"/>
                <a:cs typeface="Poppins"/>
                <a:sym typeface="Poppins"/>
              </a:rPr>
              <a:t>{{ sumario }}</a:t>
            </a:r>
            <a:endParaRPr b="1" i="0" sz="1400" u="none" cap="none" strike="noStrike">
              <a:solidFill>
                <a:srgbClr val="000000"/>
              </a:solidFil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Poppins"/>
              <a:buNone/>
            </a:pPr>
            <a:r>
              <a:rPr b="0" i="0" lang="en-US" sz="1600" u="none" cap="none" strike="noStrike">
                <a:solidFill>
                  <a:srgbClr val="000000"/>
                </a:solidFill>
                <a:latin typeface="Poppins"/>
                <a:ea typeface="Poppins"/>
                <a:cs typeface="Poppins"/>
                <a:sym typeface="Poppins"/>
              </a:rPr>
              <a:t>2. Investimento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Poppins"/>
              <a:buNone/>
            </a:pPr>
            <a:r>
              <a:rPr b="0" i="0" lang="en-US" sz="1600" u="none" cap="none" strike="noStrike">
                <a:solidFill>
                  <a:srgbClr val="000000"/>
                </a:solidFill>
                <a:latin typeface="Poppins"/>
                <a:ea typeface="Poppins"/>
                <a:cs typeface="Poppins"/>
                <a:sym typeface="Poppins"/>
              </a:rPr>
              <a:t>3. Condições de Pagamento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Poppins"/>
              <a:buNone/>
            </a:pPr>
            <a:r>
              <a:rPr b="0" i="0" lang="en-US" sz="1600" u="none" cap="none" strike="noStrike">
                <a:solidFill>
                  <a:srgbClr val="000000"/>
                </a:solidFill>
                <a:latin typeface="Poppins"/>
                <a:ea typeface="Poppins"/>
                <a:cs typeface="Poppins"/>
                <a:sym typeface="Poppins"/>
              </a:rPr>
              <a:t>4. Prazos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Poppins"/>
              <a:buNone/>
            </a:pPr>
            <a:r>
              <a:rPr b="0" i="0" lang="en-US" sz="1600" u="none" cap="none" strike="noStrike">
                <a:solidFill>
                  <a:srgbClr val="000000"/>
                </a:solidFill>
                <a:latin typeface="Poppins"/>
                <a:ea typeface="Poppins"/>
                <a:cs typeface="Poppins"/>
                <a:sym typeface="Poppins"/>
              </a:rPr>
              <a:t>5. Garantia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Poppins"/>
              <a:buNone/>
            </a:pPr>
            <a:r>
              <a:rPr b="0" i="0" lang="en-US" sz="1600" u="none" cap="none" strike="noStrike">
                <a:solidFill>
                  <a:srgbClr val="000000"/>
                </a:solidFill>
                <a:latin typeface="Poppins"/>
                <a:ea typeface="Poppins"/>
                <a:cs typeface="Poppins"/>
                <a:sym typeface="Poppins"/>
              </a:rPr>
              <a:t>6. Responsabilidades da Contratada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Poppins"/>
              <a:buNone/>
            </a:pPr>
            <a:r>
              <a:rPr b="0" i="0" lang="en-US" sz="1600" u="none" cap="none" strike="noStrike">
                <a:solidFill>
                  <a:srgbClr val="000000"/>
                </a:solidFill>
                <a:latin typeface="Poppins"/>
                <a:ea typeface="Poppins"/>
                <a:cs typeface="Poppins"/>
                <a:sym typeface="Poppins"/>
              </a:rPr>
              <a:t>7. Responsabilidades do Contratante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Poppins"/>
              <a:buNone/>
            </a:pPr>
            <a:r>
              <a:rPr b="0" i="0" lang="en-US" sz="1600" u="none" cap="none" strike="noStrike">
                <a:solidFill>
                  <a:srgbClr val="000000"/>
                </a:solidFill>
                <a:latin typeface="Poppins"/>
                <a:ea typeface="Poppins"/>
                <a:cs typeface="Poppins"/>
                <a:sym typeface="Poppins"/>
              </a:rPr>
              <a:t>8. Considerações Gerais</a:t>
            </a:r>
            <a:endParaRPr b="0" i="0" sz="1400" u="none" cap="none" strike="noStrike">
              <a:solidFill>
                <a:srgbClr val="000000"/>
              </a:solidFill>
              <a:latin typeface="Arial"/>
              <a:ea typeface="Arial"/>
              <a:cs typeface="Arial"/>
              <a:sym typeface="Arial"/>
            </a:endParaRPr>
          </a:p>
        </p:txBody>
      </p:sp>
      <p:sp>
        <p:nvSpPr>
          <p:cNvPr id="142" name="Google Shape;142;p7"/>
          <p:cNvSpPr txBox="1"/>
          <p:nvPr/>
        </p:nvSpPr>
        <p:spPr>
          <a:xfrm>
            <a:off x="2150529" y="322703"/>
            <a:ext cx="2755800" cy="5739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FF0000"/>
              </a:buClr>
              <a:buSzPts val="3200"/>
              <a:buFont typeface="Poppins"/>
              <a:buNone/>
            </a:pPr>
            <a:r>
              <a:rPr b="1" i="0" lang="en-US" sz="3200" u="none" cap="none" strike="noStrike">
                <a:solidFill>
                  <a:srgbClr val="FF0000"/>
                </a:solidFill>
                <a:latin typeface="Poppins"/>
                <a:ea typeface="Poppins"/>
                <a:cs typeface="Poppins"/>
                <a:sym typeface="Poppins"/>
              </a:rPr>
              <a:t>Sumário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