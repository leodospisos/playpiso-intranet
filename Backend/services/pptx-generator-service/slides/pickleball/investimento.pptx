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3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269" dt="2026-05-22T18:14:37.730"/>
    <p1510:client id="{31B5D17B-98B8-ADA8-8C82-B1AACC51A3A4}" v="488" dt="2026-05-22T19:07:07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33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98415AD4-453C-2C61-8074-33765217D21C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970300F-E250-1F22-96B2-E557FEBB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6" name="CaixaDeTexto 10">
            <a:extLst>
              <a:ext uri="{FF2B5EF4-FFF2-40B4-BE49-F238E27FC236}">
                <a16:creationId xmlns:a16="http://schemas.microsoft.com/office/drawing/2014/main" id="{5FB0C76A-92D8-A462-B856-3F8AC6B113A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0EAF9B9D-DDBE-6D68-4267-55B3D2D13971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9E11D68-CFA7-DE20-79FC-ED7EA652C72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321A007E-2704-52F9-6888-BF8B31D713A8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4D0600C1-6FD1-1AC7-5817-6D6042A8FA0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C8C0389-6754-B764-8786-C5E8DF0F58E5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4" name="CaixaDeTexto 15">
            <a:extLst>
              <a:ext uri="{FF2B5EF4-FFF2-40B4-BE49-F238E27FC236}">
                <a16:creationId xmlns:a16="http://schemas.microsoft.com/office/drawing/2014/main" id="{CF4E99DB-D5CF-6669-C4F8-61957610BA69}"/>
              </a:ext>
            </a:extLst>
          </p:cNvPr>
          <p:cNvSpPr txBox="1"/>
          <p:nvPr/>
        </p:nvSpPr>
        <p:spPr>
          <a:xfrm>
            <a:off x="2104811" y="322704"/>
            <a:ext cx="390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2. Investimento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graphicFrame>
        <p:nvGraphicFramePr>
          <p:cNvPr id="5" name="Tabela 7">
            <a:extLst>
              <a:ext uri="{FF2B5EF4-FFF2-40B4-BE49-F238E27FC236}">
                <a16:creationId xmlns:a16="http://schemas.microsoft.com/office/drawing/2014/main" id="{4BB21D21-143D-FA91-F74A-17BC2194D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723027"/>
              </p:ext>
            </p:extLst>
          </p:nvPr>
        </p:nvGraphicFramePr>
        <p:xfrm>
          <a:off x="2104811" y="907479"/>
          <a:ext cx="9677872" cy="3759292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4944918">
                  <a:extLst>
                    <a:ext uri="{9D8B030D-6E8A-4147-A177-3AD203B41FA5}">
                      <a16:colId xmlns:a16="http://schemas.microsoft.com/office/drawing/2014/main" val="1778375940"/>
                    </a:ext>
                  </a:extLst>
                </a:gridCol>
                <a:gridCol w="1480724">
                  <a:extLst>
                    <a:ext uri="{9D8B030D-6E8A-4147-A177-3AD203B41FA5}">
                      <a16:colId xmlns:a16="http://schemas.microsoft.com/office/drawing/2014/main" val="4254550965"/>
                    </a:ext>
                  </a:extLst>
                </a:gridCol>
                <a:gridCol w="1454633">
                  <a:extLst>
                    <a:ext uri="{9D8B030D-6E8A-4147-A177-3AD203B41FA5}">
                      <a16:colId xmlns:a16="http://schemas.microsoft.com/office/drawing/2014/main" val="3290749713"/>
                    </a:ext>
                  </a:extLst>
                </a:gridCol>
                <a:gridCol w="1797597">
                  <a:extLst>
                    <a:ext uri="{9D8B030D-6E8A-4147-A177-3AD203B41FA5}">
                      <a16:colId xmlns:a16="http://schemas.microsoft.com/office/drawing/2014/main" val="2787835671"/>
                    </a:ext>
                  </a:extLst>
                </a:gridCol>
              </a:tblGrid>
              <a:tr h="17663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Descrição</a:t>
                      </a:r>
                      <a:endParaRPr lang="pt-BR" sz="1800" dirty="0" err="1">
                        <a:latin typeface="Poppins"/>
                        <a:cs typeface="Poppin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Qtde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Unid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Valor</a:t>
                      </a:r>
                      <a:endParaRPr lang="pt-BR" sz="1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82095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BR" sz="1200" b="0" dirty="0">
                          <a:latin typeface="Poppins"/>
                          <a:cs typeface="Poppins"/>
                        </a:rPr>
                        <a:t>Piso 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– Q</a:t>
                      </a:r>
                      <a:r>
                        <a:rPr lang="en-BR" sz="1200" b="0" dirty="0" err="1">
                          <a:latin typeface="Poppins"/>
                          <a:cs typeface="Poppins"/>
                        </a:rPr>
                        <a:t>uadr</a:t>
                      </a:r>
                      <a:r>
                        <a:rPr lang="en-US" sz="1200" b="0" dirty="0" err="1">
                          <a:latin typeface="Poppins"/>
                          <a:cs typeface="Poppins"/>
                        </a:rPr>
                        <a:t>a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 de 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Pickleball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 –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 Base </a:t>
                      </a:r>
                      <a:r>
                        <a:rPr lang="en-BR" sz="1200" b="0" dirty="0" err="1">
                          <a:latin typeface="Poppins"/>
                          <a:cs typeface="Poppins"/>
                        </a:rPr>
                        <a:t>Asfáltica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 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Playpiso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pt-BR" sz="1200" b="0">
                          <a:latin typeface="Poppins" pitchFamily="2" charset="77"/>
                          <a:cs typeface="Poppins" pitchFamily="2" charset="77"/>
                        </a:rPr>
                        <a:t>→ Incluso acessório: postes galvanizados a fogo, catraca e rede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area_total_fmt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  <a:endParaRPr lang="pt-BR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                   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6728657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BR" sz="1200" b="0" dirty="0" err="1">
                          <a:latin typeface="Poppins"/>
                          <a:cs typeface="Poppins"/>
                        </a:rPr>
                        <a:t>Alambrado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 – Sistema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sistema_alambrado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}}, tubos galvanizados {{galvanizacao}}, tela revestida em PVC,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travamento_descricao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area_alambrado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63533209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pt-BR" sz="1200" b="0" dirty="0">
                          <a:latin typeface="Poppins"/>
                          <a:cs typeface="Poppins"/>
                        </a:rPr>
                        <a:t>Iluminação –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quantidade_projetores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 projetores LED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potencia_projetores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}}W,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quantidade_postes_iluminacao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 postes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qtde_iluminacao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Conjunto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               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36935852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FF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VALOR TOTAL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        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2577143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269FAA6B-FBFD-78C6-D124-0768B2CFE1D6}"/>
              </a:ext>
            </a:extLst>
          </p:cNvPr>
          <p:cNvSpPr txBox="1"/>
          <p:nvPr/>
        </p:nvSpPr>
        <p:spPr>
          <a:xfrm>
            <a:off x="2743908" y="4734078"/>
            <a:ext cx="5757175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***Valores válidos somente para contratação simultânea dos serviços.</a:t>
            </a:r>
          </a:p>
        </p:txBody>
      </p:sp>
    </p:spTree>
    <p:extLst>
      <p:ext uri="{BB962C8B-B14F-4D97-AF65-F5344CB8AC3E}">
        <p14:creationId xmlns:p14="http://schemas.microsoft.com/office/powerpoint/2010/main" val="2615784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86</cp:revision>
  <dcterms:created xsi:type="dcterms:W3CDTF">2026-05-22T17:34:16Z</dcterms:created>
  <dcterms:modified xsi:type="dcterms:W3CDTF">2026-05-22T19:07:07Z</dcterms:modified>
</cp:coreProperties>
</file>