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9" dt="2026-05-22T18:35:16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9">
            <a:extLst>
              <a:ext uri="{FF2B5EF4-FFF2-40B4-BE49-F238E27FC236}">
                <a16:creationId xmlns:a16="http://schemas.microsoft.com/office/drawing/2014/main" id="{11BB166A-8734-2F52-24E9-E9B32B936B68}"/>
              </a:ext>
            </a:extLst>
          </p:cNvPr>
          <p:cNvSpPr txBox="1"/>
          <p:nvPr/>
        </p:nvSpPr>
        <p:spPr>
          <a:xfrm>
            <a:off x="2104811" y="5779"/>
            <a:ext cx="9588750" cy="18897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 "/>
              </a:rPr>
              <a:t>Postes em tubo de aço 3", chapa 11, tamanho de 1,07m e espessura de 2,00mm; galvanizados a fogo, com pintura sintética na cor verde, buchas para fixação no piso, ponteira confeccionada em alumínio, catraca ajustável;</a:t>
            </a:r>
          </a:p>
          <a:p>
            <a:pPr marL="171450" indent="-17145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 "/>
              </a:rPr>
              <a:t>Rede malha 2 cm, tamanho 12,80m x 1,08m, fio de nylon virgem 2,5mm, 03 lonas, confeccionada em laminado plástico revestida com PVC emborrachado, reforçada com 4 costuras, abraçadeira plástica para facilitar a instalação, cabo de aço para fixação da rede revestido em PVC.</a:t>
            </a:r>
          </a:p>
        </p:txBody>
      </p:sp>
    </p:spTree>
    <p:extLst>
      <p:ext uri="{BB962C8B-B14F-4D97-AF65-F5344CB8AC3E}">
        <p14:creationId xmlns:p14="http://schemas.microsoft.com/office/powerpoint/2010/main" val="236409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</cp:revision>
  <dcterms:created xsi:type="dcterms:W3CDTF">2026-05-22T17:34:16Z</dcterms:created>
  <dcterms:modified xsi:type="dcterms:W3CDTF">2026-05-22T18:37:40Z</dcterms:modified>
</cp:coreProperties>
</file>