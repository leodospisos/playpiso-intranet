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19D518-A360-EFAB-56AF-C764D7DBC237}" v="10" dt="2026-05-25T17:18:40.3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CC5D293-8B54-F3B5-2B06-AC384075C631}"/>
              </a:ext>
            </a:extLst>
          </p:cNvPr>
          <p:cNvSpPr txBox="1">
            <a:spLocks/>
          </p:cNvSpPr>
          <p:nvPr/>
        </p:nvSpPr>
        <p:spPr>
          <a:xfrm>
            <a:off x="2080735" y="728279"/>
            <a:ext cx="9688478" cy="14873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>
                <a:latin typeface="Poppins"/>
                <a:cs typeface="Poppins"/>
              </a:rPr>
              <a:t>quantidade_projetores</a:t>
            </a:r>
            <a:r>
              <a:rPr lang="pt-BR" sz="1200" dirty="0">
                <a:latin typeface="Poppins"/>
                <a:cs typeface="Poppins"/>
              </a:rPr>
              <a:t> }} projetores em módulo de LED {{ </a:t>
            </a:r>
            <a:r>
              <a:rPr lang="pt-BR" sz="1200">
                <a:latin typeface="Poppins"/>
                <a:cs typeface="Poppins"/>
              </a:rPr>
              <a:t>potencia_projetores</a:t>
            </a:r>
            <a:r>
              <a:rPr lang="pt-BR" sz="1200" dirty="0">
                <a:latin typeface="Poppins"/>
                <a:cs typeface="Poppins"/>
              </a:rPr>
              <a:t> }}W;</a:t>
            </a:r>
            <a:endParaRPr lang="en-US" sz="120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>
                <a:latin typeface="Poppins"/>
                <a:cs typeface="Poppins"/>
              </a:rPr>
              <a:t>quantidade_postes_iluminacao</a:t>
            </a:r>
            <a:r>
              <a:rPr lang="pt-BR" sz="1200" dirty="0">
                <a:latin typeface="Poppins"/>
                <a:cs typeface="Poppins"/>
              </a:rPr>
              <a:t> }} postes </a:t>
            </a:r>
            <a:r>
              <a:rPr lang="pt-BR" sz="1200">
                <a:latin typeface="Poppins"/>
                <a:cs typeface="Poppins"/>
              </a:rPr>
              <a:t>telecônicos</a:t>
            </a:r>
            <a:r>
              <a:rPr lang="pt-BR" sz="1200" dirty="0">
                <a:latin typeface="Poppins"/>
                <a:cs typeface="Poppins"/>
              </a:rPr>
              <a:t> metálicos, galvanizados a fogo, diâmetro de 114,40mm a 76,00mm e espessura de 2,25mm, com altura livre de 8,00m com pintura especial na cor verde;</a:t>
            </a:r>
            <a:endParaRPr lang="en-US" sz="1200" dirty="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>
                <a:latin typeface="Poppins"/>
                <a:cs typeface="Poppins"/>
              </a:rPr>
              <a:t>quantidade_cruzetas }} cruzetas simples para {{ quantidade_postes_iluminacao }}</a:t>
            </a:r>
            <a:r>
              <a:rPr lang="pt-BR" sz="1200" dirty="0">
                <a:latin typeface="Poppins"/>
                <a:cs typeface="Poppins"/>
              </a:rPr>
              <a:t> projetores, galvanizadas a fogo, com pintura especial na cor verde.</a:t>
            </a:r>
            <a:endParaRPr lang="en-US" sz="1200" dirty="0">
              <a:latin typeface="Poppins"/>
              <a:cs typeface="Poppins"/>
            </a:endParaRP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361091E6-987F-4B57-83D1-8511A27F632F}"/>
              </a:ext>
            </a:extLst>
          </p:cNvPr>
          <p:cNvSpPr txBox="1"/>
          <p:nvPr/>
        </p:nvSpPr>
        <p:spPr>
          <a:xfrm>
            <a:off x="2080733" y="1435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Iluminação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</cp:revision>
  <dcterms:created xsi:type="dcterms:W3CDTF">2026-05-19T22:59:01Z</dcterms:created>
  <dcterms:modified xsi:type="dcterms:W3CDTF">2026-05-25T17:18:46Z</dcterms:modified>
</cp:coreProperties>
</file>