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89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60B14C-EBDD-9B38-173D-F6F95B3C02DF}" v="269" dt="2026-05-22T18:14:37.730"/>
    <p1510:client id="{31B5D17B-98B8-ADA8-8C82-B1AACC51A3A4}" v="11" dt="2026-05-22T19:01:41.5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AEE5A6-6E38-4824-A016-A56169B8FED6}" type="datetimeFigureOut">
              <a:t>22/05/2026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C023D-0F34-4506-9340-C46A1836566C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915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EE909-71C9-21A7-9AA4-DD4028965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30B05F2-2466-AF52-49EB-2C30F157E3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402DE96-ADCE-BA70-8DEC-E4217B07F2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530CD3C-665E-405F-CA67-3DD4CB892B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7C740D-A4AF-9C40-8FFB-99FBBDFCF035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4309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FDA13-5E2F-4EB1-7544-CE8E5D951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88AAB03A-B7E4-46FE-51D9-8E5BC95F9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74" y="191783"/>
            <a:ext cx="806652" cy="77724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F2A00B8-3E6B-31A7-5491-74EF21E94FD8}"/>
              </a:ext>
            </a:extLst>
          </p:cNvPr>
          <p:cNvSpPr txBox="1"/>
          <p:nvPr/>
        </p:nvSpPr>
        <p:spPr>
          <a:xfrm>
            <a:off x="136280" y="2928513"/>
            <a:ext cx="1675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-Bold"/>
                <a:ea typeface="+mn-ea"/>
                <a:cs typeface="+mn-cs"/>
              </a:rPr>
              <a:t>O jogo se ganha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-Bold"/>
                <a:ea typeface="+mn-ea"/>
                <a:cs typeface="+mn-cs"/>
              </a:rPr>
              <a:t>nos detalhes.</a:t>
            </a:r>
            <a:endParaRPr kumimoji="0" lang="pt-BR" sz="13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tângulo 1">
            <a:extLst>
              <a:ext uri="{FF2B5EF4-FFF2-40B4-BE49-F238E27FC236}">
                <a16:creationId xmlns:a16="http://schemas.microsoft.com/office/drawing/2014/main" id="{F003D3C5-C0BF-5DF6-4BDD-1746802B2187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95504FBE-4668-F4D9-55D4-93ADD4147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8" name="CaixaDeTexto 10">
            <a:extLst>
              <a:ext uri="{FF2B5EF4-FFF2-40B4-BE49-F238E27FC236}">
                <a16:creationId xmlns:a16="http://schemas.microsoft.com/office/drawing/2014/main" id="{82C5D507-8362-6BD0-34B6-75DFFE8554AF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Projeto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EA31B304-8460-C265-8718-E9361366F834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Pagamento</a:t>
            </a:r>
          </a:p>
        </p:txBody>
      </p:sp>
      <p:sp>
        <p:nvSpPr>
          <p:cNvPr id="20" name="CaixaDeTexto 10">
            <a:extLst>
              <a:ext uri="{FF2B5EF4-FFF2-40B4-BE49-F238E27FC236}">
                <a16:creationId xmlns:a16="http://schemas.microsoft.com/office/drawing/2014/main" id="{1EEBB5C9-4899-920C-421B-E8B10E03A1EC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Investimento</a:t>
            </a:r>
          </a:p>
        </p:txBody>
      </p:sp>
      <p:sp>
        <p:nvSpPr>
          <p:cNvPr id="22" name="CaixaDeTexto 10">
            <a:extLst>
              <a:ext uri="{FF2B5EF4-FFF2-40B4-BE49-F238E27FC236}">
                <a16:creationId xmlns:a16="http://schemas.microsoft.com/office/drawing/2014/main" id="{5D8B1135-D145-A2A6-E460-15E174BE0C89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Prazos</a:t>
            </a:r>
          </a:p>
        </p:txBody>
      </p:sp>
      <p:sp>
        <p:nvSpPr>
          <p:cNvPr id="23" name="CaixaDeTexto 10">
            <a:extLst>
              <a:ext uri="{FF2B5EF4-FFF2-40B4-BE49-F238E27FC236}">
                <a16:creationId xmlns:a16="http://schemas.microsoft.com/office/drawing/2014/main" id="{F27501F8-B56B-8A5B-6EFE-4CA0A6E67518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Garantia</a:t>
            </a:r>
          </a:p>
        </p:txBody>
      </p:sp>
      <p:sp>
        <p:nvSpPr>
          <p:cNvPr id="24" name="CaixaDeTexto 10">
            <a:extLst>
              <a:ext uri="{FF2B5EF4-FFF2-40B4-BE49-F238E27FC236}">
                <a16:creationId xmlns:a16="http://schemas.microsoft.com/office/drawing/2014/main" id="{DF15D150-D6DE-C4DC-AA55-ADEA9BF0F439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Regras </a:t>
            </a:r>
          </a:p>
        </p:txBody>
      </p:sp>
      <p:sp>
        <p:nvSpPr>
          <p:cNvPr id="26" name="CaixaDeTexto 15">
            <a:extLst>
              <a:ext uri="{FF2B5EF4-FFF2-40B4-BE49-F238E27FC236}">
                <a16:creationId xmlns:a16="http://schemas.microsoft.com/office/drawing/2014/main" id="{F9241E96-DE1D-E47C-A613-BD083A89D447}"/>
              </a:ext>
            </a:extLst>
          </p:cNvPr>
          <p:cNvSpPr txBox="1"/>
          <p:nvPr/>
        </p:nvSpPr>
        <p:spPr>
          <a:xfrm>
            <a:off x="2104811" y="322524"/>
            <a:ext cx="5210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oppins Bold" panose="00000800000000000000" pitchFamily="2" charset="0"/>
                <a:ea typeface="+mn-ea"/>
                <a:cs typeface="Poppins Bold" panose="00000800000000000000" pitchFamily="2" charset="0"/>
              </a:rPr>
              <a:t>Sugestões de cores</a:t>
            </a:r>
            <a:endParaRPr kumimoji="0" lang="pt-BR" sz="2800" b="1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Poppins Bold" panose="00000800000000000000" pitchFamily="2" charset="0"/>
              <a:ea typeface="+mn-ea"/>
              <a:cs typeface="Poppins Bold" panose="00000800000000000000" pitchFamily="2" charset="0"/>
            </a:endParaRPr>
          </a:p>
        </p:txBody>
      </p:sp>
      <p:cxnSp>
        <p:nvCxnSpPr>
          <p:cNvPr id="2090" name="Conector reto 2089">
            <a:extLst>
              <a:ext uri="{FF2B5EF4-FFF2-40B4-BE49-F238E27FC236}">
                <a16:creationId xmlns:a16="http://schemas.microsoft.com/office/drawing/2014/main" id="{B227CF3A-F6FA-7A7B-48B5-A7F4BD587F91}"/>
              </a:ext>
            </a:extLst>
          </p:cNvPr>
          <p:cNvCxnSpPr>
            <a:cxnSpLocks/>
          </p:cNvCxnSpPr>
          <p:nvPr/>
        </p:nvCxnSpPr>
        <p:spPr>
          <a:xfrm>
            <a:off x="5532747" y="5622422"/>
            <a:ext cx="3278" cy="46879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1" name="Conector reto 2090">
            <a:extLst>
              <a:ext uri="{FF2B5EF4-FFF2-40B4-BE49-F238E27FC236}">
                <a16:creationId xmlns:a16="http://schemas.microsoft.com/office/drawing/2014/main" id="{189D2534-FE3B-06E3-C3C5-EDF04A280054}"/>
              </a:ext>
            </a:extLst>
          </p:cNvPr>
          <p:cNvCxnSpPr>
            <a:cxnSpLocks/>
          </p:cNvCxnSpPr>
          <p:nvPr/>
        </p:nvCxnSpPr>
        <p:spPr>
          <a:xfrm>
            <a:off x="5154035" y="5626453"/>
            <a:ext cx="74814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0" name="Conector reto 2119">
            <a:extLst>
              <a:ext uri="{FF2B5EF4-FFF2-40B4-BE49-F238E27FC236}">
                <a16:creationId xmlns:a16="http://schemas.microsoft.com/office/drawing/2014/main" id="{F3560088-251E-D497-66F4-7D418E2503E8}"/>
              </a:ext>
            </a:extLst>
          </p:cNvPr>
          <p:cNvCxnSpPr>
            <a:cxnSpLocks/>
          </p:cNvCxnSpPr>
          <p:nvPr/>
        </p:nvCxnSpPr>
        <p:spPr>
          <a:xfrm flipH="1" flipV="1">
            <a:off x="5534386" y="4975324"/>
            <a:ext cx="187519" cy="20889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" name="CaixaDeTexto 2047">
            <a:extLst>
              <a:ext uri="{FF2B5EF4-FFF2-40B4-BE49-F238E27FC236}">
                <a16:creationId xmlns:a16="http://schemas.microsoft.com/office/drawing/2014/main" id="{FD08254D-C9E2-2D0D-FA17-A04E5AD45B2F}"/>
              </a:ext>
            </a:extLst>
          </p:cNvPr>
          <p:cNvSpPr txBox="1"/>
          <p:nvPr/>
        </p:nvSpPr>
        <p:spPr>
          <a:xfrm>
            <a:off x="4110362" y="6084725"/>
            <a:ext cx="128431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</a:t>
            </a:r>
            <a:r>
              <a:rPr lang="en-US" sz="100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7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Verde claro e azul escuro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052" name="CaixaDeTexto 2051">
            <a:extLst>
              <a:ext uri="{FF2B5EF4-FFF2-40B4-BE49-F238E27FC236}">
                <a16:creationId xmlns:a16="http://schemas.microsoft.com/office/drawing/2014/main" id="{2CA97BC7-B0B9-DB53-31A1-BCB0B66C6EDE}"/>
              </a:ext>
            </a:extLst>
          </p:cNvPr>
          <p:cNvSpPr txBox="1"/>
          <p:nvPr/>
        </p:nvSpPr>
        <p:spPr>
          <a:xfrm>
            <a:off x="5749762" y="3198218"/>
            <a:ext cx="14967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Azul claro, Vermelho e azul escuro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060" name="Fluxograma: Conector 2059">
            <a:extLst>
              <a:ext uri="{FF2B5EF4-FFF2-40B4-BE49-F238E27FC236}">
                <a16:creationId xmlns:a16="http://schemas.microsoft.com/office/drawing/2014/main" id="{F4DA9633-E201-2CB9-14E0-4CF11747D923}"/>
              </a:ext>
            </a:extLst>
          </p:cNvPr>
          <p:cNvSpPr/>
          <p:nvPr/>
        </p:nvSpPr>
        <p:spPr>
          <a:xfrm>
            <a:off x="11157432" y="972368"/>
            <a:ext cx="457200" cy="457200"/>
          </a:xfrm>
          <a:prstGeom prst="flowChartConnector">
            <a:avLst/>
          </a:prstGeom>
          <a:solidFill>
            <a:srgbClr val="03BB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1" name="Fluxograma: Conector 2060">
            <a:extLst>
              <a:ext uri="{FF2B5EF4-FFF2-40B4-BE49-F238E27FC236}">
                <a16:creationId xmlns:a16="http://schemas.microsoft.com/office/drawing/2014/main" id="{23A8BCBC-1074-E9A2-A0D1-331064FB188D}"/>
              </a:ext>
            </a:extLst>
          </p:cNvPr>
          <p:cNvSpPr/>
          <p:nvPr/>
        </p:nvSpPr>
        <p:spPr>
          <a:xfrm>
            <a:off x="11157432" y="1792665"/>
            <a:ext cx="457200" cy="457200"/>
          </a:xfrm>
          <a:prstGeom prst="flowChartConnector">
            <a:avLst/>
          </a:prstGeom>
          <a:solidFill>
            <a:srgbClr val="2089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2" name="Fluxograma: Conector 2061">
            <a:extLst>
              <a:ext uri="{FF2B5EF4-FFF2-40B4-BE49-F238E27FC236}">
                <a16:creationId xmlns:a16="http://schemas.microsoft.com/office/drawing/2014/main" id="{63D17118-FF29-9235-411B-945AF63D1FAC}"/>
              </a:ext>
            </a:extLst>
          </p:cNvPr>
          <p:cNvSpPr/>
          <p:nvPr/>
        </p:nvSpPr>
        <p:spPr>
          <a:xfrm>
            <a:off x="11157432" y="2569905"/>
            <a:ext cx="457200" cy="457200"/>
          </a:xfrm>
          <a:prstGeom prst="flowChartConnector">
            <a:avLst/>
          </a:prstGeom>
          <a:solidFill>
            <a:srgbClr val="B23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3" name="Fluxograma: Conector 2062">
            <a:extLst>
              <a:ext uri="{FF2B5EF4-FFF2-40B4-BE49-F238E27FC236}">
                <a16:creationId xmlns:a16="http://schemas.microsoft.com/office/drawing/2014/main" id="{FBC42C1D-B84D-D53D-280C-4D4EBD25ABAD}"/>
              </a:ext>
            </a:extLst>
          </p:cNvPr>
          <p:cNvSpPr/>
          <p:nvPr/>
        </p:nvSpPr>
        <p:spPr>
          <a:xfrm>
            <a:off x="11157432" y="3392116"/>
            <a:ext cx="457200" cy="457200"/>
          </a:xfrm>
          <a:prstGeom prst="flowChartConnector">
            <a:avLst/>
          </a:prstGeom>
          <a:solidFill>
            <a:srgbClr val="3A5A2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4" name="Fluxograma: Conector 2063">
            <a:extLst>
              <a:ext uri="{FF2B5EF4-FFF2-40B4-BE49-F238E27FC236}">
                <a16:creationId xmlns:a16="http://schemas.microsoft.com/office/drawing/2014/main" id="{C502D4DD-58F5-182C-8687-A1FF084E9CA9}"/>
              </a:ext>
            </a:extLst>
          </p:cNvPr>
          <p:cNvSpPr/>
          <p:nvPr/>
        </p:nvSpPr>
        <p:spPr>
          <a:xfrm>
            <a:off x="11174201" y="4205994"/>
            <a:ext cx="457200" cy="457200"/>
          </a:xfrm>
          <a:prstGeom prst="flowChartConnector">
            <a:avLst/>
          </a:prstGeom>
          <a:solidFill>
            <a:srgbClr val="6298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5" name="Fluxograma: Conector 2064">
            <a:extLst>
              <a:ext uri="{FF2B5EF4-FFF2-40B4-BE49-F238E27FC236}">
                <a16:creationId xmlns:a16="http://schemas.microsoft.com/office/drawing/2014/main" id="{A8535601-3E98-1868-E809-C2A76A22B166}"/>
              </a:ext>
            </a:extLst>
          </p:cNvPr>
          <p:cNvSpPr/>
          <p:nvPr/>
        </p:nvSpPr>
        <p:spPr>
          <a:xfrm>
            <a:off x="11174201" y="4999914"/>
            <a:ext cx="457200" cy="457200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6" name="Fluxograma: Conector 2065">
            <a:extLst>
              <a:ext uri="{FF2B5EF4-FFF2-40B4-BE49-F238E27FC236}">
                <a16:creationId xmlns:a16="http://schemas.microsoft.com/office/drawing/2014/main" id="{11BC1591-A745-42B5-9213-DC6375D4ACE1}"/>
              </a:ext>
            </a:extLst>
          </p:cNvPr>
          <p:cNvSpPr/>
          <p:nvPr/>
        </p:nvSpPr>
        <p:spPr>
          <a:xfrm>
            <a:off x="11174201" y="5842959"/>
            <a:ext cx="457200" cy="457200"/>
          </a:xfrm>
          <a:prstGeom prst="flowChartConnector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7" name="CaixaDeTexto 2066">
            <a:extLst>
              <a:ext uri="{FF2B5EF4-FFF2-40B4-BE49-F238E27FC236}">
                <a16:creationId xmlns:a16="http://schemas.microsoft.com/office/drawing/2014/main" id="{8CBA9F0B-7E89-5DEC-60BB-73B0B1E40D7A}"/>
              </a:ext>
            </a:extLst>
          </p:cNvPr>
          <p:cNvSpPr txBox="1"/>
          <p:nvPr/>
        </p:nvSpPr>
        <p:spPr>
          <a:xfrm>
            <a:off x="10889259" y="1429568"/>
            <a:ext cx="9935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Azul claro</a:t>
            </a:r>
          </a:p>
        </p:txBody>
      </p:sp>
      <p:sp>
        <p:nvSpPr>
          <p:cNvPr id="2068" name="CaixaDeTexto 2067">
            <a:extLst>
              <a:ext uri="{FF2B5EF4-FFF2-40B4-BE49-F238E27FC236}">
                <a16:creationId xmlns:a16="http://schemas.microsoft.com/office/drawing/2014/main" id="{D7083EC5-2EC9-9A92-B8B8-9573F152C8B8}"/>
              </a:ext>
            </a:extLst>
          </p:cNvPr>
          <p:cNvSpPr txBox="1"/>
          <p:nvPr/>
        </p:nvSpPr>
        <p:spPr>
          <a:xfrm>
            <a:off x="10893569" y="2234851"/>
            <a:ext cx="9935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Azul </a:t>
            </a:r>
            <a:r>
              <a:rPr kumimoji="0" lang="en-US" sz="105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escuro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069" name="CaixaDeTexto 2068">
            <a:extLst>
              <a:ext uri="{FF2B5EF4-FFF2-40B4-BE49-F238E27FC236}">
                <a16:creationId xmlns:a16="http://schemas.microsoft.com/office/drawing/2014/main" id="{782561A6-607E-68FD-5A29-FA4057BD211A}"/>
              </a:ext>
            </a:extLst>
          </p:cNvPr>
          <p:cNvSpPr txBox="1"/>
          <p:nvPr/>
        </p:nvSpPr>
        <p:spPr>
          <a:xfrm>
            <a:off x="10888296" y="2978161"/>
            <a:ext cx="9935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Vermelho</a:t>
            </a:r>
          </a:p>
        </p:txBody>
      </p:sp>
      <p:sp>
        <p:nvSpPr>
          <p:cNvPr id="2070" name="CaixaDeTexto 2069">
            <a:extLst>
              <a:ext uri="{FF2B5EF4-FFF2-40B4-BE49-F238E27FC236}">
                <a16:creationId xmlns:a16="http://schemas.microsoft.com/office/drawing/2014/main" id="{589360AD-CC06-F105-3228-2F8E631BDE63}"/>
              </a:ext>
            </a:extLst>
          </p:cNvPr>
          <p:cNvSpPr txBox="1"/>
          <p:nvPr/>
        </p:nvSpPr>
        <p:spPr>
          <a:xfrm>
            <a:off x="10824352" y="3855970"/>
            <a:ext cx="11214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Verde </a:t>
            </a:r>
            <a:r>
              <a:rPr kumimoji="0" lang="en-US" sz="105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escuro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071" name="CaixaDeTexto 2070">
            <a:extLst>
              <a:ext uri="{FF2B5EF4-FFF2-40B4-BE49-F238E27FC236}">
                <a16:creationId xmlns:a16="http://schemas.microsoft.com/office/drawing/2014/main" id="{8CE3CB16-53AE-639C-10C5-96E2A92D31C6}"/>
              </a:ext>
            </a:extLst>
          </p:cNvPr>
          <p:cNvSpPr txBox="1"/>
          <p:nvPr/>
        </p:nvSpPr>
        <p:spPr>
          <a:xfrm>
            <a:off x="10897638" y="4644949"/>
            <a:ext cx="9935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Verde claro</a:t>
            </a:r>
          </a:p>
        </p:txBody>
      </p:sp>
      <p:sp>
        <p:nvSpPr>
          <p:cNvPr id="2072" name="CaixaDeTexto 2071">
            <a:extLst>
              <a:ext uri="{FF2B5EF4-FFF2-40B4-BE49-F238E27FC236}">
                <a16:creationId xmlns:a16="http://schemas.microsoft.com/office/drawing/2014/main" id="{02D76988-DE19-E657-5E54-727D43C7B0D6}"/>
              </a:ext>
            </a:extLst>
          </p:cNvPr>
          <p:cNvSpPr txBox="1"/>
          <p:nvPr/>
        </p:nvSpPr>
        <p:spPr>
          <a:xfrm>
            <a:off x="10906028" y="5457114"/>
            <a:ext cx="9935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Laranja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2073" name="CaixaDeTexto 2072">
            <a:extLst>
              <a:ext uri="{FF2B5EF4-FFF2-40B4-BE49-F238E27FC236}">
                <a16:creationId xmlns:a16="http://schemas.microsoft.com/office/drawing/2014/main" id="{7EAC8733-B02C-0691-10FD-C064DD71136D}"/>
              </a:ext>
            </a:extLst>
          </p:cNvPr>
          <p:cNvSpPr txBox="1"/>
          <p:nvPr/>
        </p:nvSpPr>
        <p:spPr>
          <a:xfrm>
            <a:off x="10888296" y="6305158"/>
            <a:ext cx="9935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Cinza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37F4EC0-9DFD-F6C9-DBAA-2498D1110298}"/>
              </a:ext>
            </a:extLst>
          </p:cNvPr>
          <p:cNvSpPr txBox="1"/>
          <p:nvPr/>
        </p:nvSpPr>
        <p:spPr>
          <a:xfrm rot="16200000">
            <a:off x="8790777" y="3308539"/>
            <a:ext cx="64797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Para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tonalidades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diferentes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que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precisem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de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desenvolvimento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,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terá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um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acréscimo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de R$5</a:t>
            </a:r>
            <a:r>
              <a:rPr lang="en-US" sz="100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.0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00,00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BEBA3B9-5047-C0E9-6EAD-F802CAF870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6067" y="1050175"/>
            <a:ext cx="1359138" cy="2168838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C546919-DFC7-C418-2BA8-A4FC22C0D944}"/>
              </a:ext>
            </a:extLst>
          </p:cNvPr>
          <p:cNvSpPr txBox="1"/>
          <p:nvPr/>
        </p:nvSpPr>
        <p:spPr>
          <a:xfrm>
            <a:off x="2379430" y="3219013"/>
            <a:ext cx="14124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Verde claro, azul escuro e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azu</a:t>
            </a:r>
            <a:r>
              <a:rPr lang="en-US" sz="100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 claro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E2D87652-3764-17BF-0266-C74B0FEF13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8555" y="3874698"/>
            <a:ext cx="1386464" cy="2196861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301A9C1F-6312-DE35-3D31-62194BD793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1659" y="1050175"/>
            <a:ext cx="1353791" cy="2169906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DE48905C-C5D7-1727-C8BE-4F14745F78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5513" y="1054313"/>
            <a:ext cx="1356545" cy="2164700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127682B9-6B2B-061A-980B-7AE9D3A76BBA}"/>
              </a:ext>
            </a:extLst>
          </p:cNvPr>
          <p:cNvSpPr txBox="1"/>
          <p:nvPr/>
        </p:nvSpPr>
        <p:spPr>
          <a:xfrm>
            <a:off x="7425397" y="3219893"/>
            <a:ext cx="1496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Vermelho e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laranja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E88D3BF4-F1D1-2A28-67FE-AD00C72E2E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99316" y="1076235"/>
            <a:ext cx="1344335" cy="2163535"/>
          </a:xfrm>
          <a:prstGeom prst="rect">
            <a:avLst/>
          </a:prstGeom>
        </p:spPr>
      </p:pic>
      <p:sp>
        <p:nvSpPr>
          <p:cNvPr id="29" name="CaixaDeTexto 28">
            <a:extLst>
              <a:ext uri="{FF2B5EF4-FFF2-40B4-BE49-F238E27FC236}">
                <a16:creationId xmlns:a16="http://schemas.microsoft.com/office/drawing/2014/main" id="{C922ED2D-52E3-5090-5F21-65E50B1831B7}"/>
              </a:ext>
            </a:extLst>
          </p:cNvPr>
          <p:cNvSpPr txBox="1"/>
          <p:nvPr/>
        </p:nvSpPr>
        <p:spPr>
          <a:xfrm>
            <a:off x="9098620" y="3225202"/>
            <a:ext cx="14967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Verde escuro, verde claro e azul claro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833863CC-E2B4-FA08-0DBB-216E1532AAC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6067" y="3902827"/>
            <a:ext cx="1356314" cy="218189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771DA331-F38A-842B-ECD5-8EFA9580B6A3}"/>
              </a:ext>
            </a:extLst>
          </p:cNvPr>
          <p:cNvSpPr txBox="1"/>
          <p:nvPr/>
        </p:nvSpPr>
        <p:spPr>
          <a:xfrm>
            <a:off x="2378018" y="6071559"/>
            <a:ext cx="14124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06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Cinza e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laranja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8FBCF2B3-527A-F565-E24B-7785948C22E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09850" y="1057459"/>
            <a:ext cx="1322496" cy="2171984"/>
          </a:xfrm>
          <a:prstGeom prst="rect">
            <a:avLst/>
          </a:prstGeom>
        </p:spPr>
      </p:pic>
      <p:sp>
        <p:nvSpPr>
          <p:cNvPr id="40" name="CaixaDeTexto 39">
            <a:extLst>
              <a:ext uri="{FF2B5EF4-FFF2-40B4-BE49-F238E27FC236}">
                <a16:creationId xmlns:a16="http://schemas.microsoft.com/office/drawing/2014/main" id="{736A754F-482A-A870-3F65-40577B557944}"/>
              </a:ext>
            </a:extLst>
          </p:cNvPr>
          <p:cNvSpPr txBox="1"/>
          <p:nvPr/>
        </p:nvSpPr>
        <p:spPr>
          <a:xfrm>
            <a:off x="4074127" y="3219013"/>
            <a:ext cx="14967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02 - PADRÃO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Cinza, </a:t>
            </a:r>
            <a:r>
              <a:rPr lang="en-US" sz="100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verde 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escuro e verde claro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pic>
        <p:nvPicPr>
          <p:cNvPr id="44" name="Imagem 43">
            <a:extLst>
              <a:ext uri="{FF2B5EF4-FFF2-40B4-BE49-F238E27FC236}">
                <a16:creationId xmlns:a16="http://schemas.microsoft.com/office/drawing/2014/main" id="{E3AA173D-C9B6-C723-8AAD-8D3ADC2D8AD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01659" y="3871210"/>
            <a:ext cx="1383020" cy="2171925"/>
          </a:xfrm>
          <a:prstGeom prst="rect">
            <a:avLst/>
          </a:prstGeom>
        </p:spPr>
      </p:pic>
      <p:sp>
        <p:nvSpPr>
          <p:cNvPr id="45" name="CaixaDeTexto 44">
            <a:extLst>
              <a:ext uri="{FF2B5EF4-FFF2-40B4-BE49-F238E27FC236}">
                <a16:creationId xmlns:a16="http://schemas.microsoft.com/office/drawing/2014/main" id="{3DB7C0A2-AA02-1841-6159-5C8E3C001D0C}"/>
              </a:ext>
            </a:extLst>
          </p:cNvPr>
          <p:cNvSpPr txBox="1"/>
          <p:nvPr/>
        </p:nvSpPr>
        <p:spPr>
          <a:xfrm>
            <a:off x="5793361" y="6035853"/>
            <a:ext cx="14218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08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Laranja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e azul claro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pic>
        <p:nvPicPr>
          <p:cNvPr id="47" name="Imagem 46">
            <a:extLst>
              <a:ext uri="{FF2B5EF4-FFF2-40B4-BE49-F238E27FC236}">
                <a16:creationId xmlns:a16="http://schemas.microsoft.com/office/drawing/2014/main" id="{B8267A39-7737-17B2-62EE-7837561B8F0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83730" y="3836286"/>
            <a:ext cx="1368328" cy="2183503"/>
          </a:xfrm>
          <a:prstGeom prst="rect">
            <a:avLst/>
          </a:prstGeom>
        </p:spPr>
      </p:pic>
      <p:sp>
        <p:nvSpPr>
          <p:cNvPr id="48" name="CaixaDeTexto 47">
            <a:extLst>
              <a:ext uri="{FF2B5EF4-FFF2-40B4-BE49-F238E27FC236}">
                <a16:creationId xmlns:a16="http://schemas.microsoft.com/office/drawing/2014/main" id="{E48010AC-84B8-EDDC-53F2-1E13DD966B12}"/>
              </a:ext>
            </a:extLst>
          </p:cNvPr>
          <p:cNvSpPr txBox="1"/>
          <p:nvPr/>
        </p:nvSpPr>
        <p:spPr>
          <a:xfrm>
            <a:off x="7425397" y="5994615"/>
            <a:ext cx="14967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09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Azul escuro, azul claro e verde escuro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pic>
        <p:nvPicPr>
          <p:cNvPr id="50" name="Imagem 49">
            <a:extLst>
              <a:ext uri="{FF2B5EF4-FFF2-40B4-BE49-F238E27FC236}">
                <a16:creationId xmlns:a16="http://schemas.microsoft.com/office/drawing/2014/main" id="{AA68BE3E-8414-6280-90D4-28C179FC0B0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67824" y="3836286"/>
            <a:ext cx="1388355" cy="2209635"/>
          </a:xfrm>
          <a:prstGeom prst="rect">
            <a:avLst/>
          </a:prstGeom>
        </p:spPr>
      </p:pic>
      <p:sp>
        <p:nvSpPr>
          <p:cNvPr id="51" name="CaixaDeTexto 50">
            <a:extLst>
              <a:ext uri="{FF2B5EF4-FFF2-40B4-BE49-F238E27FC236}">
                <a16:creationId xmlns:a16="http://schemas.microsoft.com/office/drawing/2014/main" id="{BBC36063-FDC2-3ED2-3823-E8953950AF3A}"/>
              </a:ext>
            </a:extLst>
          </p:cNvPr>
          <p:cNvSpPr txBox="1"/>
          <p:nvPr/>
        </p:nvSpPr>
        <p:spPr>
          <a:xfrm>
            <a:off x="9082510" y="6035853"/>
            <a:ext cx="14967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10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Vermelho, verde claro e cinza</a:t>
            </a:r>
            <a:endParaRPr kumimoji="0" lang="pt-BR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1516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52</cp:revision>
  <dcterms:created xsi:type="dcterms:W3CDTF">2026-05-22T17:34:16Z</dcterms:created>
  <dcterms:modified xsi:type="dcterms:W3CDTF">2026-05-22T19:02:10Z</dcterms:modified>
</cp:coreProperties>
</file>