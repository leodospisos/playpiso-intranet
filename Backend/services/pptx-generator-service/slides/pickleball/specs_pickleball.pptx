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6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60B14C-EBDD-9B38-173D-F6F95B3C02DF}" v="268" dt="2026-05-22T18:12:19.2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AEE5A6-6E38-4824-A016-A56169B8FED6}" type="datetimeFigureOut">
              <a:t>22/05/2026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C023D-0F34-4506-9340-C46A1836566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15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1002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4542291-680C-F737-DD7E-762E2ACFE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4811" y="1287082"/>
            <a:ext cx="9655780" cy="5300401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 panose="00000500000000000000" pitchFamily="2" charset="0"/>
                <a:cs typeface="Poppins" panose="00000500000000000000" pitchFamily="2" charset="0"/>
              </a:rPr>
              <a:t>Execução de guia perimetral;</a:t>
            </a:r>
            <a:endParaRPr lang="pt-BR" sz="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 panose="00000500000000000000" pitchFamily="2" charset="0"/>
                <a:cs typeface="Poppins" panose="00000500000000000000" pitchFamily="2" charset="0"/>
              </a:rPr>
              <a:t>Instalação de lona plástica de polietileno;</a:t>
            </a:r>
            <a:endParaRPr lang="pt-BR" sz="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Aplicação de pó de pedra nivelado e compactado;</a:t>
            </a:r>
            <a:endParaRPr lang="pt-BR" sz="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7200" algn="l"/>
              </a:tabLst>
            </a:pPr>
            <a:r>
              <a:rPr lang="pt-BR" sz="12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Aplicação de pedra 01, espalhada, nivelada, compactada e emulsionada com asfalto, com a utilização de equipamentos mecânicos;</a:t>
            </a:r>
            <a:endParaRPr lang="pt-BR" sz="800" dirty="0">
              <a:effectLst/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7200" algn="l"/>
              </a:tabLst>
            </a:pPr>
            <a:r>
              <a:rPr lang="pt-BR" sz="12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Aplicação de pedrisco limpo, espalhado, nivelado, compactado e emulsionado com asfalto, com a utilização de equipamentos mecânicos;</a:t>
            </a:r>
            <a:endParaRPr lang="pt-BR" sz="800" dirty="0">
              <a:effectLst/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7200" algn="l"/>
              </a:tabLst>
            </a:pPr>
            <a:r>
              <a:rPr lang="pt-BR" sz="1200" dirty="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Aplicação de pó de pedra emulsionado com asfalto;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7200" algn="l"/>
              </a:tabLst>
            </a:pPr>
            <a:r>
              <a:rPr lang="pt-BR" sz="1200" dirty="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Aplicação de uma demão de Playgrit (lama asfáltica);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7200" algn="l"/>
              </a:tabLst>
            </a:pPr>
            <a:r>
              <a:rPr lang="pt-BR" sz="1200" dirty="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Aplicação de duas demãos de camada regularizadora à base de resinas acrílicas especialmente processadas com fundo pigmentado na mesma cor da quadra definida pelo cliente proporcionado um melhor acabamento, com agregados de granulometria controladas;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7200" algn="l"/>
              </a:tabLst>
            </a:pPr>
            <a:r>
              <a:rPr lang="pt-BR" sz="1200" dirty="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Aplicação de resina colorida (cor a ser definida pelo cliente) à base de resina acrílica especialmente processadas;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7200" algn="l"/>
              </a:tabLst>
            </a:pPr>
            <a:r>
              <a:rPr lang="pt-BR" sz="1200" dirty="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Pintura das linhas de demarcação com pincel e reforçadas com resinas, a fim de proporcionar durabilidade.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tabLst>
                <a:tab pos="457200" algn="l"/>
              </a:tabLst>
            </a:pPr>
            <a:endParaRPr lang="pt-BR" sz="1200" dirty="0">
              <a:solidFill>
                <a:srgbClr val="656565"/>
              </a:solidFill>
              <a:effectLst/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</p:txBody>
      </p:sp>
      <p:sp>
        <p:nvSpPr>
          <p:cNvPr id="4" name="Retângulo 1">
            <a:extLst>
              <a:ext uri="{FF2B5EF4-FFF2-40B4-BE49-F238E27FC236}">
                <a16:creationId xmlns:a16="http://schemas.microsoft.com/office/drawing/2014/main" id="{E1D86E26-6EAF-86EA-5DA7-B8D07CA80B5F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4A5654E-3894-177A-BCDF-404204C3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2CE7D9D1-76E2-B0E6-D94A-95859237FBF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66B6F47B-C56D-E5F7-B282-6525F08B6EDF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D8E99D25-FD99-C096-3673-E340AA9A965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84E6459A-3459-61A3-9A2C-2FF2F77A43C3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E9D7EF3-CCFC-818E-ABCF-0370ECAC8DD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156A5788-1DBD-A503-2001-DE9C2E7E1B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5" name="CaixaDeTexto 15">
            <a:extLst>
              <a:ext uri="{FF2B5EF4-FFF2-40B4-BE49-F238E27FC236}">
                <a16:creationId xmlns:a16="http://schemas.microsoft.com/office/drawing/2014/main" id="{7A56A202-1F77-8127-103F-262A04D5BF5D}"/>
              </a:ext>
            </a:extLst>
          </p:cNvPr>
          <p:cNvSpPr txBox="1"/>
          <p:nvPr/>
        </p:nvSpPr>
        <p:spPr>
          <a:xfrm>
            <a:off x="2104811" y="317917"/>
            <a:ext cx="5210820" cy="892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pt-BR" sz="3200" b="1" dirty="0">
                <a:solidFill>
                  <a:srgbClr val="FF0000"/>
                </a:solidFill>
                <a:latin typeface="Poppins Bold"/>
                <a:cs typeface="Poppins Bold"/>
              </a:rPr>
              <a:t>Piso Asfáltico</a:t>
            </a:r>
            <a:br>
              <a:rPr lang="pt-BR" sz="3200" b="1" dirty="0">
                <a:solidFill>
                  <a:srgbClr val="FF0000"/>
                </a:solidFill>
                <a:latin typeface="Poppins Bold"/>
                <a:cs typeface="Poppins Bold"/>
              </a:rPr>
            </a:br>
            <a:r>
              <a:rPr lang="pt-BR" b="1" dirty="0">
                <a:solidFill>
                  <a:srgbClr val="FF0000"/>
                </a:solidFill>
                <a:latin typeface="Poppins"/>
                <a:cs typeface="Poppins"/>
              </a:rPr>
              <a:t>Piso Oficial CBP e FPP</a:t>
            </a:r>
            <a:endParaRPr lang="pt-BR" sz="3200" b="1" dirty="0">
              <a:solidFill>
                <a:srgbClr val="FF0000"/>
              </a:solidFill>
              <a:latin typeface="Poppins"/>
              <a:cs typeface="Poppins"/>
            </a:endParaRPr>
          </a:p>
        </p:txBody>
      </p:sp>
      <p:pic>
        <p:nvPicPr>
          <p:cNvPr id="2" name="Picture 1" descr="Federação Paulista de Pickleball - LetzPlay">
            <a:extLst>
              <a:ext uri="{FF2B5EF4-FFF2-40B4-BE49-F238E27FC236}">
                <a16:creationId xmlns:a16="http://schemas.microsoft.com/office/drawing/2014/main" id="{7599B578-FA49-B09A-1A6C-C7E8FAA85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0357" y="264413"/>
            <a:ext cx="1074249" cy="1074249"/>
          </a:xfrm>
          <a:prstGeom prst="rect">
            <a:avLst/>
          </a:prstGeom>
        </p:spPr>
      </p:pic>
      <p:pic>
        <p:nvPicPr>
          <p:cNvPr id="3" name="Picture 2" descr="Confederação Brasileira de Pickleball">
            <a:extLst>
              <a:ext uri="{FF2B5EF4-FFF2-40B4-BE49-F238E27FC236}">
                <a16:creationId xmlns:a16="http://schemas.microsoft.com/office/drawing/2014/main" id="{7FBAB172-1009-0DCE-4129-E591E0572E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4767" y="116854"/>
            <a:ext cx="1442358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4578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44</cp:revision>
  <dcterms:created xsi:type="dcterms:W3CDTF">2026-05-22T17:34:16Z</dcterms:created>
  <dcterms:modified xsi:type="dcterms:W3CDTF">2026-05-22T18:14:18Z</dcterms:modified>
</cp:coreProperties>
</file>