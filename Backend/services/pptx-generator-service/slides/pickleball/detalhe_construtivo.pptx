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269" dt="2026-05-22T18:14:37.730"/>
    <p1510:client id="{31B5D17B-98B8-ADA8-8C82-B1AACC51A3A4}" v="13" dt="2026-05-22T19:02:23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BA4496-8467-5024-054E-DD647A3C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A3E9-C62C-4344-B3D3-1FBC5A21D098}" type="datetime1">
              <a:rPr lang="en-GB" smtClean="0"/>
              <a:t>22/05/2026</a:t>
            </a:fld>
            <a:endParaRPr lang="pt-BR"/>
          </a:p>
        </p:txBody>
      </p:sp>
      <p:sp>
        <p:nvSpPr>
          <p:cNvPr id="5" name="Retângulo 1">
            <a:extLst>
              <a:ext uri="{FF2B5EF4-FFF2-40B4-BE49-F238E27FC236}">
                <a16:creationId xmlns:a16="http://schemas.microsoft.com/office/drawing/2014/main" id="{1503AD74-43EC-9BA8-B430-6839A58AD347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A4387D86-BFF9-9BAE-000F-F70DE0E2E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E67D6D5A-2674-CC71-C910-C08329139155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5A4AAC78-8969-7E29-3790-B7C9BE90D1C6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9FE42992-1F8E-A206-E132-FCFE85949131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E6728D76-7039-5AB6-4C4F-3602BE8AD8A4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4A0DB739-EA32-27DA-63AB-94704716DD25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E0CB8EAD-282E-1F12-A81D-B4B418518B73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0" name="CaixaDeTexto 15">
            <a:extLst>
              <a:ext uri="{FF2B5EF4-FFF2-40B4-BE49-F238E27FC236}">
                <a16:creationId xmlns:a16="http://schemas.microsoft.com/office/drawing/2014/main" id="{893D9386-1ACA-94D7-5AD3-A596BCB4CF91}"/>
              </a:ext>
            </a:extLst>
          </p:cNvPr>
          <p:cNvSpPr txBox="1"/>
          <p:nvPr/>
        </p:nvSpPr>
        <p:spPr>
          <a:xfrm>
            <a:off x="2104811" y="319502"/>
            <a:ext cx="45516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Detalhe Construtivo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4" name="Imagem 3" descr="Uma imagem contendo Diagrama&#10;&#10;Descrição gerada automaticamente">
            <a:extLst>
              <a:ext uri="{FF2B5EF4-FFF2-40B4-BE49-F238E27FC236}">
                <a16:creationId xmlns:a16="http://schemas.microsoft.com/office/drawing/2014/main" id="{BF04A05C-AF25-734D-353C-CEA7352C9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945" y="1428491"/>
            <a:ext cx="9439675" cy="423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634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</cp:revision>
  <dcterms:created xsi:type="dcterms:W3CDTF">2026-05-22T17:34:16Z</dcterms:created>
  <dcterms:modified xsi:type="dcterms:W3CDTF">2026-05-22T19:02:39Z</dcterms:modified>
</cp:coreProperties>
</file>