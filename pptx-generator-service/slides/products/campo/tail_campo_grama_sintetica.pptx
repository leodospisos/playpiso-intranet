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797675" cy="992662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45520" cy="497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50560" y="0"/>
            <a:ext cx="2945520" cy="497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22280" y="1241280"/>
            <a:ext cx="5952960" cy="334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680" y="4777200"/>
            <a:ext cx="5438160" cy="3908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28400"/>
            <a:ext cx="2945520" cy="4978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50560" y="9428400"/>
            <a:ext cx="2945520" cy="4978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3:notes"/>
          <p:cNvSpPr/>
          <p:nvPr>
            <p:ph idx="2" type="sldImg"/>
          </p:nvPr>
        </p:nvSpPr>
        <p:spPr>
          <a:xfrm>
            <a:off x="422280" y="1241280"/>
            <a:ext cx="5952900" cy="334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" name="Google Shape;66;p33:notes"/>
          <p:cNvSpPr txBox="1"/>
          <p:nvPr>
            <p:ph idx="1" type="body"/>
          </p:nvPr>
        </p:nvSpPr>
        <p:spPr>
          <a:xfrm>
            <a:off x="679680" y="4777200"/>
            <a:ext cx="5438100" cy="3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NAO MEXER NESSE SLIDE - FIXO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3:notes"/>
          <p:cNvSpPr txBox="1"/>
          <p:nvPr/>
        </p:nvSpPr>
        <p:spPr>
          <a:xfrm>
            <a:off x="3850560" y="9428400"/>
            <a:ext cx="29454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4:notes"/>
          <p:cNvSpPr/>
          <p:nvPr>
            <p:ph idx="2" type="sldImg"/>
          </p:nvPr>
        </p:nvSpPr>
        <p:spPr>
          <a:xfrm>
            <a:off x="422280" y="1241280"/>
            <a:ext cx="5952900" cy="334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34:notes"/>
          <p:cNvSpPr txBox="1"/>
          <p:nvPr>
            <p:ph idx="1" type="body"/>
          </p:nvPr>
        </p:nvSpPr>
        <p:spPr>
          <a:xfrm>
            <a:off x="679680" y="4777200"/>
            <a:ext cx="5438100" cy="3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NAO MEXER NESSE SLIDE - FIXO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4:notes"/>
          <p:cNvSpPr txBox="1"/>
          <p:nvPr/>
        </p:nvSpPr>
        <p:spPr>
          <a:xfrm>
            <a:off x="3850560" y="9428400"/>
            <a:ext cx="29454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5:notes"/>
          <p:cNvSpPr/>
          <p:nvPr>
            <p:ph idx="2" type="sldImg"/>
          </p:nvPr>
        </p:nvSpPr>
        <p:spPr>
          <a:xfrm>
            <a:off x="422280" y="1241280"/>
            <a:ext cx="5952900" cy="334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35:notes"/>
          <p:cNvSpPr txBox="1"/>
          <p:nvPr>
            <p:ph idx="1" type="body"/>
          </p:nvPr>
        </p:nvSpPr>
        <p:spPr>
          <a:xfrm>
            <a:off x="679680" y="4777200"/>
            <a:ext cx="5438100" cy="3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NAO MEXER NESSE SLIDE - FIXO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5:notes"/>
          <p:cNvSpPr txBox="1"/>
          <p:nvPr/>
        </p:nvSpPr>
        <p:spPr>
          <a:xfrm>
            <a:off x="3850560" y="9428400"/>
            <a:ext cx="29454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6:notes"/>
          <p:cNvSpPr/>
          <p:nvPr>
            <p:ph idx="2" type="sldImg"/>
          </p:nvPr>
        </p:nvSpPr>
        <p:spPr>
          <a:xfrm>
            <a:off x="422280" y="1241280"/>
            <a:ext cx="5952900" cy="3349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36:notes"/>
          <p:cNvSpPr txBox="1"/>
          <p:nvPr>
            <p:ph idx="1" type="body"/>
          </p:nvPr>
        </p:nvSpPr>
        <p:spPr>
          <a:xfrm>
            <a:off x="679680" y="4777200"/>
            <a:ext cx="5438100" cy="3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NAO MEXER NESSE SLIDE - FIXO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6:notes"/>
          <p:cNvSpPr txBox="1"/>
          <p:nvPr/>
        </p:nvSpPr>
        <p:spPr>
          <a:xfrm>
            <a:off x="3850560" y="9428400"/>
            <a:ext cx="29454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idx="1" type="subTitle"/>
          </p:nvPr>
        </p:nvSpPr>
        <p:spPr>
          <a:xfrm>
            <a:off x="838080" y="365040"/>
            <a:ext cx="10515600" cy="6145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0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1"/>
          <p:cNvSpPr txBox="1"/>
          <p:nvPr>
            <p:ph idx="2" type="title"/>
          </p:nvPr>
        </p:nvSpPr>
        <p:spPr>
          <a:xfrm>
            <a:off x="838080" y="1825560"/>
            <a:ext cx="10515600" cy="435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Google Shape;15;p1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mado com árvores ao fundo&#10;&#10;O conteúdo gerado por IA pode estar incorreto." id="69" name="Google Shape;6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senho de um círculo&#10;&#10;Descrição gerada automaticamente com confiança baixa" id="70" name="Google Shape;7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2760" y="175680"/>
            <a:ext cx="806760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senho de um cachorro&#10;&#10;Descrição gerada automaticamente" id="71" name="Google Shape;7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6080" y="6259680"/>
            <a:ext cx="1343879" cy="316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idade vista de cima de campo e árvores ao fundo&#10;&#10;O conteúdo gerado por IA pode estar incorreto." id="77" name="Google Shape;7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119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senho de um círculo&#10;&#10;Descrição gerada automaticamente com confiança baixa" id="78" name="Google Shape;7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2760" y="175680"/>
            <a:ext cx="806760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senho de um cachorro&#10;&#10;Descrição gerada automaticamente" id="79" name="Google Shape;7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6080" y="6259680"/>
            <a:ext cx="1343879" cy="316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mpo de futebol&#10;&#10;O conteúdo gerado por IA pode estar incorreto." id="85" name="Google Shape;8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11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senho de um círculo&#10;&#10;Descrição gerada automaticamente com confiança baixa" id="86" name="Google Shape;8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2760" y="175680"/>
            <a:ext cx="806760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senho de um cachorro&#10;&#10;Descrição gerada automaticamente" id="87" name="Google Shape;8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6080" y="6259680"/>
            <a:ext cx="1343879" cy="316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onte sobre a grama&#10;&#10;O conteúdo gerado por IA pode estar incorreto." id="93" name="Google Shape;9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60000">
            <a:off x="-128520" y="-378000"/>
            <a:ext cx="12441599" cy="75906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senho de um círculo&#10;&#10;Descrição gerada automaticamente com confiança baixa" id="94" name="Google Shape;9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2760" y="175680"/>
            <a:ext cx="806760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senho de um cachorro&#10;&#10;Descrição gerada automaticamente" id="95" name="Google Shape;9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6080" y="6259680"/>
            <a:ext cx="1343879" cy="316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