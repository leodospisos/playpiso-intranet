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797675" cy="9926625"/>
  <p:embeddedFontLst>
    <p:embeddedFont>
      <p:font typeface="Poppins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jNsKFPjV1MdtUinhzDMb13lFcl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705BD20-7A14-4716-B01F-F5413761F9DE}">
  <a:tblStyle styleId="{9705BD20-7A14-4716-B01F-F5413761F9D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oppins-regular.fntdata"/><Relationship Id="rId14" Type="http://schemas.openxmlformats.org/officeDocument/2006/relationships/slide" Target="slides/slide9.xml"/><Relationship Id="rId17" Type="http://schemas.openxmlformats.org/officeDocument/2006/relationships/font" Target="fonts/Poppins-italic.fntdata"/><Relationship Id="rId16" Type="http://schemas.openxmlformats.org/officeDocument/2006/relationships/font" Target="fonts/Poppins-bold.fntdata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font" Target="fonts/Poppi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45659" cy="498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50443" y="0"/>
            <a:ext cx="2945659" cy="498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:notes"/>
          <p:cNvSpPr txBox="1"/>
          <p:nvPr>
            <p:ph idx="1" type="body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8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9:notes"/>
          <p:cNvSpPr txBox="1"/>
          <p:nvPr>
            <p:ph idx="1" type="body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lang="pt-BR"/>
              <a:t>MEXER APENAS NAS INFORMAÇÕES EM PRETO, NÚMERO DA PROPOSTA E DATAS.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br>
              <a:rPr b="1" lang="pt-BR"/>
            </a:br>
            <a:r>
              <a:rPr lang="pt-BR"/>
              <a:t>NÃO DESCONFIGURAR NADA!</a:t>
            </a:r>
            <a:br>
              <a:rPr lang="pt-BR"/>
            </a:br>
            <a:r>
              <a:rPr lang="pt-BR"/>
              <a:t>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p9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0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10:notes"/>
          <p:cNvSpPr txBox="1"/>
          <p:nvPr>
            <p:ph idx="1" type="body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lang="pt-BR"/>
              <a:t>MEXER APENAS NAS INFORMAÇÕES EM PRETO, NÚMERO DA PROPOSTA E DATAS.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br>
              <a:rPr b="1" lang="pt-BR"/>
            </a:br>
            <a:r>
              <a:rPr lang="pt-BR"/>
              <a:t>NÃO DESCONFIGURAR NADA!</a:t>
            </a:r>
            <a:br>
              <a:rPr lang="pt-BR"/>
            </a:br>
            <a:r>
              <a:rPr lang="pt-BR"/>
              <a:t>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p10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1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11:notes"/>
          <p:cNvSpPr txBox="1"/>
          <p:nvPr>
            <p:ph idx="1" type="body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lang="pt-BR"/>
              <a:t>MEXER APENAS NAS INFORMAÇÕES EM PRETO, NÚMERO DA PROPOSTA E DATAS.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br>
              <a:rPr b="1" lang="pt-BR"/>
            </a:br>
            <a:r>
              <a:rPr lang="pt-BR"/>
              <a:t>NÃO DESCONFIGURAR NADA!</a:t>
            </a:r>
            <a:br>
              <a:rPr lang="pt-BR"/>
            </a:br>
            <a:endParaRPr/>
          </a:p>
        </p:txBody>
      </p:sp>
      <p:sp>
        <p:nvSpPr>
          <p:cNvPr id="129" name="Google Shape;129;p11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2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12:notes"/>
          <p:cNvSpPr txBox="1"/>
          <p:nvPr>
            <p:ph idx="1" type="body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lang="pt-BR"/>
              <a:t>MEXER APENAS NAS INFORMAÇÕES EM PRETO, NÚMERO DA PROPOSTA E DATAS.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br>
              <a:rPr b="1" lang="pt-BR"/>
            </a:br>
            <a:r>
              <a:rPr lang="pt-BR"/>
              <a:t>NÃO DESCONFIGURAR NADA!</a:t>
            </a:r>
            <a:br>
              <a:rPr lang="pt-BR"/>
            </a:br>
            <a:endParaRPr/>
          </a:p>
        </p:txBody>
      </p:sp>
      <p:sp>
        <p:nvSpPr>
          <p:cNvPr id="144" name="Google Shape;144;p12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:notes"/>
          <p:cNvSpPr txBox="1"/>
          <p:nvPr>
            <p:ph idx="1" type="body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p13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4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14:notes"/>
          <p:cNvSpPr txBox="1"/>
          <p:nvPr>
            <p:ph idx="1" type="body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14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pt-BR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5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p15:notes"/>
          <p:cNvSpPr txBox="1"/>
          <p:nvPr>
            <p:ph idx="1" type="body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3" name="Google Shape;363;p15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pt-BR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6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5" name="Google Shape;455;p16:notes"/>
          <p:cNvSpPr txBox="1"/>
          <p:nvPr>
            <p:ph idx="1" type="body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lang="pt-BR"/>
              <a:t>MEXER APENAS NAS INFORMAÇÕES EM PRETO, NÚMERO DA PROPOSTA E DATAS.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br>
              <a:rPr b="1" lang="pt-BR"/>
            </a:br>
            <a:r>
              <a:rPr lang="pt-BR"/>
              <a:t>NÃO DESCONFIGURAR NADA!</a:t>
            </a:r>
            <a:br>
              <a:rPr lang="pt-BR"/>
            </a:br>
            <a:r>
              <a:rPr lang="pt-BR"/>
              <a:t>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6" name="Google Shape;456;p16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8" name="Google Shape;28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3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3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3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3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m de jogo de vídeo game&#10;&#10;Descrição gerada automaticamente com confiança baixa" id="88" name="Google Shape;8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096"/>
            <a:ext cx="12192000" cy="68458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esenho de um círculo&#10;&#10;Descrição gerada automaticamente com confiança baixa" id="89" name="Google Shape;8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2671" y="175510"/>
            <a:ext cx="806652" cy="7772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esenho de um cachorro&#10;&#10;Descrição gerada automaticamente" id="90" name="Google Shape;90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76192" y="6259630"/>
            <a:ext cx="1344059" cy="315929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"/>
          <p:cNvSpPr txBox="1"/>
          <p:nvPr/>
        </p:nvSpPr>
        <p:spPr>
          <a:xfrm>
            <a:off x="1291771" y="2459504"/>
            <a:ext cx="9608457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pt-BR" sz="6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QUADRA POLIESPORTIVA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pt-BR" sz="6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BASE ASFÁLTICA</a:t>
            </a:r>
            <a:endParaRPr b="1" i="0" sz="6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9"/>
          <p:cNvSpPr txBox="1"/>
          <p:nvPr>
            <p:ph idx="1" type="body"/>
          </p:nvPr>
        </p:nvSpPr>
        <p:spPr>
          <a:xfrm>
            <a:off x="2104811" y="901379"/>
            <a:ext cx="9666275" cy="52142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Char char="•"/>
            </a:pPr>
            <a:r>
              <a:rPr lang="pt-BR" sz="1200">
                <a:latin typeface="Poppins"/>
                <a:ea typeface="Poppins"/>
                <a:cs typeface="Poppins"/>
                <a:sym typeface="Poppins"/>
              </a:rPr>
              <a:t>Execução de guia perimetral;</a:t>
            </a:r>
            <a:endParaRPr/>
          </a:p>
          <a:p>
            <a:pPr indent="-228600" lvl="0" marL="2286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Char char="•"/>
            </a:pPr>
            <a:r>
              <a:rPr lang="pt-BR" sz="1200">
                <a:latin typeface="Poppins"/>
                <a:ea typeface="Poppins"/>
                <a:cs typeface="Poppins"/>
                <a:sym typeface="Poppins"/>
              </a:rPr>
              <a:t>Aplicação de pó de pedra compactado e nivelado;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-228600" lvl="0" marL="2286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Char char="•"/>
            </a:pPr>
            <a:r>
              <a:rPr lang="pt-BR" sz="1200">
                <a:latin typeface="Poppins"/>
                <a:ea typeface="Poppins"/>
                <a:cs typeface="Poppins"/>
                <a:sym typeface="Poppins"/>
              </a:rPr>
              <a:t>Aplicação de pedra 01, espalhada, nivelada, compactada e emulsionada com asfalto, com a utilização de equipamentos mecânicos;</a:t>
            </a:r>
            <a:endParaRPr/>
          </a:p>
          <a:p>
            <a:pPr indent="-228600" lvl="0" marL="2286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Char char="•"/>
            </a:pPr>
            <a:r>
              <a:rPr lang="pt-BR" sz="1200">
                <a:latin typeface="Poppins"/>
                <a:ea typeface="Poppins"/>
                <a:cs typeface="Poppins"/>
                <a:sym typeface="Poppins"/>
              </a:rPr>
              <a:t>Aplicação de pedrisco limpo, espalhado, nivelado, compactado e emulsionado com asfalto, com a utilização de equipamentos mecânicos;</a:t>
            </a:r>
            <a:endParaRPr/>
          </a:p>
          <a:p>
            <a:pPr indent="-228600" lvl="0" marL="2286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Char char="•"/>
            </a:pPr>
            <a:r>
              <a:rPr lang="pt-BR" sz="1200">
                <a:latin typeface="Poppins"/>
                <a:ea typeface="Poppins"/>
                <a:cs typeface="Poppins"/>
                <a:sym typeface="Poppins"/>
              </a:rPr>
              <a:t>Aplicação de pó de pedra emulsionado com asfalto;</a:t>
            </a:r>
            <a:endParaRPr/>
          </a:p>
          <a:p>
            <a:pPr indent="-228600" lvl="0" marL="2286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Char char="•"/>
            </a:pPr>
            <a:r>
              <a:rPr lang="pt-BR" sz="1200">
                <a:latin typeface="Poppins"/>
                <a:ea typeface="Poppins"/>
                <a:cs typeface="Poppins"/>
                <a:sym typeface="Poppins"/>
              </a:rPr>
              <a:t>Aplicação de uma demão de Playgrit (lama asfáltica);</a:t>
            </a:r>
            <a:endParaRPr/>
          </a:p>
          <a:p>
            <a:pPr indent="-228600" lvl="0" marL="2286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Char char="•"/>
            </a:pPr>
            <a:r>
              <a:rPr lang="pt-BR" sz="1200">
                <a:latin typeface="Poppins"/>
                <a:ea typeface="Poppins"/>
                <a:cs typeface="Poppins"/>
                <a:sym typeface="Poppins"/>
              </a:rPr>
              <a:t>Aplicação de duas demãos de camada regularizadora à base de resinas acrílicas especialmente processadas com fundo pigmentado da mesma cor da quadra definida pelo cliente proporcionando um melhor acabamento, com agregados de granulometria controladas;</a:t>
            </a:r>
            <a:endParaRPr/>
          </a:p>
          <a:p>
            <a:pPr indent="-228600" lvl="0" marL="2286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Char char="•"/>
            </a:pPr>
            <a:r>
              <a:rPr lang="pt-BR" sz="1200">
                <a:latin typeface="Poppins"/>
                <a:ea typeface="Poppins"/>
                <a:cs typeface="Poppins"/>
                <a:sym typeface="Poppins"/>
              </a:rPr>
              <a:t>Aplicação de resina colorida (cor a ser definida pelo cliente) à base de resina acrílica especialmente processadas;</a:t>
            </a:r>
            <a:endParaRPr/>
          </a:p>
          <a:p>
            <a:pPr indent="-228600" lvl="0" marL="2286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Char char="•"/>
            </a:pPr>
            <a:r>
              <a:rPr lang="pt-BR" sz="1200">
                <a:latin typeface="Poppins"/>
                <a:ea typeface="Poppins"/>
                <a:cs typeface="Poppins"/>
                <a:sym typeface="Poppins"/>
              </a:rPr>
              <a:t>Pintura das linhas de demarcação com pincel e reforçadas com resinas, a fim de proporcionar durabilidade.</a:t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0" y="0"/>
            <a:ext cx="1914523" cy="685800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senho de um círculo&#10;&#10;Descrição gerada automaticamente com confiança baixa" id="99" name="Google Shape;9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394" y="322704"/>
            <a:ext cx="622719" cy="600016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9"/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Projeto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9"/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Pagamento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9"/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Investimento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9"/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Prazos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9"/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Garantia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9"/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Regras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9"/>
          <p:cNvSpPr txBox="1"/>
          <p:nvPr/>
        </p:nvSpPr>
        <p:spPr>
          <a:xfrm>
            <a:off x="2104811" y="316604"/>
            <a:ext cx="521082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pt-BR" sz="3200" u="none" cap="none" strike="noStrik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Piso Asfáltico </a:t>
            </a:r>
            <a:endParaRPr b="1" i="0" sz="2800" u="none" cap="none" strike="noStrike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0"/>
          <p:cNvSpPr txBox="1"/>
          <p:nvPr>
            <p:ph idx="1" type="body"/>
          </p:nvPr>
        </p:nvSpPr>
        <p:spPr>
          <a:xfrm>
            <a:off x="2080732" y="724605"/>
            <a:ext cx="9688481" cy="22340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Char char="•"/>
            </a:pPr>
            <a:r>
              <a:rPr lang="pt-BR" sz="1200">
                <a:latin typeface="Poppins"/>
                <a:ea typeface="Poppins"/>
                <a:cs typeface="Poppins"/>
                <a:sym typeface="Poppins"/>
              </a:rPr>
              <a:t>Fundos e laterais em sistema gaiola com 4,00m de altura de tela </a:t>
            </a:r>
            <a:endParaRPr/>
          </a:p>
          <a:p>
            <a:pPr indent="-228600" lvl="0" marL="228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Char char="•"/>
            </a:pPr>
            <a:r>
              <a:rPr lang="pt-BR" sz="1200">
                <a:latin typeface="Poppins"/>
                <a:ea typeface="Poppins"/>
                <a:cs typeface="Poppins"/>
                <a:sym typeface="Poppins"/>
              </a:rPr>
              <a:t>02 portões de acesso com dimensões de 1,00m x 2,00m;</a:t>
            </a:r>
            <a:endParaRPr/>
          </a:p>
          <a:p>
            <a:pPr indent="-228600" lvl="0" marL="2286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Char char="•"/>
            </a:pPr>
            <a:r>
              <a:rPr lang="pt-BR" sz="1200">
                <a:latin typeface="Poppins"/>
                <a:ea typeface="Poppins"/>
                <a:cs typeface="Poppins"/>
                <a:sym typeface="Poppins"/>
              </a:rPr>
              <a:t>Tubos galvanizados eletroliticamente, sendo os tubos verticais com diâmetro de 48,30mm e espessura de 2,25mm e os tubos horizontais com diâmetro de 42,60mm e espessura de 2,00mm pintados na cor verde;</a:t>
            </a:r>
            <a:endParaRPr/>
          </a:p>
          <a:p>
            <a:pPr indent="-228600" lvl="0" marL="2286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Char char="•"/>
            </a:pPr>
            <a:r>
              <a:rPr lang="pt-BR" sz="1200">
                <a:latin typeface="Poppins"/>
                <a:ea typeface="Poppins"/>
                <a:cs typeface="Poppins"/>
                <a:sym typeface="Poppins"/>
              </a:rPr>
              <a:t>Tela malha 3” x 3” fio 12 revestida em PVC verde;</a:t>
            </a:r>
            <a:endParaRPr/>
          </a:p>
          <a:p>
            <a:pPr indent="-228600" lvl="0" marL="2286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Char char="•"/>
            </a:pPr>
            <a:r>
              <a:rPr lang="pt-BR" sz="1200">
                <a:latin typeface="Poppins"/>
                <a:ea typeface="Poppins"/>
                <a:cs typeface="Poppins"/>
                <a:sym typeface="Poppins"/>
              </a:rPr>
              <a:t>Sem travamentos.</a:t>
            </a:r>
            <a:endParaRPr/>
          </a:p>
        </p:txBody>
      </p:sp>
      <p:sp>
        <p:nvSpPr>
          <p:cNvPr id="113" name="Google Shape;113;p10"/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senho de um círculo&#10;&#10;Descrição gerada automaticamente com confiança baixa" id="114" name="Google Shape;11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394" y="322704"/>
            <a:ext cx="622719" cy="600016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0"/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Projeto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0"/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Pagamento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0"/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Investimento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0"/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Prazos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0"/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Garantia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0"/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Regras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0"/>
          <p:cNvSpPr txBox="1"/>
          <p:nvPr/>
        </p:nvSpPr>
        <p:spPr>
          <a:xfrm>
            <a:off x="2080734" y="158320"/>
            <a:ext cx="521082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pt-BR" sz="3200" u="none" cap="none" strike="noStrik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Alambrado</a:t>
            </a:r>
            <a:endParaRPr b="1" i="0" sz="2800" u="none" cap="none" strike="noStrike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2" name="Google Shape;122;p10"/>
          <p:cNvSpPr txBox="1"/>
          <p:nvPr/>
        </p:nvSpPr>
        <p:spPr>
          <a:xfrm>
            <a:off x="2080735" y="5041486"/>
            <a:ext cx="9688478" cy="14873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xx projetores em módulo de LED 200W, 220 volts;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xx postes telecônicos metálicos, galvanizados a fogo, diâmetro de 114,40mm a 76,00mm e espessura de 2,25mm, com altura livre de 8,00m com pintura especial na cor verde;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xx cruzetas simples para xx projetores, galvanizadas a fogo, com pintura especial na cor verde.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0"/>
          <p:cNvSpPr txBox="1"/>
          <p:nvPr/>
        </p:nvSpPr>
        <p:spPr>
          <a:xfrm>
            <a:off x="2080733" y="4456711"/>
            <a:ext cx="521082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pt-BR" sz="3200" u="none" cap="none" strike="noStrik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Iluminação</a:t>
            </a:r>
            <a:endParaRPr b="1" i="0" sz="2800" u="none" cap="none" strike="noStrike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4" name="Google Shape;124;p10"/>
          <p:cNvSpPr txBox="1"/>
          <p:nvPr/>
        </p:nvSpPr>
        <p:spPr>
          <a:xfrm>
            <a:off x="2104811" y="3065367"/>
            <a:ext cx="521082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pt-BR" sz="3200" u="none" cap="none" strike="noStrik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Tela de proteção</a:t>
            </a:r>
            <a:endParaRPr b="1" i="0" sz="2800" u="none" cap="none" strike="noStrike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5" name="Google Shape;125;p10"/>
          <p:cNvSpPr txBox="1"/>
          <p:nvPr/>
        </p:nvSpPr>
        <p:spPr>
          <a:xfrm>
            <a:off x="2080732" y="3612243"/>
            <a:ext cx="9688481" cy="78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30400" lvl="0" marL="2304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Rede de cobertura 100% polipropileno, malha 10 x 10, fio 2mm, na </a:t>
            </a:r>
            <a:r>
              <a:rPr b="0" i="0" lang="pt-BR" sz="12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Poppins"/>
                <a:ea typeface="Poppins"/>
                <a:cs typeface="Poppins"/>
                <a:sym typeface="Poppins"/>
              </a:rPr>
              <a:t>cor verde</a:t>
            </a:r>
            <a:r>
              <a:rPr b="0" i="0" lang="pt-BR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sustentada por cabos metálicos interligando os vértices formando um X.</a:t>
            </a:r>
            <a:endParaRPr b="1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"/>
          <p:cNvSpPr txBox="1"/>
          <p:nvPr/>
        </p:nvSpPr>
        <p:spPr>
          <a:xfrm>
            <a:off x="2144588" y="922720"/>
            <a:ext cx="9622732" cy="5129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BASQUETE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Estruturas metálicas fixas, </a:t>
            </a:r>
            <a:r>
              <a:rPr b="1" i="0" lang="pt-BR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galvanizadas a fogo</a:t>
            </a:r>
            <a:r>
              <a:rPr b="0" i="0" lang="pt-BR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altura de 3,48m, confeccionadas com tubo de 4”, espessura 3,65, avanço de 1,30, reforçado com mão francesa e chapa de ferro para fixação da tabela, acabamento com pintura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verde.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Tabela acrílica incolor, 10mm de espessura, modelo oficial, com dimensões de 1,80m x 1,05m x 0,10cm (AxLxP), peso 45kg, com aro retrátil, rede tipo chua e parafusos para fixação.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VÔLEI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Postes tamanho oficial, confeccionados em tubos de aço 3”, chapa 11, </a:t>
            </a:r>
            <a:r>
              <a:rPr b="1" i="0" lang="pt-BR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galvanizados a fogo</a:t>
            </a:r>
            <a:r>
              <a:rPr b="0" i="0" lang="pt-BR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com pintura sintética </a:t>
            </a:r>
            <a:r>
              <a:rPr b="1" i="0" lang="pt-BR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na cor verde</a:t>
            </a:r>
            <a:r>
              <a:rPr b="0" i="0" lang="pt-BR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com argolas para fixação da rede;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Rede com malha 10cm, fio de nylon virgem 2,5mm, tamanho oficial 10 x 1m, </a:t>
            </a:r>
            <a:r>
              <a:rPr b="1" i="0" lang="pt-BR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(medida variável de acordo com as dimensões da quadra),</a:t>
            </a:r>
            <a:r>
              <a:rPr b="0" i="0" lang="pt-BR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extensores em nylon e cabo de aço para fixação, 4 lonas confeccionadas em PVC emborrachado com costura dupla - “Lona” superior 7cm e inferior 6cm.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FUTSAL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Traves confeccionadas em tubo de aço 3”, chapa 13, </a:t>
            </a:r>
            <a:r>
              <a:rPr b="1" i="0" lang="pt-BR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galvanizadas a fogo</a:t>
            </a:r>
            <a:r>
              <a:rPr b="0" i="0" lang="pt-BR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com pintura sintética na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cor branca</a:t>
            </a:r>
            <a:r>
              <a:rPr b="0" i="0" lang="pt-BR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tamanho oficial 3m x 2m</a:t>
            </a:r>
            <a:r>
              <a:rPr b="1" i="0" lang="pt-BR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(medida variável de acordo com o tamanho da quadra)</a:t>
            </a:r>
            <a:r>
              <a:rPr b="0" i="0" lang="pt-BR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haste de 0,50m e profundidade 0,90m, desmontável;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Redes para futsal fio 4, nylon virgem, malha 12 x 12, recuo 30/70.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2" name="Google Shape;132;p11"/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senho de um círculo&#10;&#10;Descrição gerada automaticamente com confiança baixa" id="133" name="Google Shape;13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394" y="322704"/>
            <a:ext cx="622719" cy="600016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1"/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Projeto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1"/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Pagamento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1"/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Investimento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1"/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Prazos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1"/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Garantia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1"/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Regras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1"/>
          <p:cNvSpPr txBox="1"/>
          <p:nvPr/>
        </p:nvSpPr>
        <p:spPr>
          <a:xfrm>
            <a:off x="2104811" y="322704"/>
            <a:ext cx="521082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pt-BR" sz="3200" u="none" cap="none" strike="noStrik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Acessórios</a:t>
            </a:r>
            <a:endParaRPr b="1" i="0" sz="2800" u="none" cap="none" strike="noStrike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2"/>
          <p:cNvSpPr txBox="1"/>
          <p:nvPr/>
        </p:nvSpPr>
        <p:spPr>
          <a:xfrm>
            <a:off x="2104811" y="922720"/>
            <a:ext cx="9608218" cy="4563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BASQUETE – ESTRUTURA AÉREA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Basculante, confeccionada em perfil tubular, cabos de aço laterais estabilizadores e cabos de aço central para elevação através de </a:t>
            </a:r>
            <a:r>
              <a:rPr b="1" i="0" lang="pt-BR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guinchos elétricos </a:t>
            </a:r>
            <a:r>
              <a:rPr b="0" i="0" lang="pt-BR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personalizados para quadras cobertas;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02 tabelas em vidro temperado, aros flexíveis e redes com avanço de 3,50m.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TÊNIS</a:t>
            </a:r>
            <a:endParaRPr b="1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Postes em tubo de aço 3", chapa 11, tamanho de 1,07m, galvanizados a fogo, com pintura sintética na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cor verde</a:t>
            </a:r>
            <a:r>
              <a:rPr b="0" i="0" lang="pt-BR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buchas para fixação no piso, ponteira confeccionada em plástico injetado, catraca ajustável;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Rede malha 4 cm, tamanho 12,80m x 1,08m, fio de nylon virgem 2,5mm, 03 lonas confeccionadas em laminado plástico revestida com PVC emborrachado, reforçada com 4 costuras, abraçadeira plástica para facilitar a instalação, cabo de aço para fixação da rede revestido em PVC;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FUTSAL – MINI TRAVE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Traves confeccionadas em tudo de aço</a:t>
            </a:r>
            <a:r>
              <a:rPr b="1" i="0" lang="pt-BR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galvanizada a fogo</a:t>
            </a:r>
            <a:r>
              <a:rPr b="0" i="0" lang="pt-BR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b="1" i="0" lang="pt-BR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0" i="0" lang="pt-BR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1,20 x 0,90, com requadro </a:t>
            </a:r>
            <a:r>
              <a:rPr b="1" i="0" lang="pt-BR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(medida variável de acordo com o tamanho da quadra)</a:t>
            </a:r>
            <a:r>
              <a:rPr b="0" i="0" lang="pt-BR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Redes</a:t>
            </a:r>
            <a:r>
              <a:rPr b="1" i="0" lang="pt-BR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0" i="0" lang="pt-BR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para futsal fio 4mm, malha 10;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7" name="Google Shape;147;p12"/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senho de um círculo&#10;&#10;Descrição gerada automaticamente com confiança baixa" id="148" name="Google Shape;14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394" y="322704"/>
            <a:ext cx="622719" cy="600016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2"/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Projeto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2"/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Pagamento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2"/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Investimento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2"/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Prazos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2"/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Garantia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2"/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Regras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2"/>
          <p:cNvSpPr txBox="1"/>
          <p:nvPr/>
        </p:nvSpPr>
        <p:spPr>
          <a:xfrm>
            <a:off x="2104811" y="322704"/>
            <a:ext cx="521082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pt-BR" sz="3200" u="none" cap="none" strike="noStrik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Acessórios</a:t>
            </a:r>
            <a:endParaRPr b="1" i="0" sz="2800" u="none" cap="none" strike="noStrike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24/11/2025</a:t>
            </a:r>
            <a:endParaRPr/>
          </a:p>
        </p:txBody>
      </p:sp>
      <p:sp>
        <p:nvSpPr>
          <p:cNvPr id="161" name="Google Shape;161;p13"/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senho de um círculo&#10;&#10;Descrição gerada automaticamente com confiança baixa" id="162" name="Google Shape;16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394" y="322704"/>
            <a:ext cx="622719" cy="600016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3"/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Projeto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3"/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Pagamento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3"/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Investimento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3"/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Prazos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3"/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Garantia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3"/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Regras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3"/>
          <p:cNvSpPr txBox="1"/>
          <p:nvPr/>
        </p:nvSpPr>
        <p:spPr>
          <a:xfrm>
            <a:off x="2104811" y="321263"/>
            <a:ext cx="912924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pt-BR" sz="3200" u="none" cap="none" strike="noStrik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Detalhe construtivo – Piso Asfáltico</a:t>
            </a:r>
            <a:endParaRPr b="1" i="0" sz="2800" u="none" cap="none" strike="noStrike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Tela de computador com texto preto sobre fundo branco&#10;&#10;Descrição gerada automaticamente" id="170" name="Google Shape;170;p13"/>
          <p:cNvPicPr preferRelativeResize="0"/>
          <p:nvPr/>
        </p:nvPicPr>
        <p:blipFill rotWithShape="1">
          <a:blip r:embed="rId4">
            <a:alphaModFix/>
          </a:blip>
          <a:srcRect b="11793" l="2334" r="1736" t="4773"/>
          <a:stretch/>
        </p:blipFill>
        <p:spPr>
          <a:xfrm>
            <a:off x="2585884" y="1644152"/>
            <a:ext cx="9055509" cy="35297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"/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senho de um círculo&#10;&#10;Descrição gerada automaticamente com confiança baixa" id="177" name="Google Shape;17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394" y="322704"/>
            <a:ext cx="622719" cy="600016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4"/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1" i="0" lang="pt-BR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4"/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0" i="0" lang="pt-BR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Pagamento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4"/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0" i="0" lang="pt-BR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Investimento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4"/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0" i="0" lang="pt-BR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Prazos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4"/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0" i="0" lang="pt-BR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Garantia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4"/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0" i="0" lang="pt-BR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Regras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4"/>
          <p:cNvSpPr txBox="1"/>
          <p:nvPr/>
        </p:nvSpPr>
        <p:spPr>
          <a:xfrm>
            <a:off x="2110682" y="328462"/>
            <a:ext cx="768605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Poppins"/>
              <a:buNone/>
            </a:pPr>
            <a:r>
              <a:rPr b="1" i="0" lang="pt-BR" sz="3200" u="none" cap="none" strike="noStrik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Sugestões de cores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4"/>
          <p:cNvSpPr/>
          <p:nvPr/>
        </p:nvSpPr>
        <p:spPr>
          <a:xfrm>
            <a:off x="11064808" y="872841"/>
            <a:ext cx="457200" cy="457200"/>
          </a:xfrm>
          <a:prstGeom prst="flowChartConnector">
            <a:avLst/>
          </a:prstGeom>
          <a:solidFill>
            <a:srgbClr val="03BB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4"/>
          <p:cNvSpPr/>
          <p:nvPr/>
        </p:nvSpPr>
        <p:spPr>
          <a:xfrm>
            <a:off x="11064808" y="1693138"/>
            <a:ext cx="457200" cy="457200"/>
          </a:xfrm>
          <a:prstGeom prst="flowChartConnector">
            <a:avLst/>
          </a:prstGeom>
          <a:solidFill>
            <a:srgbClr val="2089C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4"/>
          <p:cNvSpPr/>
          <p:nvPr/>
        </p:nvSpPr>
        <p:spPr>
          <a:xfrm>
            <a:off x="11064808" y="2470378"/>
            <a:ext cx="457200" cy="457200"/>
          </a:xfrm>
          <a:prstGeom prst="flowChartConnector">
            <a:avLst/>
          </a:prstGeom>
          <a:solidFill>
            <a:srgbClr val="B23820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4"/>
          <p:cNvSpPr/>
          <p:nvPr/>
        </p:nvSpPr>
        <p:spPr>
          <a:xfrm>
            <a:off x="11064808" y="3292589"/>
            <a:ext cx="457200" cy="457200"/>
          </a:xfrm>
          <a:prstGeom prst="flowChartConnector">
            <a:avLst/>
          </a:prstGeom>
          <a:solidFill>
            <a:srgbClr val="385623"/>
          </a:solidFill>
          <a:ln cap="flat" cmpd="sng" w="12700">
            <a:solidFill>
              <a:srgbClr val="3856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4"/>
          <p:cNvSpPr/>
          <p:nvPr/>
        </p:nvSpPr>
        <p:spPr>
          <a:xfrm>
            <a:off x="11081577" y="4106467"/>
            <a:ext cx="457200" cy="457200"/>
          </a:xfrm>
          <a:prstGeom prst="flowChartConnector">
            <a:avLst/>
          </a:prstGeom>
          <a:solidFill>
            <a:srgbClr val="6298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4"/>
          <p:cNvSpPr/>
          <p:nvPr/>
        </p:nvSpPr>
        <p:spPr>
          <a:xfrm>
            <a:off x="11081577" y="4900387"/>
            <a:ext cx="457200" cy="457200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4"/>
          <p:cNvSpPr/>
          <p:nvPr/>
        </p:nvSpPr>
        <p:spPr>
          <a:xfrm>
            <a:off x="11081577" y="5743432"/>
            <a:ext cx="457200" cy="457200"/>
          </a:xfrm>
          <a:prstGeom prst="flowChartConnector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4"/>
          <p:cNvSpPr txBox="1"/>
          <p:nvPr/>
        </p:nvSpPr>
        <p:spPr>
          <a:xfrm>
            <a:off x="10796635" y="1330041"/>
            <a:ext cx="993545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Poppins"/>
              <a:buNone/>
            </a:pPr>
            <a:r>
              <a:rPr b="1" i="0" lang="pt-BR" sz="10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Azul claro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4"/>
          <p:cNvSpPr txBox="1"/>
          <p:nvPr/>
        </p:nvSpPr>
        <p:spPr>
          <a:xfrm>
            <a:off x="10800945" y="2135324"/>
            <a:ext cx="993545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Poppins"/>
              <a:buNone/>
            </a:pPr>
            <a:r>
              <a:rPr b="1" i="0" lang="pt-BR" sz="10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Azul escuro</a:t>
            </a:r>
            <a:endParaRPr b="1" i="0" sz="105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4" name="Google Shape;194;p14"/>
          <p:cNvSpPr txBox="1"/>
          <p:nvPr/>
        </p:nvSpPr>
        <p:spPr>
          <a:xfrm>
            <a:off x="10795672" y="2950941"/>
            <a:ext cx="993545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Poppins"/>
              <a:buNone/>
            </a:pPr>
            <a:r>
              <a:rPr b="1" i="0" lang="pt-BR" sz="10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Vermelho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4"/>
          <p:cNvSpPr txBox="1"/>
          <p:nvPr/>
        </p:nvSpPr>
        <p:spPr>
          <a:xfrm>
            <a:off x="10731728" y="3756443"/>
            <a:ext cx="1121432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Poppins"/>
              <a:buNone/>
            </a:pPr>
            <a:r>
              <a:rPr b="1" i="0" lang="pt-BR" sz="10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Verde escuro</a:t>
            </a:r>
            <a:endParaRPr b="1" i="0" sz="105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6" name="Google Shape;196;p14"/>
          <p:cNvSpPr txBox="1"/>
          <p:nvPr/>
        </p:nvSpPr>
        <p:spPr>
          <a:xfrm>
            <a:off x="10805014" y="4545422"/>
            <a:ext cx="993545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Poppins"/>
              <a:buNone/>
            </a:pPr>
            <a:r>
              <a:rPr b="1" i="0" lang="pt-BR" sz="10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Verde claro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4"/>
          <p:cNvSpPr txBox="1"/>
          <p:nvPr/>
        </p:nvSpPr>
        <p:spPr>
          <a:xfrm>
            <a:off x="10813404" y="5357587"/>
            <a:ext cx="993545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Poppins"/>
              <a:buNone/>
            </a:pPr>
            <a:r>
              <a:rPr b="1" i="0" lang="pt-BR" sz="10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Laranja</a:t>
            </a:r>
            <a:endParaRPr b="1" i="0" sz="105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8" name="Google Shape;198;p14"/>
          <p:cNvSpPr txBox="1"/>
          <p:nvPr/>
        </p:nvSpPr>
        <p:spPr>
          <a:xfrm>
            <a:off x="10795672" y="6205631"/>
            <a:ext cx="993545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Poppins"/>
              <a:buNone/>
            </a:pPr>
            <a:r>
              <a:rPr b="1" i="0" lang="pt-BR" sz="10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Cinza</a:t>
            </a:r>
            <a:endParaRPr b="1" i="0" sz="105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99" name="Google Shape;199;p14"/>
          <p:cNvGrpSpPr/>
          <p:nvPr/>
        </p:nvGrpSpPr>
        <p:grpSpPr>
          <a:xfrm>
            <a:off x="4381817" y="1206091"/>
            <a:ext cx="1504760" cy="2577304"/>
            <a:chOff x="8882824" y="402672"/>
            <a:chExt cx="2016211" cy="3435909"/>
          </a:xfrm>
        </p:grpSpPr>
        <p:sp>
          <p:nvSpPr>
            <p:cNvPr id="200" name="Google Shape;200;p14"/>
            <p:cNvSpPr/>
            <p:nvPr/>
          </p:nvSpPr>
          <p:spPr>
            <a:xfrm>
              <a:off x="8882824" y="402672"/>
              <a:ext cx="2016211" cy="2841453"/>
            </a:xfrm>
            <a:prstGeom prst="rect">
              <a:avLst/>
            </a:prstGeom>
            <a:solidFill>
              <a:srgbClr val="385623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14"/>
            <p:cNvSpPr/>
            <p:nvPr/>
          </p:nvSpPr>
          <p:spPr>
            <a:xfrm>
              <a:off x="9017096" y="568857"/>
              <a:ext cx="1735775" cy="2534056"/>
            </a:xfrm>
            <a:prstGeom prst="rect">
              <a:avLst/>
            </a:prstGeom>
            <a:solidFill>
              <a:srgbClr val="B23820"/>
            </a:solidFill>
            <a:ln cap="flat" cmpd="sng" w="12700">
              <a:solidFill>
                <a:srgbClr val="FFFF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14"/>
            <p:cNvSpPr/>
            <p:nvPr/>
          </p:nvSpPr>
          <p:spPr>
            <a:xfrm>
              <a:off x="9674720" y="585715"/>
              <a:ext cx="383059" cy="529590"/>
            </a:xfrm>
            <a:prstGeom prst="rect">
              <a:avLst/>
            </a:prstGeom>
            <a:solidFill>
              <a:srgbClr val="385623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14"/>
            <p:cNvSpPr/>
            <p:nvPr/>
          </p:nvSpPr>
          <p:spPr>
            <a:xfrm>
              <a:off x="9674720" y="2568729"/>
              <a:ext cx="383059" cy="522307"/>
            </a:xfrm>
            <a:prstGeom prst="rect">
              <a:avLst/>
            </a:prstGeom>
            <a:solidFill>
              <a:srgbClr val="385623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14"/>
            <p:cNvSpPr/>
            <p:nvPr/>
          </p:nvSpPr>
          <p:spPr>
            <a:xfrm>
              <a:off x="9571710" y="1588620"/>
              <a:ext cx="566351" cy="522803"/>
            </a:xfrm>
            <a:prstGeom prst="flowChartConnector">
              <a:avLst/>
            </a:prstGeom>
            <a:solidFill>
              <a:srgbClr val="B23820"/>
            </a:solidFill>
            <a:ln cap="flat" cmpd="sng" w="12700">
              <a:solidFill>
                <a:srgbClr val="FFFF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14"/>
            <p:cNvSpPr/>
            <p:nvPr/>
          </p:nvSpPr>
          <p:spPr>
            <a:xfrm>
              <a:off x="9730805" y="1708218"/>
              <a:ext cx="248165" cy="267429"/>
            </a:xfrm>
            <a:prstGeom prst="flowChartConnector">
              <a:avLst/>
            </a:prstGeom>
            <a:solidFill>
              <a:srgbClr val="385623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6" name="Google Shape;206;p14"/>
            <p:cNvCxnSpPr>
              <a:stCxn id="201" idx="1"/>
              <a:endCxn id="201" idx="3"/>
            </p:cNvCxnSpPr>
            <p:nvPr/>
          </p:nvCxnSpPr>
          <p:spPr>
            <a:xfrm>
              <a:off x="9017096" y="1835885"/>
              <a:ext cx="1735800" cy="0"/>
            </a:xfrm>
            <a:prstGeom prst="straightConnector1">
              <a:avLst/>
            </a:prstGeom>
            <a:noFill/>
            <a:ln cap="flat" cmpd="sng" w="9525">
              <a:solidFill>
                <a:srgbClr val="FFFF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7" name="Google Shape;207;p14"/>
            <p:cNvCxnSpPr/>
            <p:nvPr/>
          </p:nvCxnSpPr>
          <p:spPr>
            <a:xfrm>
              <a:off x="9307573" y="1576137"/>
              <a:ext cx="1139047" cy="9589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08" name="Google Shape;208;p14"/>
            <p:cNvSpPr/>
            <p:nvPr/>
          </p:nvSpPr>
          <p:spPr>
            <a:xfrm>
              <a:off x="9191746" y="2328266"/>
              <a:ext cx="1369866" cy="1510315"/>
            </a:xfrm>
            <a:prstGeom prst="arc">
              <a:avLst>
                <a:gd fmla="val 10763157" name="adj1"/>
                <a:gd fmla="val 42407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14"/>
            <p:cNvSpPr/>
            <p:nvPr/>
          </p:nvSpPr>
          <p:spPr>
            <a:xfrm>
              <a:off x="9674720" y="2405641"/>
              <a:ext cx="383059" cy="586345"/>
            </a:xfrm>
            <a:prstGeom prst="arc">
              <a:avLst>
                <a:gd fmla="val 13111375" name="adj1"/>
                <a:gd fmla="val 19331494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14"/>
            <p:cNvSpPr/>
            <p:nvPr/>
          </p:nvSpPr>
          <p:spPr>
            <a:xfrm rot="10800000">
              <a:off x="9674720" y="672634"/>
              <a:ext cx="383059" cy="586345"/>
            </a:xfrm>
            <a:prstGeom prst="arc">
              <a:avLst>
                <a:gd fmla="val 13390027" name="adj1"/>
                <a:gd fmla="val 19026755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14"/>
            <p:cNvSpPr/>
            <p:nvPr/>
          </p:nvSpPr>
          <p:spPr>
            <a:xfrm>
              <a:off x="9403867" y="942634"/>
              <a:ext cx="951471" cy="1787001"/>
            </a:xfrm>
            <a:prstGeom prst="rect">
              <a:avLst/>
            </a:prstGeom>
            <a:noFill/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12" name="Google Shape;212;p14"/>
          <p:cNvCxnSpPr/>
          <p:nvPr/>
        </p:nvCxnSpPr>
        <p:spPr>
          <a:xfrm>
            <a:off x="4698820" y="2490011"/>
            <a:ext cx="850106" cy="7193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3" name="Google Shape;213;p14"/>
          <p:cNvSpPr/>
          <p:nvPr/>
        </p:nvSpPr>
        <p:spPr>
          <a:xfrm rot="5741751">
            <a:off x="5035791" y="1352709"/>
            <a:ext cx="145363" cy="144822"/>
          </a:xfrm>
          <a:prstGeom prst="arc">
            <a:avLst>
              <a:gd fmla="val 16200000" name="adj1"/>
              <a:gd fmla="val 4889617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4"/>
          <p:cNvSpPr/>
          <p:nvPr/>
        </p:nvSpPr>
        <p:spPr>
          <a:xfrm rot="-5067096">
            <a:off x="5034383" y="3074819"/>
            <a:ext cx="145363" cy="144822"/>
          </a:xfrm>
          <a:prstGeom prst="arc">
            <a:avLst>
              <a:gd fmla="val 16200000" name="adj1"/>
              <a:gd fmla="val 4889617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4"/>
          <p:cNvSpPr/>
          <p:nvPr/>
        </p:nvSpPr>
        <p:spPr>
          <a:xfrm rot="10800000">
            <a:off x="4551205" y="968956"/>
            <a:ext cx="1163254" cy="719032"/>
          </a:xfrm>
          <a:prstGeom prst="arc">
            <a:avLst>
              <a:gd fmla="val 10795468" name="adj1"/>
              <a:gd fmla="val 3835" name="adj2"/>
            </a:avLst>
          </a:prstGeom>
          <a:noFill/>
          <a:ln cap="flat" cmpd="sng" w="952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4"/>
          <p:cNvSpPr/>
          <p:nvPr/>
        </p:nvSpPr>
        <p:spPr>
          <a:xfrm flipH="1">
            <a:off x="4549729" y="2886215"/>
            <a:ext cx="1163254" cy="719032"/>
          </a:xfrm>
          <a:prstGeom prst="arc">
            <a:avLst>
              <a:gd fmla="val 10889965" name="adj1"/>
              <a:gd fmla="val 21509610" name="adj2"/>
            </a:avLst>
          </a:prstGeom>
          <a:noFill/>
          <a:ln cap="flat" cmpd="sng" w="952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4"/>
          <p:cNvSpPr/>
          <p:nvPr/>
        </p:nvSpPr>
        <p:spPr>
          <a:xfrm flipH="1" rot="10800000">
            <a:off x="4598218" y="788715"/>
            <a:ext cx="1022373" cy="1132900"/>
          </a:xfrm>
          <a:prstGeom prst="arc">
            <a:avLst>
              <a:gd fmla="val 10657095" name="adj1"/>
              <a:gd fmla="val 154392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8" name="Google Shape;218;p14"/>
          <p:cNvGrpSpPr/>
          <p:nvPr/>
        </p:nvGrpSpPr>
        <p:grpSpPr>
          <a:xfrm>
            <a:off x="2443283" y="1224273"/>
            <a:ext cx="1504760" cy="2577304"/>
            <a:chOff x="8882824" y="402672"/>
            <a:chExt cx="2016211" cy="3435909"/>
          </a:xfrm>
        </p:grpSpPr>
        <p:sp>
          <p:nvSpPr>
            <p:cNvPr id="219" name="Google Shape;219;p14"/>
            <p:cNvSpPr/>
            <p:nvPr/>
          </p:nvSpPr>
          <p:spPr>
            <a:xfrm>
              <a:off x="8882824" y="402672"/>
              <a:ext cx="2016211" cy="2841453"/>
            </a:xfrm>
            <a:prstGeom prst="rect">
              <a:avLst/>
            </a:prstGeom>
            <a:solidFill>
              <a:srgbClr val="03BBF6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14"/>
            <p:cNvSpPr/>
            <p:nvPr/>
          </p:nvSpPr>
          <p:spPr>
            <a:xfrm>
              <a:off x="9017096" y="568857"/>
              <a:ext cx="1735775" cy="2534056"/>
            </a:xfrm>
            <a:prstGeom prst="rect">
              <a:avLst/>
            </a:prstGeom>
            <a:solidFill>
              <a:srgbClr val="385623"/>
            </a:solidFill>
            <a:ln cap="flat" cmpd="sng" w="12700">
              <a:solidFill>
                <a:srgbClr val="FFFF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14"/>
            <p:cNvSpPr/>
            <p:nvPr/>
          </p:nvSpPr>
          <p:spPr>
            <a:xfrm>
              <a:off x="9674720" y="2568729"/>
              <a:ext cx="383059" cy="522307"/>
            </a:xfrm>
            <a:prstGeom prst="rect">
              <a:avLst/>
            </a:prstGeom>
            <a:solidFill>
              <a:srgbClr val="03BBF6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14"/>
            <p:cNvSpPr/>
            <p:nvPr/>
          </p:nvSpPr>
          <p:spPr>
            <a:xfrm>
              <a:off x="9571710" y="1588620"/>
              <a:ext cx="566351" cy="522803"/>
            </a:xfrm>
            <a:prstGeom prst="flowChartConnector">
              <a:avLst/>
            </a:prstGeom>
            <a:solidFill>
              <a:srgbClr val="385623"/>
            </a:solidFill>
            <a:ln cap="flat" cmpd="sng" w="12700">
              <a:solidFill>
                <a:srgbClr val="FFFF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14"/>
            <p:cNvSpPr/>
            <p:nvPr/>
          </p:nvSpPr>
          <p:spPr>
            <a:xfrm>
              <a:off x="9730805" y="1708218"/>
              <a:ext cx="248165" cy="267429"/>
            </a:xfrm>
            <a:prstGeom prst="flowChartConnector">
              <a:avLst/>
            </a:prstGeom>
            <a:solidFill>
              <a:srgbClr val="03BBF6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24" name="Google Shape;224;p14"/>
            <p:cNvCxnSpPr>
              <a:stCxn id="220" idx="1"/>
              <a:endCxn id="220" idx="3"/>
            </p:cNvCxnSpPr>
            <p:nvPr/>
          </p:nvCxnSpPr>
          <p:spPr>
            <a:xfrm>
              <a:off x="9017096" y="1835885"/>
              <a:ext cx="1735800" cy="0"/>
            </a:xfrm>
            <a:prstGeom prst="straightConnector1">
              <a:avLst/>
            </a:prstGeom>
            <a:noFill/>
            <a:ln cap="flat" cmpd="sng" w="9525">
              <a:solidFill>
                <a:srgbClr val="FFFF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5" name="Google Shape;225;p14"/>
            <p:cNvCxnSpPr/>
            <p:nvPr/>
          </p:nvCxnSpPr>
          <p:spPr>
            <a:xfrm>
              <a:off x="9307573" y="1576137"/>
              <a:ext cx="1139047" cy="9589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26" name="Google Shape;226;p14"/>
            <p:cNvSpPr/>
            <p:nvPr/>
          </p:nvSpPr>
          <p:spPr>
            <a:xfrm>
              <a:off x="9191746" y="2328266"/>
              <a:ext cx="1369866" cy="1510315"/>
            </a:xfrm>
            <a:prstGeom prst="arc">
              <a:avLst>
                <a:gd fmla="val 10763157" name="adj1"/>
                <a:gd fmla="val 42407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14"/>
            <p:cNvSpPr/>
            <p:nvPr/>
          </p:nvSpPr>
          <p:spPr>
            <a:xfrm>
              <a:off x="9674720" y="2405641"/>
              <a:ext cx="383059" cy="586345"/>
            </a:xfrm>
            <a:prstGeom prst="arc">
              <a:avLst>
                <a:gd fmla="val 13111375" name="adj1"/>
                <a:gd fmla="val 19331494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14"/>
            <p:cNvSpPr/>
            <p:nvPr/>
          </p:nvSpPr>
          <p:spPr>
            <a:xfrm rot="10800000">
              <a:off x="9674720" y="672634"/>
              <a:ext cx="383059" cy="586345"/>
            </a:xfrm>
            <a:prstGeom prst="arc">
              <a:avLst>
                <a:gd fmla="val 13390027" name="adj1"/>
                <a:gd fmla="val 19026755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14"/>
            <p:cNvSpPr/>
            <p:nvPr/>
          </p:nvSpPr>
          <p:spPr>
            <a:xfrm>
              <a:off x="9674720" y="585715"/>
              <a:ext cx="383059" cy="529590"/>
            </a:xfrm>
            <a:prstGeom prst="rect">
              <a:avLst/>
            </a:prstGeom>
            <a:solidFill>
              <a:srgbClr val="03BBF6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14"/>
            <p:cNvSpPr/>
            <p:nvPr/>
          </p:nvSpPr>
          <p:spPr>
            <a:xfrm>
              <a:off x="9403867" y="942634"/>
              <a:ext cx="951471" cy="1787001"/>
            </a:xfrm>
            <a:prstGeom prst="rect">
              <a:avLst/>
            </a:prstGeom>
            <a:noFill/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31" name="Google Shape;231;p14"/>
          <p:cNvCxnSpPr/>
          <p:nvPr/>
        </p:nvCxnSpPr>
        <p:spPr>
          <a:xfrm>
            <a:off x="2760286" y="2508193"/>
            <a:ext cx="850106" cy="7193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2" name="Google Shape;232;p14"/>
          <p:cNvSpPr/>
          <p:nvPr/>
        </p:nvSpPr>
        <p:spPr>
          <a:xfrm rot="5741751">
            <a:off x="3097257" y="1370891"/>
            <a:ext cx="145363" cy="144822"/>
          </a:xfrm>
          <a:prstGeom prst="arc">
            <a:avLst>
              <a:gd fmla="val 16200000" name="adj1"/>
              <a:gd fmla="val 4889617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4"/>
          <p:cNvSpPr/>
          <p:nvPr/>
        </p:nvSpPr>
        <p:spPr>
          <a:xfrm rot="-5067096">
            <a:off x="3095849" y="3093001"/>
            <a:ext cx="145363" cy="144822"/>
          </a:xfrm>
          <a:prstGeom prst="arc">
            <a:avLst>
              <a:gd fmla="val 16200000" name="adj1"/>
              <a:gd fmla="val 4889617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4"/>
          <p:cNvSpPr/>
          <p:nvPr/>
        </p:nvSpPr>
        <p:spPr>
          <a:xfrm flipH="1">
            <a:off x="2611195" y="2904397"/>
            <a:ext cx="1163254" cy="719032"/>
          </a:xfrm>
          <a:prstGeom prst="arc">
            <a:avLst>
              <a:gd fmla="val 10889965" name="adj1"/>
              <a:gd fmla="val 21509610" name="adj2"/>
            </a:avLst>
          </a:prstGeom>
          <a:noFill/>
          <a:ln cap="flat" cmpd="sng" w="952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4"/>
          <p:cNvSpPr/>
          <p:nvPr/>
        </p:nvSpPr>
        <p:spPr>
          <a:xfrm flipH="1" rot="10800000">
            <a:off x="2659684" y="806897"/>
            <a:ext cx="1022373" cy="1132900"/>
          </a:xfrm>
          <a:prstGeom prst="arc">
            <a:avLst>
              <a:gd fmla="val 10657095" name="adj1"/>
              <a:gd fmla="val 154392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4"/>
          <p:cNvSpPr/>
          <p:nvPr/>
        </p:nvSpPr>
        <p:spPr>
          <a:xfrm rot="10800000">
            <a:off x="2612671" y="987138"/>
            <a:ext cx="1163254" cy="719032"/>
          </a:xfrm>
          <a:prstGeom prst="arc">
            <a:avLst>
              <a:gd fmla="val 10795468" name="adj1"/>
              <a:gd fmla="val 3835" name="adj2"/>
            </a:avLst>
          </a:prstGeom>
          <a:noFill/>
          <a:ln cap="flat" cmpd="sng" w="952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7" name="Google Shape;237;p14"/>
          <p:cNvGrpSpPr/>
          <p:nvPr/>
        </p:nvGrpSpPr>
        <p:grpSpPr>
          <a:xfrm>
            <a:off x="8465568" y="1212995"/>
            <a:ext cx="1504760" cy="2577304"/>
            <a:chOff x="8882824" y="402672"/>
            <a:chExt cx="2016211" cy="3435909"/>
          </a:xfrm>
        </p:grpSpPr>
        <p:sp>
          <p:nvSpPr>
            <p:cNvPr id="238" name="Google Shape;238;p14"/>
            <p:cNvSpPr/>
            <p:nvPr/>
          </p:nvSpPr>
          <p:spPr>
            <a:xfrm>
              <a:off x="8882824" y="402672"/>
              <a:ext cx="2016211" cy="2841453"/>
            </a:xfrm>
            <a:prstGeom prst="rect">
              <a:avLst/>
            </a:prstGeom>
            <a:solidFill>
              <a:srgbClr val="62983E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14"/>
            <p:cNvSpPr/>
            <p:nvPr/>
          </p:nvSpPr>
          <p:spPr>
            <a:xfrm>
              <a:off x="9017096" y="568857"/>
              <a:ext cx="1735775" cy="2534056"/>
            </a:xfrm>
            <a:prstGeom prst="rect">
              <a:avLst/>
            </a:prstGeom>
            <a:solidFill>
              <a:srgbClr val="2089CA"/>
            </a:solidFill>
            <a:ln cap="flat" cmpd="sng" w="12700">
              <a:solidFill>
                <a:srgbClr val="FFFF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14"/>
            <p:cNvSpPr/>
            <p:nvPr/>
          </p:nvSpPr>
          <p:spPr>
            <a:xfrm>
              <a:off x="9674720" y="585715"/>
              <a:ext cx="383059" cy="529590"/>
            </a:xfrm>
            <a:prstGeom prst="rect">
              <a:avLst/>
            </a:prstGeom>
            <a:solidFill>
              <a:srgbClr val="62983E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14"/>
            <p:cNvSpPr/>
            <p:nvPr/>
          </p:nvSpPr>
          <p:spPr>
            <a:xfrm>
              <a:off x="9674720" y="2568729"/>
              <a:ext cx="383059" cy="522307"/>
            </a:xfrm>
            <a:prstGeom prst="rect">
              <a:avLst/>
            </a:prstGeom>
            <a:solidFill>
              <a:srgbClr val="62983E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14"/>
            <p:cNvSpPr/>
            <p:nvPr/>
          </p:nvSpPr>
          <p:spPr>
            <a:xfrm>
              <a:off x="9571710" y="1588620"/>
              <a:ext cx="566351" cy="522803"/>
            </a:xfrm>
            <a:prstGeom prst="flowChartConnector">
              <a:avLst/>
            </a:prstGeom>
            <a:solidFill>
              <a:srgbClr val="2089CA"/>
            </a:solidFill>
            <a:ln cap="flat" cmpd="sng" w="12700">
              <a:solidFill>
                <a:srgbClr val="FFFF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14"/>
            <p:cNvSpPr/>
            <p:nvPr/>
          </p:nvSpPr>
          <p:spPr>
            <a:xfrm>
              <a:off x="9730805" y="1708218"/>
              <a:ext cx="248165" cy="267429"/>
            </a:xfrm>
            <a:prstGeom prst="flowChartConnector">
              <a:avLst/>
            </a:prstGeom>
            <a:solidFill>
              <a:srgbClr val="62983E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44" name="Google Shape;244;p14"/>
            <p:cNvCxnSpPr>
              <a:stCxn id="239" idx="1"/>
              <a:endCxn id="239" idx="3"/>
            </p:cNvCxnSpPr>
            <p:nvPr/>
          </p:nvCxnSpPr>
          <p:spPr>
            <a:xfrm>
              <a:off x="9017096" y="1835885"/>
              <a:ext cx="1735800" cy="0"/>
            </a:xfrm>
            <a:prstGeom prst="straightConnector1">
              <a:avLst/>
            </a:prstGeom>
            <a:noFill/>
            <a:ln cap="flat" cmpd="sng" w="9525">
              <a:solidFill>
                <a:srgbClr val="FFFF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5" name="Google Shape;245;p14"/>
            <p:cNvCxnSpPr/>
            <p:nvPr/>
          </p:nvCxnSpPr>
          <p:spPr>
            <a:xfrm>
              <a:off x="9307573" y="1576137"/>
              <a:ext cx="1139047" cy="9589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46" name="Google Shape;246;p14"/>
            <p:cNvSpPr/>
            <p:nvPr/>
          </p:nvSpPr>
          <p:spPr>
            <a:xfrm>
              <a:off x="9191746" y="2328266"/>
              <a:ext cx="1369866" cy="1510315"/>
            </a:xfrm>
            <a:prstGeom prst="arc">
              <a:avLst>
                <a:gd fmla="val 10763157" name="adj1"/>
                <a:gd fmla="val 42407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14"/>
            <p:cNvSpPr/>
            <p:nvPr/>
          </p:nvSpPr>
          <p:spPr>
            <a:xfrm>
              <a:off x="9674720" y="2405641"/>
              <a:ext cx="383059" cy="586345"/>
            </a:xfrm>
            <a:prstGeom prst="arc">
              <a:avLst>
                <a:gd fmla="val 13111375" name="adj1"/>
                <a:gd fmla="val 19331494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14"/>
            <p:cNvSpPr/>
            <p:nvPr/>
          </p:nvSpPr>
          <p:spPr>
            <a:xfrm rot="10800000">
              <a:off x="9674720" y="672634"/>
              <a:ext cx="383059" cy="586345"/>
            </a:xfrm>
            <a:prstGeom prst="arc">
              <a:avLst>
                <a:gd fmla="val 13390027" name="adj1"/>
                <a:gd fmla="val 19026755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14"/>
            <p:cNvSpPr/>
            <p:nvPr/>
          </p:nvSpPr>
          <p:spPr>
            <a:xfrm>
              <a:off x="9403867" y="942634"/>
              <a:ext cx="951471" cy="1787001"/>
            </a:xfrm>
            <a:prstGeom prst="rect">
              <a:avLst/>
            </a:prstGeom>
            <a:noFill/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50" name="Google Shape;250;p14"/>
          <p:cNvCxnSpPr/>
          <p:nvPr/>
        </p:nvCxnSpPr>
        <p:spPr>
          <a:xfrm>
            <a:off x="8782571" y="2496915"/>
            <a:ext cx="850106" cy="7193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1" name="Google Shape;251;p14"/>
          <p:cNvSpPr/>
          <p:nvPr/>
        </p:nvSpPr>
        <p:spPr>
          <a:xfrm rot="5741751">
            <a:off x="9119542" y="1359613"/>
            <a:ext cx="145363" cy="144822"/>
          </a:xfrm>
          <a:prstGeom prst="arc">
            <a:avLst>
              <a:gd fmla="val 16200000" name="adj1"/>
              <a:gd fmla="val 4889617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4"/>
          <p:cNvSpPr/>
          <p:nvPr/>
        </p:nvSpPr>
        <p:spPr>
          <a:xfrm rot="-5067096">
            <a:off x="9118134" y="3081723"/>
            <a:ext cx="145363" cy="144822"/>
          </a:xfrm>
          <a:prstGeom prst="arc">
            <a:avLst>
              <a:gd fmla="val 16200000" name="adj1"/>
              <a:gd fmla="val 4889617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4"/>
          <p:cNvSpPr/>
          <p:nvPr/>
        </p:nvSpPr>
        <p:spPr>
          <a:xfrm rot="10800000">
            <a:off x="8634956" y="975860"/>
            <a:ext cx="1163254" cy="719032"/>
          </a:xfrm>
          <a:prstGeom prst="arc">
            <a:avLst>
              <a:gd fmla="val 10795468" name="adj1"/>
              <a:gd fmla="val 3835" name="adj2"/>
            </a:avLst>
          </a:prstGeom>
          <a:noFill/>
          <a:ln cap="flat" cmpd="sng" w="952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4"/>
          <p:cNvSpPr/>
          <p:nvPr/>
        </p:nvSpPr>
        <p:spPr>
          <a:xfrm flipH="1">
            <a:off x="8633480" y="2893119"/>
            <a:ext cx="1163254" cy="719032"/>
          </a:xfrm>
          <a:prstGeom prst="arc">
            <a:avLst>
              <a:gd fmla="val 10889965" name="adj1"/>
              <a:gd fmla="val 21509610" name="adj2"/>
            </a:avLst>
          </a:prstGeom>
          <a:noFill/>
          <a:ln cap="flat" cmpd="sng" w="952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4"/>
          <p:cNvSpPr/>
          <p:nvPr/>
        </p:nvSpPr>
        <p:spPr>
          <a:xfrm flipH="1" rot="10800000">
            <a:off x="8681969" y="795619"/>
            <a:ext cx="1022373" cy="1132900"/>
          </a:xfrm>
          <a:prstGeom prst="arc">
            <a:avLst>
              <a:gd fmla="val 10657095" name="adj1"/>
              <a:gd fmla="val 154392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6" name="Google Shape;256;p14"/>
          <p:cNvGrpSpPr/>
          <p:nvPr/>
        </p:nvGrpSpPr>
        <p:grpSpPr>
          <a:xfrm>
            <a:off x="6417242" y="1224273"/>
            <a:ext cx="1504760" cy="2577304"/>
            <a:chOff x="8882824" y="402672"/>
            <a:chExt cx="2016211" cy="3435909"/>
          </a:xfrm>
        </p:grpSpPr>
        <p:sp>
          <p:nvSpPr>
            <p:cNvPr id="257" name="Google Shape;257;p14"/>
            <p:cNvSpPr/>
            <p:nvPr/>
          </p:nvSpPr>
          <p:spPr>
            <a:xfrm>
              <a:off x="8882824" y="402672"/>
              <a:ext cx="2016211" cy="2841453"/>
            </a:xfrm>
            <a:prstGeom prst="rect">
              <a:avLst/>
            </a:prstGeom>
            <a:solidFill>
              <a:schemeClr val="accent2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14"/>
            <p:cNvSpPr/>
            <p:nvPr/>
          </p:nvSpPr>
          <p:spPr>
            <a:xfrm>
              <a:off x="9017096" y="568857"/>
              <a:ext cx="1735775" cy="2534056"/>
            </a:xfrm>
            <a:prstGeom prst="rect">
              <a:avLst/>
            </a:prstGeom>
            <a:solidFill>
              <a:srgbClr val="62983E"/>
            </a:solidFill>
            <a:ln cap="flat" cmpd="sng" w="12700">
              <a:solidFill>
                <a:srgbClr val="FFFF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14"/>
            <p:cNvSpPr/>
            <p:nvPr/>
          </p:nvSpPr>
          <p:spPr>
            <a:xfrm>
              <a:off x="9674720" y="2568729"/>
              <a:ext cx="383059" cy="522307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14"/>
            <p:cNvSpPr/>
            <p:nvPr/>
          </p:nvSpPr>
          <p:spPr>
            <a:xfrm>
              <a:off x="9571710" y="1588620"/>
              <a:ext cx="566351" cy="522803"/>
            </a:xfrm>
            <a:prstGeom prst="flowChartConnector">
              <a:avLst/>
            </a:prstGeom>
            <a:solidFill>
              <a:srgbClr val="62983E"/>
            </a:solidFill>
            <a:ln cap="flat" cmpd="sng" w="12700">
              <a:solidFill>
                <a:srgbClr val="FFFF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14"/>
            <p:cNvSpPr/>
            <p:nvPr/>
          </p:nvSpPr>
          <p:spPr>
            <a:xfrm>
              <a:off x="9730805" y="1708218"/>
              <a:ext cx="248165" cy="267429"/>
            </a:xfrm>
            <a:prstGeom prst="flowChartConnector">
              <a:avLst/>
            </a:prstGeom>
            <a:solidFill>
              <a:schemeClr val="accent2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62" name="Google Shape;262;p14"/>
            <p:cNvCxnSpPr>
              <a:stCxn id="258" idx="1"/>
              <a:endCxn id="258" idx="3"/>
            </p:cNvCxnSpPr>
            <p:nvPr/>
          </p:nvCxnSpPr>
          <p:spPr>
            <a:xfrm>
              <a:off x="9017096" y="1835885"/>
              <a:ext cx="1735800" cy="0"/>
            </a:xfrm>
            <a:prstGeom prst="straightConnector1">
              <a:avLst/>
            </a:prstGeom>
            <a:noFill/>
            <a:ln cap="flat" cmpd="sng" w="9525">
              <a:solidFill>
                <a:srgbClr val="FFFF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3" name="Google Shape;263;p14"/>
            <p:cNvCxnSpPr/>
            <p:nvPr/>
          </p:nvCxnSpPr>
          <p:spPr>
            <a:xfrm>
              <a:off x="9307573" y="1576137"/>
              <a:ext cx="1139047" cy="9589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64" name="Google Shape;264;p14"/>
            <p:cNvSpPr/>
            <p:nvPr/>
          </p:nvSpPr>
          <p:spPr>
            <a:xfrm>
              <a:off x="9191746" y="2328266"/>
              <a:ext cx="1369866" cy="1510315"/>
            </a:xfrm>
            <a:prstGeom prst="arc">
              <a:avLst>
                <a:gd fmla="val 10763157" name="adj1"/>
                <a:gd fmla="val 42407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14"/>
            <p:cNvSpPr/>
            <p:nvPr/>
          </p:nvSpPr>
          <p:spPr>
            <a:xfrm>
              <a:off x="9674720" y="2405641"/>
              <a:ext cx="383059" cy="586345"/>
            </a:xfrm>
            <a:prstGeom prst="arc">
              <a:avLst>
                <a:gd fmla="val 13111375" name="adj1"/>
                <a:gd fmla="val 19331494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14"/>
            <p:cNvSpPr/>
            <p:nvPr/>
          </p:nvSpPr>
          <p:spPr>
            <a:xfrm rot="10800000">
              <a:off x="9674720" y="672634"/>
              <a:ext cx="383059" cy="586345"/>
            </a:xfrm>
            <a:prstGeom prst="arc">
              <a:avLst>
                <a:gd fmla="val 13390027" name="adj1"/>
                <a:gd fmla="val 19026755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14"/>
            <p:cNvSpPr/>
            <p:nvPr/>
          </p:nvSpPr>
          <p:spPr>
            <a:xfrm>
              <a:off x="9674720" y="585715"/>
              <a:ext cx="383059" cy="52959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14"/>
            <p:cNvSpPr/>
            <p:nvPr/>
          </p:nvSpPr>
          <p:spPr>
            <a:xfrm>
              <a:off x="9403867" y="942634"/>
              <a:ext cx="951471" cy="1787001"/>
            </a:xfrm>
            <a:prstGeom prst="rect">
              <a:avLst/>
            </a:prstGeom>
            <a:noFill/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69" name="Google Shape;269;p14"/>
          <p:cNvCxnSpPr/>
          <p:nvPr/>
        </p:nvCxnSpPr>
        <p:spPr>
          <a:xfrm>
            <a:off x="6734245" y="2508193"/>
            <a:ext cx="850106" cy="7193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0" name="Google Shape;270;p14"/>
          <p:cNvSpPr/>
          <p:nvPr/>
        </p:nvSpPr>
        <p:spPr>
          <a:xfrm rot="5741751">
            <a:off x="7071216" y="1370891"/>
            <a:ext cx="145363" cy="144822"/>
          </a:xfrm>
          <a:prstGeom prst="arc">
            <a:avLst>
              <a:gd fmla="val 16200000" name="adj1"/>
              <a:gd fmla="val 4889617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4"/>
          <p:cNvSpPr/>
          <p:nvPr/>
        </p:nvSpPr>
        <p:spPr>
          <a:xfrm rot="-5067096">
            <a:off x="7069808" y="3093001"/>
            <a:ext cx="145363" cy="144822"/>
          </a:xfrm>
          <a:prstGeom prst="arc">
            <a:avLst>
              <a:gd fmla="val 16200000" name="adj1"/>
              <a:gd fmla="val 4889617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4"/>
          <p:cNvSpPr/>
          <p:nvPr/>
        </p:nvSpPr>
        <p:spPr>
          <a:xfrm flipH="1">
            <a:off x="6585154" y="2904397"/>
            <a:ext cx="1163254" cy="719032"/>
          </a:xfrm>
          <a:prstGeom prst="arc">
            <a:avLst>
              <a:gd fmla="val 10889965" name="adj1"/>
              <a:gd fmla="val 21509610" name="adj2"/>
            </a:avLst>
          </a:prstGeom>
          <a:noFill/>
          <a:ln cap="flat" cmpd="sng" w="952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4"/>
          <p:cNvSpPr/>
          <p:nvPr/>
        </p:nvSpPr>
        <p:spPr>
          <a:xfrm flipH="1" rot="10800000">
            <a:off x="6633643" y="806897"/>
            <a:ext cx="1022373" cy="1132900"/>
          </a:xfrm>
          <a:prstGeom prst="arc">
            <a:avLst>
              <a:gd fmla="val 10657095" name="adj1"/>
              <a:gd fmla="val 154392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4"/>
          <p:cNvSpPr/>
          <p:nvPr/>
        </p:nvSpPr>
        <p:spPr>
          <a:xfrm rot="10800000">
            <a:off x="6586630" y="987138"/>
            <a:ext cx="1163254" cy="719032"/>
          </a:xfrm>
          <a:prstGeom prst="arc">
            <a:avLst>
              <a:gd fmla="val 10795468" name="adj1"/>
              <a:gd fmla="val 3835" name="adj2"/>
            </a:avLst>
          </a:prstGeom>
          <a:noFill/>
          <a:ln cap="flat" cmpd="sng" w="952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5" name="Google Shape;275;p14"/>
          <p:cNvGrpSpPr/>
          <p:nvPr/>
        </p:nvGrpSpPr>
        <p:grpSpPr>
          <a:xfrm>
            <a:off x="4413600" y="4062876"/>
            <a:ext cx="1504760" cy="2577304"/>
            <a:chOff x="8882824" y="402672"/>
            <a:chExt cx="2016211" cy="3435909"/>
          </a:xfrm>
        </p:grpSpPr>
        <p:sp>
          <p:nvSpPr>
            <p:cNvPr id="276" name="Google Shape;276;p14"/>
            <p:cNvSpPr/>
            <p:nvPr/>
          </p:nvSpPr>
          <p:spPr>
            <a:xfrm>
              <a:off x="8882824" y="402672"/>
              <a:ext cx="2016211" cy="2841453"/>
            </a:xfrm>
            <a:prstGeom prst="rect">
              <a:avLst/>
            </a:prstGeom>
            <a:solidFill>
              <a:schemeClr val="accent2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14"/>
            <p:cNvSpPr/>
            <p:nvPr/>
          </p:nvSpPr>
          <p:spPr>
            <a:xfrm>
              <a:off x="9017096" y="568857"/>
              <a:ext cx="1735775" cy="2534056"/>
            </a:xfrm>
            <a:prstGeom prst="rect">
              <a:avLst/>
            </a:prstGeom>
            <a:solidFill>
              <a:srgbClr val="385623"/>
            </a:solidFill>
            <a:ln cap="flat" cmpd="sng" w="12700">
              <a:solidFill>
                <a:srgbClr val="FFFF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14"/>
            <p:cNvSpPr/>
            <p:nvPr/>
          </p:nvSpPr>
          <p:spPr>
            <a:xfrm>
              <a:off x="9674720" y="585715"/>
              <a:ext cx="383059" cy="52959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14"/>
            <p:cNvSpPr/>
            <p:nvPr/>
          </p:nvSpPr>
          <p:spPr>
            <a:xfrm>
              <a:off x="9674720" y="2568729"/>
              <a:ext cx="383059" cy="522307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p14"/>
            <p:cNvSpPr/>
            <p:nvPr/>
          </p:nvSpPr>
          <p:spPr>
            <a:xfrm>
              <a:off x="9571710" y="1588620"/>
              <a:ext cx="566351" cy="522803"/>
            </a:xfrm>
            <a:prstGeom prst="flowChartConnector">
              <a:avLst/>
            </a:prstGeom>
            <a:solidFill>
              <a:srgbClr val="385623"/>
            </a:solidFill>
            <a:ln cap="flat" cmpd="sng" w="12700">
              <a:solidFill>
                <a:srgbClr val="FFFF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p14"/>
            <p:cNvSpPr/>
            <p:nvPr/>
          </p:nvSpPr>
          <p:spPr>
            <a:xfrm>
              <a:off x="9730805" y="1708218"/>
              <a:ext cx="248165" cy="267429"/>
            </a:xfrm>
            <a:prstGeom prst="flowChartConnector">
              <a:avLst/>
            </a:prstGeom>
            <a:solidFill>
              <a:schemeClr val="accent2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82" name="Google Shape;282;p14"/>
            <p:cNvCxnSpPr>
              <a:stCxn id="277" idx="1"/>
              <a:endCxn id="277" idx="3"/>
            </p:cNvCxnSpPr>
            <p:nvPr/>
          </p:nvCxnSpPr>
          <p:spPr>
            <a:xfrm>
              <a:off x="9017096" y="1835885"/>
              <a:ext cx="1735800" cy="0"/>
            </a:xfrm>
            <a:prstGeom prst="straightConnector1">
              <a:avLst/>
            </a:prstGeom>
            <a:noFill/>
            <a:ln cap="flat" cmpd="sng" w="9525">
              <a:solidFill>
                <a:srgbClr val="FFFF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3" name="Google Shape;283;p14"/>
            <p:cNvCxnSpPr/>
            <p:nvPr/>
          </p:nvCxnSpPr>
          <p:spPr>
            <a:xfrm>
              <a:off x="9307573" y="1576137"/>
              <a:ext cx="1139047" cy="9589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84" name="Google Shape;284;p14"/>
            <p:cNvSpPr/>
            <p:nvPr/>
          </p:nvSpPr>
          <p:spPr>
            <a:xfrm>
              <a:off x="9191746" y="2328266"/>
              <a:ext cx="1369866" cy="1510315"/>
            </a:xfrm>
            <a:prstGeom prst="arc">
              <a:avLst>
                <a:gd fmla="val 10763157" name="adj1"/>
                <a:gd fmla="val 42407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14"/>
            <p:cNvSpPr/>
            <p:nvPr/>
          </p:nvSpPr>
          <p:spPr>
            <a:xfrm>
              <a:off x="9674720" y="2405641"/>
              <a:ext cx="383059" cy="586345"/>
            </a:xfrm>
            <a:prstGeom prst="arc">
              <a:avLst>
                <a:gd fmla="val 13111375" name="adj1"/>
                <a:gd fmla="val 19331494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14"/>
            <p:cNvSpPr/>
            <p:nvPr/>
          </p:nvSpPr>
          <p:spPr>
            <a:xfrm rot="10800000">
              <a:off x="9674720" y="672634"/>
              <a:ext cx="383059" cy="586345"/>
            </a:xfrm>
            <a:prstGeom prst="arc">
              <a:avLst>
                <a:gd fmla="val 13390027" name="adj1"/>
                <a:gd fmla="val 19026755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14"/>
            <p:cNvSpPr/>
            <p:nvPr/>
          </p:nvSpPr>
          <p:spPr>
            <a:xfrm>
              <a:off x="9403867" y="942634"/>
              <a:ext cx="951471" cy="1787001"/>
            </a:xfrm>
            <a:prstGeom prst="rect">
              <a:avLst/>
            </a:prstGeom>
            <a:noFill/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88" name="Google Shape;288;p14"/>
          <p:cNvCxnSpPr/>
          <p:nvPr/>
        </p:nvCxnSpPr>
        <p:spPr>
          <a:xfrm>
            <a:off x="4730603" y="5346796"/>
            <a:ext cx="850106" cy="7193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9" name="Google Shape;289;p14"/>
          <p:cNvSpPr/>
          <p:nvPr/>
        </p:nvSpPr>
        <p:spPr>
          <a:xfrm rot="5741751">
            <a:off x="5067574" y="4209494"/>
            <a:ext cx="145363" cy="144822"/>
          </a:xfrm>
          <a:prstGeom prst="arc">
            <a:avLst>
              <a:gd fmla="val 16200000" name="adj1"/>
              <a:gd fmla="val 4889617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4"/>
          <p:cNvSpPr/>
          <p:nvPr/>
        </p:nvSpPr>
        <p:spPr>
          <a:xfrm rot="-5067096">
            <a:off x="5066166" y="5931604"/>
            <a:ext cx="145363" cy="144822"/>
          </a:xfrm>
          <a:prstGeom prst="arc">
            <a:avLst>
              <a:gd fmla="val 16200000" name="adj1"/>
              <a:gd fmla="val 4889617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4"/>
          <p:cNvSpPr/>
          <p:nvPr/>
        </p:nvSpPr>
        <p:spPr>
          <a:xfrm rot="10800000">
            <a:off x="4582988" y="3825741"/>
            <a:ext cx="1163254" cy="719032"/>
          </a:xfrm>
          <a:prstGeom prst="arc">
            <a:avLst>
              <a:gd fmla="val 10795468" name="adj1"/>
              <a:gd fmla="val 3835" name="adj2"/>
            </a:avLst>
          </a:prstGeom>
          <a:noFill/>
          <a:ln cap="flat" cmpd="sng" w="952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4"/>
          <p:cNvSpPr/>
          <p:nvPr/>
        </p:nvSpPr>
        <p:spPr>
          <a:xfrm flipH="1">
            <a:off x="4581512" y="5743000"/>
            <a:ext cx="1163254" cy="719032"/>
          </a:xfrm>
          <a:prstGeom prst="arc">
            <a:avLst>
              <a:gd fmla="val 10889965" name="adj1"/>
              <a:gd fmla="val 21509610" name="adj2"/>
            </a:avLst>
          </a:prstGeom>
          <a:noFill/>
          <a:ln cap="flat" cmpd="sng" w="952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4"/>
          <p:cNvSpPr/>
          <p:nvPr/>
        </p:nvSpPr>
        <p:spPr>
          <a:xfrm flipH="1" rot="10800000">
            <a:off x="4630001" y="3645500"/>
            <a:ext cx="1022373" cy="1132900"/>
          </a:xfrm>
          <a:prstGeom prst="arc">
            <a:avLst>
              <a:gd fmla="val 10657095" name="adj1"/>
              <a:gd fmla="val 154392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4" name="Google Shape;294;p14"/>
          <p:cNvGrpSpPr/>
          <p:nvPr/>
        </p:nvGrpSpPr>
        <p:grpSpPr>
          <a:xfrm>
            <a:off x="2475066" y="4081058"/>
            <a:ext cx="1504760" cy="2577304"/>
            <a:chOff x="8882824" y="402672"/>
            <a:chExt cx="2016211" cy="3435909"/>
          </a:xfrm>
        </p:grpSpPr>
        <p:sp>
          <p:nvSpPr>
            <p:cNvPr id="295" name="Google Shape;295;p14"/>
            <p:cNvSpPr/>
            <p:nvPr/>
          </p:nvSpPr>
          <p:spPr>
            <a:xfrm>
              <a:off x="8882824" y="402672"/>
              <a:ext cx="2016211" cy="2841453"/>
            </a:xfrm>
            <a:prstGeom prst="rect">
              <a:avLst/>
            </a:prstGeom>
            <a:solidFill>
              <a:srgbClr val="838383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p14"/>
            <p:cNvSpPr/>
            <p:nvPr/>
          </p:nvSpPr>
          <p:spPr>
            <a:xfrm>
              <a:off x="9017096" y="568857"/>
              <a:ext cx="1735775" cy="2534056"/>
            </a:xfrm>
            <a:prstGeom prst="rect">
              <a:avLst/>
            </a:prstGeom>
            <a:solidFill>
              <a:srgbClr val="62983E"/>
            </a:solidFill>
            <a:ln cap="flat" cmpd="sng" w="12700">
              <a:solidFill>
                <a:srgbClr val="FFFF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14"/>
            <p:cNvSpPr/>
            <p:nvPr/>
          </p:nvSpPr>
          <p:spPr>
            <a:xfrm>
              <a:off x="9674720" y="2568729"/>
              <a:ext cx="383059" cy="522307"/>
            </a:xfrm>
            <a:prstGeom prst="rect">
              <a:avLst/>
            </a:prstGeom>
            <a:solidFill>
              <a:srgbClr val="838383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14"/>
            <p:cNvSpPr/>
            <p:nvPr/>
          </p:nvSpPr>
          <p:spPr>
            <a:xfrm>
              <a:off x="9571710" y="1588620"/>
              <a:ext cx="566351" cy="522803"/>
            </a:xfrm>
            <a:prstGeom prst="flowChartConnector">
              <a:avLst/>
            </a:prstGeom>
            <a:solidFill>
              <a:srgbClr val="62983E"/>
            </a:solidFill>
            <a:ln cap="flat" cmpd="sng" w="12700">
              <a:solidFill>
                <a:srgbClr val="FFFF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99;p14"/>
            <p:cNvSpPr/>
            <p:nvPr/>
          </p:nvSpPr>
          <p:spPr>
            <a:xfrm>
              <a:off x="9730805" y="1708218"/>
              <a:ext cx="248165" cy="267429"/>
            </a:xfrm>
            <a:prstGeom prst="flowChartConnector">
              <a:avLst/>
            </a:prstGeom>
            <a:solidFill>
              <a:srgbClr val="838383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00" name="Google Shape;300;p14"/>
            <p:cNvCxnSpPr>
              <a:stCxn id="296" idx="1"/>
              <a:endCxn id="296" idx="3"/>
            </p:cNvCxnSpPr>
            <p:nvPr/>
          </p:nvCxnSpPr>
          <p:spPr>
            <a:xfrm>
              <a:off x="9017096" y="1835885"/>
              <a:ext cx="1735800" cy="0"/>
            </a:xfrm>
            <a:prstGeom prst="straightConnector1">
              <a:avLst/>
            </a:prstGeom>
            <a:noFill/>
            <a:ln cap="flat" cmpd="sng" w="9525">
              <a:solidFill>
                <a:srgbClr val="FFFF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1" name="Google Shape;301;p14"/>
            <p:cNvCxnSpPr/>
            <p:nvPr/>
          </p:nvCxnSpPr>
          <p:spPr>
            <a:xfrm>
              <a:off x="9307573" y="1576137"/>
              <a:ext cx="1139047" cy="9589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02" name="Google Shape;302;p14"/>
            <p:cNvSpPr/>
            <p:nvPr/>
          </p:nvSpPr>
          <p:spPr>
            <a:xfrm>
              <a:off x="9191746" y="2328266"/>
              <a:ext cx="1369866" cy="1510315"/>
            </a:xfrm>
            <a:prstGeom prst="arc">
              <a:avLst>
                <a:gd fmla="val 10763157" name="adj1"/>
                <a:gd fmla="val 42407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p14"/>
            <p:cNvSpPr/>
            <p:nvPr/>
          </p:nvSpPr>
          <p:spPr>
            <a:xfrm>
              <a:off x="9674720" y="2405641"/>
              <a:ext cx="383059" cy="586345"/>
            </a:xfrm>
            <a:prstGeom prst="arc">
              <a:avLst>
                <a:gd fmla="val 13111375" name="adj1"/>
                <a:gd fmla="val 19331494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14"/>
            <p:cNvSpPr/>
            <p:nvPr/>
          </p:nvSpPr>
          <p:spPr>
            <a:xfrm rot="10800000">
              <a:off x="9674720" y="672634"/>
              <a:ext cx="383059" cy="586345"/>
            </a:xfrm>
            <a:prstGeom prst="arc">
              <a:avLst>
                <a:gd fmla="val 13390027" name="adj1"/>
                <a:gd fmla="val 19026755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14"/>
            <p:cNvSpPr/>
            <p:nvPr/>
          </p:nvSpPr>
          <p:spPr>
            <a:xfrm>
              <a:off x="9674720" y="585715"/>
              <a:ext cx="383059" cy="529590"/>
            </a:xfrm>
            <a:prstGeom prst="rect">
              <a:avLst/>
            </a:prstGeom>
            <a:solidFill>
              <a:srgbClr val="838383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p14"/>
            <p:cNvSpPr/>
            <p:nvPr/>
          </p:nvSpPr>
          <p:spPr>
            <a:xfrm>
              <a:off x="9403867" y="942634"/>
              <a:ext cx="951471" cy="1787001"/>
            </a:xfrm>
            <a:prstGeom prst="rect">
              <a:avLst/>
            </a:prstGeom>
            <a:noFill/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07" name="Google Shape;307;p14"/>
          <p:cNvCxnSpPr/>
          <p:nvPr/>
        </p:nvCxnSpPr>
        <p:spPr>
          <a:xfrm>
            <a:off x="2792069" y="5364978"/>
            <a:ext cx="850106" cy="7193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8" name="Google Shape;308;p14"/>
          <p:cNvSpPr/>
          <p:nvPr/>
        </p:nvSpPr>
        <p:spPr>
          <a:xfrm rot="5741751">
            <a:off x="3129040" y="4227676"/>
            <a:ext cx="145363" cy="144822"/>
          </a:xfrm>
          <a:prstGeom prst="arc">
            <a:avLst>
              <a:gd fmla="val 16200000" name="adj1"/>
              <a:gd fmla="val 4889617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4"/>
          <p:cNvSpPr/>
          <p:nvPr/>
        </p:nvSpPr>
        <p:spPr>
          <a:xfrm rot="-5067096">
            <a:off x="3127632" y="5949786"/>
            <a:ext cx="145363" cy="144822"/>
          </a:xfrm>
          <a:prstGeom prst="arc">
            <a:avLst>
              <a:gd fmla="val 16200000" name="adj1"/>
              <a:gd fmla="val 4889617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4"/>
          <p:cNvSpPr/>
          <p:nvPr/>
        </p:nvSpPr>
        <p:spPr>
          <a:xfrm flipH="1">
            <a:off x="2642978" y="5761182"/>
            <a:ext cx="1163254" cy="719032"/>
          </a:xfrm>
          <a:prstGeom prst="arc">
            <a:avLst>
              <a:gd fmla="val 10889965" name="adj1"/>
              <a:gd fmla="val 21509610" name="adj2"/>
            </a:avLst>
          </a:prstGeom>
          <a:noFill/>
          <a:ln cap="flat" cmpd="sng" w="952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4"/>
          <p:cNvSpPr/>
          <p:nvPr/>
        </p:nvSpPr>
        <p:spPr>
          <a:xfrm flipH="1" rot="10800000">
            <a:off x="2691467" y="3663682"/>
            <a:ext cx="1022373" cy="1132900"/>
          </a:xfrm>
          <a:prstGeom prst="arc">
            <a:avLst>
              <a:gd fmla="val 10657095" name="adj1"/>
              <a:gd fmla="val 154392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4"/>
          <p:cNvSpPr/>
          <p:nvPr/>
        </p:nvSpPr>
        <p:spPr>
          <a:xfrm rot="10800000">
            <a:off x="2644454" y="3843923"/>
            <a:ext cx="1163254" cy="719032"/>
          </a:xfrm>
          <a:prstGeom prst="arc">
            <a:avLst>
              <a:gd fmla="val 10795468" name="adj1"/>
              <a:gd fmla="val 3835" name="adj2"/>
            </a:avLst>
          </a:prstGeom>
          <a:noFill/>
          <a:ln cap="flat" cmpd="sng" w="952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3" name="Google Shape;313;p14"/>
          <p:cNvGrpSpPr/>
          <p:nvPr/>
        </p:nvGrpSpPr>
        <p:grpSpPr>
          <a:xfrm>
            <a:off x="8497351" y="4069780"/>
            <a:ext cx="1504760" cy="2577304"/>
            <a:chOff x="8882824" y="402672"/>
            <a:chExt cx="2016211" cy="3435909"/>
          </a:xfrm>
        </p:grpSpPr>
        <p:sp>
          <p:nvSpPr>
            <p:cNvPr id="314" name="Google Shape;314;p14"/>
            <p:cNvSpPr/>
            <p:nvPr/>
          </p:nvSpPr>
          <p:spPr>
            <a:xfrm>
              <a:off x="8882824" y="402672"/>
              <a:ext cx="2016211" cy="2841453"/>
            </a:xfrm>
            <a:prstGeom prst="rect">
              <a:avLst/>
            </a:prstGeom>
            <a:solidFill>
              <a:srgbClr val="B23820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14"/>
            <p:cNvSpPr/>
            <p:nvPr/>
          </p:nvSpPr>
          <p:spPr>
            <a:xfrm>
              <a:off x="9017096" y="568857"/>
              <a:ext cx="1735775" cy="2534056"/>
            </a:xfrm>
            <a:prstGeom prst="rect">
              <a:avLst/>
            </a:prstGeom>
            <a:solidFill>
              <a:srgbClr val="385623"/>
            </a:solidFill>
            <a:ln cap="flat" cmpd="sng" w="12700">
              <a:solidFill>
                <a:srgbClr val="FFFF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p14"/>
            <p:cNvSpPr/>
            <p:nvPr/>
          </p:nvSpPr>
          <p:spPr>
            <a:xfrm>
              <a:off x="9674720" y="585715"/>
              <a:ext cx="383059" cy="529590"/>
            </a:xfrm>
            <a:prstGeom prst="rect">
              <a:avLst/>
            </a:prstGeom>
            <a:solidFill>
              <a:srgbClr val="B2382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14"/>
            <p:cNvSpPr/>
            <p:nvPr/>
          </p:nvSpPr>
          <p:spPr>
            <a:xfrm>
              <a:off x="9674720" y="2568729"/>
              <a:ext cx="383059" cy="522307"/>
            </a:xfrm>
            <a:prstGeom prst="rect">
              <a:avLst/>
            </a:prstGeom>
            <a:solidFill>
              <a:srgbClr val="B2382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14"/>
            <p:cNvSpPr/>
            <p:nvPr/>
          </p:nvSpPr>
          <p:spPr>
            <a:xfrm>
              <a:off x="9571710" y="1588619"/>
              <a:ext cx="566351" cy="522803"/>
            </a:xfrm>
            <a:prstGeom prst="flowChartConnector">
              <a:avLst/>
            </a:prstGeom>
            <a:solidFill>
              <a:srgbClr val="385623"/>
            </a:solidFill>
            <a:ln cap="flat" cmpd="sng" w="12700">
              <a:solidFill>
                <a:srgbClr val="FFFF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14"/>
            <p:cNvSpPr/>
            <p:nvPr/>
          </p:nvSpPr>
          <p:spPr>
            <a:xfrm>
              <a:off x="9730805" y="1708218"/>
              <a:ext cx="248165" cy="267429"/>
            </a:xfrm>
            <a:prstGeom prst="flowChartConnector">
              <a:avLst/>
            </a:prstGeom>
            <a:solidFill>
              <a:srgbClr val="B23820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20" name="Google Shape;320;p14"/>
            <p:cNvCxnSpPr>
              <a:stCxn id="315" idx="1"/>
              <a:endCxn id="315" idx="3"/>
            </p:cNvCxnSpPr>
            <p:nvPr/>
          </p:nvCxnSpPr>
          <p:spPr>
            <a:xfrm>
              <a:off x="9017096" y="1835885"/>
              <a:ext cx="1735800" cy="0"/>
            </a:xfrm>
            <a:prstGeom prst="straightConnector1">
              <a:avLst/>
            </a:prstGeom>
            <a:noFill/>
            <a:ln cap="flat" cmpd="sng" w="9525">
              <a:solidFill>
                <a:srgbClr val="FFFF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1" name="Google Shape;321;p14"/>
            <p:cNvCxnSpPr/>
            <p:nvPr/>
          </p:nvCxnSpPr>
          <p:spPr>
            <a:xfrm>
              <a:off x="9307573" y="1576137"/>
              <a:ext cx="1139047" cy="9589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22" name="Google Shape;322;p14"/>
            <p:cNvSpPr/>
            <p:nvPr/>
          </p:nvSpPr>
          <p:spPr>
            <a:xfrm>
              <a:off x="9191746" y="2328266"/>
              <a:ext cx="1369866" cy="1510315"/>
            </a:xfrm>
            <a:prstGeom prst="arc">
              <a:avLst>
                <a:gd fmla="val 10763157" name="adj1"/>
                <a:gd fmla="val 42407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p14"/>
            <p:cNvSpPr/>
            <p:nvPr/>
          </p:nvSpPr>
          <p:spPr>
            <a:xfrm>
              <a:off x="9674720" y="2405641"/>
              <a:ext cx="383059" cy="586345"/>
            </a:xfrm>
            <a:prstGeom prst="arc">
              <a:avLst>
                <a:gd fmla="val 13111375" name="adj1"/>
                <a:gd fmla="val 19331494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14"/>
            <p:cNvSpPr/>
            <p:nvPr/>
          </p:nvSpPr>
          <p:spPr>
            <a:xfrm rot="10800000">
              <a:off x="9674720" y="672634"/>
              <a:ext cx="383059" cy="586345"/>
            </a:xfrm>
            <a:prstGeom prst="arc">
              <a:avLst>
                <a:gd fmla="val 13390027" name="adj1"/>
                <a:gd fmla="val 19026755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14"/>
            <p:cNvSpPr/>
            <p:nvPr/>
          </p:nvSpPr>
          <p:spPr>
            <a:xfrm>
              <a:off x="9403867" y="942634"/>
              <a:ext cx="951471" cy="1787001"/>
            </a:xfrm>
            <a:prstGeom prst="rect">
              <a:avLst/>
            </a:prstGeom>
            <a:noFill/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26" name="Google Shape;326;p14"/>
          <p:cNvCxnSpPr/>
          <p:nvPr/>
        </p:nvCxnSpPr>
        <p:spPr>
          <a:xfrm>
            <a:off x="8814354" y="5353700"/>
            <a:ext cx="850106" cy="7193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7" name="Google Shape;327;p14"/>
          <p:cNvSpPr/>
          <p:nvPr/>
        </p:nvSpPr>
        <p:spPr>
          <a:xfrm rot="5741751">
            <a:off x="9151325" y="4216398"/>
            <a:ext cx="145363" cy="144822"/>
          </a:xfrm>
          <a:prstGeom prst="arc">
            <a:avLst>
              <a:gd fmla="val 16200000" name="adj1"/>
              <a:gd fmla="val 4889617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4"/>
          <p:cNvSpPr/>
          <p:nvPr/>
        </p:nvSpPr>
        <p:spPr>
          <a:xfrm rot="-5067096">
            <a:off x="9149917" y="5938508"/>
            <a:ext cx="145363" cy="144822"/>
          </a:xfrm>
          <a:prstGeom prst="arc">
            <a:avLst>
              <a:gd fmla="val 16200000" name="adj1"/>
              <a:gd fmla="val 4889617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4"/>
          <p:cNvSpPr/>
          <p:nvPr/>
        </p:nvSpPr>
        <p:spPr>
          <a:xfrm rot="10800000">
            <a:off x="8666739" y="3832645"/>
            <a:ext cx="1163254" cy="719032"/>
          </a:xfrm>
          <a:prstGeom prst="arc">
            <a:avLst>
              <a:gd fmla="val 10795468" name="adj1"/>
              <a:gd fmla="val 3835" name="adj2"/>
            </a:avLst>
          </a:prstGeom>
          <a:noFill/>
          <a:ln cap="flat" cmpd="sng" w="952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4"/>
          <p:cNvSpPr/>
          <p:nvPr/>
        </p:nvSpPr>
        <p:spPr>
          <a:xfrm flipH="1">
            <a:off x="8665263" y="5749904"/>
            <a:ext cx="1163254" cy="719032"/>
          </a:xfrm>
          <a:prstGeom prst="arc">
            <a:avLst>
              <a:gd fmla="val 10889965" name="adj1"/>
              <a:gd fmla="val 21509610" name="adj2"/>
            </a:avLst>
          </a:prstGeom>
          <a:noFill/>
          <a:ln cap="flat" cmpd="sng" w="952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4"/>
          <p:cNvSpPr/>
          <p:nvPr/>
        </p:nvSpPr>
        <p:spPr>
          <a:xfrm flipH="1" rot="10800000">
            <a:off x="8713752" y="3652404"/>
            <a:ext cx="1022373" cy="1132900"/>
          </a:xfrm>
          <a:prstGeom prst="arc">
            <a:avLst>
              <a:gd fmla="val 10657095" name="adj1"/>
              <a:gd fmla="val 154392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2" name="Google Shape;332;p14"/>
          <p:cNvGrpSpPr/>
          <p:nvPr/>
        </p:nvGrpSpPr>
        <p:grpSpPr>
          <a:xfrm>
            <a:off x="6449025" y="4081058"/>
            <a:ext cx="1504760" cy="2577304"/>
            <a:chOff x="8882824" y="402672"/>
            <a:chExt cx="2016211" cy="3435909"/>
          </a:xfrm>
        </p:grpSpPr>
        <p:sp>
          <p:nvSpPr>
            <p:cNvPr id="333" name="Google Shape;333;p14"/>
            <p:cNvSpPr/>
            <p:nvPr/>
          </p:nvSpPr>
          <p:spPr>
            <a:xfrm>
              <a:off x="8882824" y="402672"/>
              <a:ext cx="2016211" cy="2841453"/>
            </a:xfrm>
            <a:prstGeom prst="rect">
              <a:avLst/>
            </a:prstGeom>
            <a:solidFill>
              <a:srgbClr val="2089CA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14"/>
            <p:cNvSpPr/>
            <p:nvPr/>
          </p:nvSpPr>
          <p:spPr>
            <a:xfrm>
              <a:off x="9017096" y="568857"/>
              <a:ext cx="1735775" cy="2534056"/>
            </a:xfrm>
            <a:prstGeom prst="rect">
              <a:avLst/>
            </a:prstGeom>
            <a:solidFill>
              <a:srgbClr val="B23820"/>
            </a:solidFill>
            <a:ln cap="flat" cmpd="sng" w="12700">
              <a:solidFill>
                <a:srgbClr val="FFFF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14"/>
            <p:cNvSpPr/>
            <p:nvPr/>
          </p:nvSpPr>
          <p:spPr>
            <a:xfrm>
              <a:off x="9674720" y="2568729"/>
              <a:ext cx="383059" cy="522307"/>
            </a:xfrm>
            <a:prstGeom prst="rect">
              <a:avLst/>
            </a:prstGeom>
            <a:solidFill>
              <a:srgbClr val="2089CA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14"/>
            <p:cNvSpPr/>
            <p:nvPr/>
          </p:nvSpPr>
          <p:spPr>
            <a:xfrm>
              <a:off x="9571710" y="1588620"/>
              <a:ext cx="566351" cy="522803"/>
            </a:xfrm>
            <a:prstGeom prst="flowChartConnector">
              <a:avLst/>
            </a:prstGeom>
            <a:solidFill>
              <a:srgbClr val="B23820"/>
            </a:solidFill>
            <a:ln cap="flat" cmpd="sng" w="12700">
              <a:solidFill>
                <a:srgbClr val="FFFF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14"/>
            <p:cNvSpPr/>
            <p:nvPr/>
          </p:nvSpPr>
          <p:spPr>
            <a:xfrm>
              <a:off x="9730805" y="1708218"/>
              <a:ext cx="248165" cy="267429"/>
            </a:xfrm>
            <a:prstGeom prst="flowChartConnector">
              <a:avLst/>
            </a:prstGeom>
            <a:solidFill>
              <a:srgbClr val="2089CA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38" name="Google Shape;338;p14"/>
            <p:cNvCxnSpPr>
              <a:stCxn id="334" idx="1"/>
              <a:endCxn id="334" idx="3"/>
            </p:cNvCxnSpPr>
            <p:nvPr/>
          </p:nvCxnSpPr>
          <p:spPr>
            <a:xfrm>
              <a:off x="9017096" y="1835885"/>
              <a:ext cx="1735800" cy="0"/>
            </a:xfrm>
            <a:prstGeom prst="straightConnector1">
              <a:avLst/>
            </a:prstGeom>
            <a:noFill/>
            <a:ln cap="flat" cmpd="sng" w="9525">
              <a:solidFill>
                <a:srgbClr val="FFFF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9" name="Google Shape;339;p14"/>
            <p:cNvCxnSpPr/>
            <p:nvPr/>
          </p:nvCxnSpPr>
          <p:spPr>
            <a:xfrm>
              <a:off x="9307573" y="1576137"/>
              <a:ext cx="1139047" cy="9589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40" name="Google Shape;340;p14"/>
            <p:cNvSpPr/>
            <p:nvPr/>
          </p:nvSpPr>
          <p:spPr>
            <a:xfrm>
              <a:off x="9191746" y="2328266"/>
              <a:ext cx="1369866" cy="1510315"/>
            </a:xfrm>
            <a:prstGeom prst="arc">
              <a:avLst>
                <a:gd fmla="val 10763157" name="adj1"/>
                <a:gd fmla="val 42407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14"/>
            <p:cNvSpPr/>
            <p:nvPr/>
          </p:nvSpPr>
          <p:spPr>
            <a:xfrm>
              <a:off x="9674720" y="2405641"/>
              <a:ext cx="383059" cy="586345"/>
            </a:xfrm>
            <a:prstGeom prst="arc">
              <a:avLst>
                <a:gd fmla="val 13111375" name="adj1"/>
                <a:gd fmla="val 19331494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14"/>
            <p:cNvSpPr/>
            <p:nvPr/>
          </p:nvSpPr>
          <p:spPr>
            <a:xfrm rot="10800000">
              <a:off x="9674720" y="672634"/>
              <a:ext cx="383059" cy="586345"/>
            </a:xfrm>
            <a:prstGeom prst="arc">
              <a:avLst>
                <a:gd fmla="val 13390027" name="adj1"/>
                <a:gd fmla="val 19026755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14"/>
            <p:cNvSpPr/>
            <p:nvPr/>
          </p:nvSpPr>
          <p:spPr>
            <a:xfrm>
              <a:off x="9674720" y="585715"/>
              <a:ext cx="383059" cy="529590"/>
            </a:xfrm>
            <a:prstGeom prst="rect">
              <a:avLst/>
            </a:prstGeom>
            <a:solidFill>
              <a:srgbClr val="2089CA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14"/>
            <p:cNvSpPr/>
            <p:nvPr/>
          </p:nvSpPr>
          <p:spPr>
            <a:xfrm>
              <a:off x="9403867" y="942634"/>
              <a:ext cx="951471" cy="1787001"/>
            </a:xfrm>
            <a:prstGeom prst="rect">
              <a:avLst/>
            </a:prstGeom>
            <a:noFill/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45" name="Google Shape;345;p14"/>
          <p:cNvCxnSpPr/>
          <p:nvPr/>
        </p:nvCxnSpPr>
        <p:spPr>
          <a:xfrm>
            <a:off x="6766028" y="5364978"/>
            <a:ext cx="850106" cy="7193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6" name="Google Shape;346;p14"/>
          <p:cNvSpPr/>
          <p:nvPr/>
        </p:nvSpPr>
        <p:spPr>
          <a:xfrm rot="5741751">
            <a:off x="7102999" y="4227676"/>
            <a:ext cx="145363" cy="144822"/>
          </a:xfrm>
          <a:prstGeom prst="arc">
            <a:avLst>
              <a:gd fmla="val 16200000" name="adj1"/>
              <a:gd fmla="val 4889617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4"/>
          <p:cNvSpPr/>
          <p:nvPr/>
        </p:nvSpPr>
        <p:spPr>
          <a:xfrm rot="-5067096">
            <a:off x="7101591" y="5949786"/>
            <a:ext cx="145363" cy="144822"/>
          </a:xfrm>
          <a:prstGeom prst="arc">
            <a:avLst>
              <a:gd fmla="val 16200000" name="adj1"/>
              <a:gd fmla="val 4889617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4"/>
          <p:cNvSpPr/>
          <p:nvPr/>
        </p:nvSpPr>
        <p:spPr>
          <a:xfrm flipH="1">
            <a:off x="6616937" y="5761182"/>
            <a:ext cx="1163254" cy="719032"/>
          </a:xfrm>
          <a:prstGeom prst="arc">
            <a:avLst>
              <a:gd fmla="val 10889965" name="adj1"/>
              <a:gd fmla="val 21509610" name="adj2"/>
            </a:avLst>
          </a:prstGeom>
          <a:noFill/>
          <a:ln cap="flat" cmpd="sng" w="952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4"/>
          <p:cNvSpPr/>
          <p:nvPr/>
        </p:nvSpPr>
        <p:spPr>
          <a:xfrm flipH="1" rot="10800000">
            <a:off x="6665426" y="3663682"/>
            <a:ext cx="1022373" cy="1132900"/>
          </a:xfrm>
          <a:prstGeom prst="arc">
            <a:avLst>
              <a:gd fmla="val 10657095" name="adj1"/>
              <a:gd fmla="val 154392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4"/>
          <p:cNvSpPr/>
          <p:nvPr/>
        </p:nvSpPr>
        <p:spPr>
          <a:xfrm rot="10800000">
            <a:off x="6618413" y="3843923"/>
            <a:ext cx="1163254" cy="719032"/>
          </a:xfrm>
          <a:prstGeom prst="arc">
            <a:avLst>
              <a:gd fmla="val 10795468" name="adj1"/>
              <a:gd fmla="val 3835" name="adj2"/>
            </a:avLst>
          </a:prstGeom>
          <a:noFill/>
          <a:ln cap="flat" cmpd="sng" w="952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4"/>
          <p:cNvSpPr txBox="1"/>
          <p:nvPr/>
        </p:nvSpPr>
        <p:spPr>
          <a:xfrm>
            <a:off x="2437600" y="3371775"/>
            <a:ext cx="150476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oppins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oppins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Azul claro e verde escuro</a:t>
            </a:r>
            <a:endParaRPr b="0" i="0" sz="10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2" name="Google Shape;352;p14"/>
          <p:cNvSpPr txBox="1"/>
          <p:nvPr/>
        </p:nvSpPr>
        <p:spPr>
          <a:xfrm>
            <a:off x="4381509" y="3348906"/>
            <a:ext cx="150476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oppins"/>
              <a:buNone/>
            </a:pPr>
            <a:r>
              <a:rPr b="1" i="0" lang="pt-BR" sz="1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02 - PADRÃO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oppins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Verde escuro e vermelho</a:t>
            </a:r>
            <a:endParaRPr b="0" i="0" sz="9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3" name="Google Shape;353;p14"/>
          <p:cNvSpPr txBox="1"/>
          <p:nvPr/>
        </p:nvSpPr>
        <p:spPr>
          <a:xfrm>
            <a:off x="6389424" y="3350767"/>
            <a:ext cx="150476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oppins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oppins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Laranja e verde claro</a:t>
            </a:r>
            <a:endParaRPr b="0" i="0" sz="10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4" name="Google Shape;354;p14"/>
          <p:cNvSpPr txBox="1"/>
          <p:nvPr/>
        </p:nvSpPr>
        <p:spPr>
          <a:xfrm>
            <a:off x="8468351" y="3337847"/>
            <a:ext cx="150476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oppins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oppins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Verde claro e azul escuro</a:t>
            </a:r>
            <a:endParaRPr b="0" i="0" sz="10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5" name="Google Shape;355;p14"/>
          <p:cNvSpPr txBox="1"/>
          <p:nvPr/>
        </p:nvSpPr>
        <p:spPr>
          <a:xfrm>
            <a:off x="2475066" y="6226160"/>
            <a:ext cx="150476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oppins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oppins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Cinza e verde claro</a:t>
            </a:r>
            <a:endParaRPr b="0" i="0" sz="10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6" name="Google Shape;356;p14"/>
          <p:cNvSpPr txBox="1"/>
          <p:nvPr/>
        </p:nvSpPr>
        <p:spPr>
          <a:xfrm>
            <a:off x="4411166" y="6196605"/>
            <a:ext cx="150476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oppins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oppins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Laranja e verde escuro</a:t>
            </a:r>
            <a:endParaRPr b="0" i="0" sz="10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7" name="Google Shape;357;p14"/>
          <p:cNvSpPr txBox="1"/>
          <p:nvPr/>
        </p:nvSpPr>
        <p:spPr>
          <a:xfrm>
            <a:off x="6443122" y="6217862"/>
            <a:ext cx="150476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oppins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oppins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Azul escuro e vermelho</a:t>
            </a:r>
            <a:endParaRPr b="0" i="0" sz="10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8" name="Google Shape;358;p14"/>
          <p:cNvSpPr txBox="1"/>
          <p:nvPr/>
        </p:nvSpPr>
        <p:spPr>
          <a:xfrm>
            <a:off x="8502742" y="6196223"/>
            <a:ext cx="150476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oppins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08</a:t>
            </a:r>
            <a:endParaRPr b="0" i="0" sz="10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oppins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Vermelho e verde escuro</a:t>
            </a:r>
            <a:endParaRPr b="0" i="0" sz="10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9" name="Google Shape;359;p14"/>
          <p:cNvSpPr txBox="1"/>
          <p:nvPr/>
        </p:nvSpPr>
        <p:spPr>
          <a:xfrm rot="-5400000">
            <a:off x="8790777" y="3308539"/>
            <a:ext cx="647973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Para tonalidades diferentes que precisem de desenvolvimento, terá um acréscimo de R$5.000,00</a:t>
            </a:r>
            <a:endParaRPr b="0" i="0" sz="1000" u="none" cap="none" strike="noStrike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5"/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senho de um círculo&#10;&#10;Descrição gerada automaticamente com confiança baixa" id="366" name="Google Shape;36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394" y="322704"/>
            <a:ext cx="622719" cy="600016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15"/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1" i="0" lang="pt-BR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5"/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0" i="0" lang="pt-BR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Pagamento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5"/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0" i="0" lang="pt-BR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Investimento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5"/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0" i="0" lang="pt-BR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Prazos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5"/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0" i="0" lang="pt-BR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Garantia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5"/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0" i="0" lang="pt-BR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Regras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5"/>
          <p:cNvSpPr/>
          <p:nvPr/>
        </p:nvSpPr>
        <p:spPr>
          <a:xfrm>
            <a:off x="11064808" y="872841"/>
            <a:ext cx="457200" cy="457200"/>
          </a:xfrm>
          <a:prstGeom prst="flowChartConnector">
            <a:avLst/>
          </a:prstGeom>
          <a:solidFill>
            <a:srgbClr val="03BB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5"/>
          <p:cNvSpPr/>
          <p:nvPr/>
        </p:nvSpPr>
        <p:spPr>
          <a:xfrm>
            <a:off x="11064808" y="1693138"/>
            <a:ext cx="457200" cy="457200"/>
          </a:xfrm>
          <a:prstGeom prst="flowChartConnector">
            <a:avLst/>
          </a:prstGeom>
          <a:solidFill>
            <a:srgbClr val="2089C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5"/>
          <p:cNvSpPr/>
          <p:nvPr/>
        </p:nvSpPr>
        <p:spPr>
          <a:xfrm>
            <a:off x="11064808" y="2470378"/>
            <a:ext cx="457200" cy="457200"/>
          </a:xfrm>
          <a:prstGeom prst="flowChartConnector">
            <a:avLst/>
          </a:prstGeom>
          <a:solidFill>
            <a:srgbClr val="B23820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5"/>
          <p:cNvSpPr/>
          <p:nvPr/>
        </p:nvSpPr>
        <p:spPr>
          <a:xfrm>
            <a:off x="11064808" y="3292589"/>
            <a:ext cx="457200" cy="457200"/>
          </a:xfrm>
          <a:prstGeom prst="flowChartConnector">
            <a:avLst/>
          </a:prstGeom>
          <a:solidFill>
            <a:srgbClr val="385623"/>
          </a:solidFill>
          <a:ln cap="flat" cmpd="sng" w="12700">
            <a:solidFill>
              <a:srgbClr val="3856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5"/>
          <p:cNvSpPr/>
          <p:nvPr/>
        </p:nvSpPr>
        <p:spPr>
          <a:xfrm>
            <a:off x="11081577" y="4106467"/>
            <a:ext cx="457200" cy="457200"/>
          </a:xfrm>
          <a:prstGeom prst="flowChartConnector">
            <a:avLst/>
          </a:prstGeom>
          <a:solidFill>
            <a:srgbClr val="6298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5"/>
          <p:cNvSpPr/>
          <p:nvPr/>
        </p:nvSpPr>
        <p:spPr>
          <a:xfrm>
            <a:off x="11081577" y="4900387"/>
            <a:ext cx="457200" cy="457200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5"/>
          <p:cNvSpPr/>
          <p:nvPr/>
        </p:nvSpPr>
        <p:spPr>
          <a:xfrm>
            <a:off x="11081577" y="5743432"/>
            <a:ext cx="457200" cy="457200"/>
          </a:xfrm>
          <a:prstGeom prst="flowChartConnector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5"/>
          <p:cNvSpPr txBox="1"/>
          <p:nvPr/>
        </p:nvSpPr>
        <p:spPr>
          <a:xfrm>
            <a:off x="10796635" y="1330041"/>
            <a:ext cx="993545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Poppins"/>
              <a:buNone/>
            </a:pPr>
            <a:r>
              <a:rPr b="1" i="0" lang="pt-BR" sz="10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Azul claro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5"/>
          <p:cNvSpPr txBox="1"/>
          <p:nvPr/>
        </p:nvSpPr>
        <p:spPr>
          <a:xfrm>
            <a:off x="10800945" y="2135324"/>
            <a:ext cx="993545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Poppins"/>
              <a:buNone/>
            </a:pPr>
            <a:r>
              <a:rPr b="1" i="0" lang="pt-BR" sz="10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Azul escuro</a:t>
            </a:r>
            <a:endParaRPr b="1" i="0" sz="105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2" name="Google Shape;382;p15"/>
          <p:cNvSpPr txBox="1"/>
          <p:nvPr/>
        </p:nvSpPr>
        <p:spPr>
          <a:xfrm>
            <a:off x="10795672" y="2950941"/>
            <a:ext cx="993545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Poppins"/>
              <a:buNone/>
            </a:pPr>
            <a:r>
              <a:rPr b="1" i="0" lang="pt-BR" sz="10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Vermelho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5"/>
          <p:cNvSpPr txBox="1"/>
          <p:nvPr/>
        </p:nvSpPr>
        <p:spPr>
          <a:xfrm>
            <a:off x="10731728" y="3756443"/>
            <a:ext cx="1121432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Poppins"/>
              <a:buNone/>
            </a:pPr>
            <a:r>
              <a:rPr b="1" i="0" lang="pt-BR" sz="10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Verde escuro</a:t>
            </a:r>
            <a:endParaRPr b="1" i="0" sz="105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4" name="Google Shape;384;p15"/>
          <p:cNvSpPr txBox="1"/>
          <p:nvPr/>
        </p:nvSpPr>
        <p:spPr>
          <a:xfrm>
            <a:off x="10805014" y="4545422"/>
            <a:ext cx="993545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Poppins"/>
              <a:buNone/>
            </a:pPr>
            <a:r>
              <a:rPr b="1" i="0" lang="pt-BR" sz="10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Verde claro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5"/>
          <p:cNvSpPr txBox="1"/>
          <p:nvPr/>
        </p:nvSpPr>
        <p:spPr>
          <a:xfrm>
            <a:off x="10813404" y="5357587"/>
            <a:ext cx="993545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Poppins"/>
              <a:buNone/>
            </a:pPr>
            <a:r>
              <a:rPr b="1" i="0" lang="pt-BR" sz="10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Laranja</a:t>
            </a:r>
            <a:endParaRPr b="1" i="0" sz="105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6" name="Google Shape;386;p15"/>
          <p:cNvSpPr txBox="1"/>
          <p:nvPr/>
        </p:nvSpPr>
        <p:spPr>
          <a:xfrm>
            <a:off x="10795672" y="6205631"/>
            <a:ext cx="993545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Poppins"/>
              <a:buNone/>
            </a:pPr>
            <a:r>
              <a:rPr b="1" i="0" lang="pt-BR" sz="10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Cinza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7" name="Google Shape;387;p15"/>
          <p:cNvGrpSpPr/>
          <p:nvPr/>
        </p:nvGrpSpPr>
        <p:grpSpPr>
          <a:xfrm>
            <a:off x="2364107" y="1195160"/>
            <a:ext cx="1938226" cy="1556237"/>
            <a:chOff x="8882824" y="402672"/>
            <a:chExt cx="2016211" cy="1510315"/>
          </a:xfrm>
        </p:grpSpPr>
        <p:sp>
          <p:nvSpPr>
            <p:cNvPr id="388" name="Google Shape;388;p15"/>
            <p:cNvSpPr/>
            <p:nvPr/>
          </p:nvSpPr>
          <p:spPr>
            <a:xfrm>
              <a:off x="8882824" y="402672"/>
              <a:ext cx="2016211" cy="1510315"/>
            </a:xfrm>
            <a:prstGeom prst="rect">
              <a:avLst/>
            </a:prstGeom>
            <a:solidFill>
              <a:srgbClr val="03BBF6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" name="Google Shape;389;p15"/>
            <p:cNvSpPr/>
            <p:nvPr/>
          </p:nvSpPr>
          <p:spPr>
            <a:xfrm>
              <a:off x="9017096" y="568857"/>
              <a:ext cx="1735775" cy="1180724"/>
            </a:xfrm>
            <a:prstGeom prst="rect">
              <a:avLst/>
            </a:prstGeom>
            <a:solidFill>
              <a:srgbClr val="385623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15"/>
            <p:cNvSpPr/>
            <p:nvPr/>
          </p:nvSpPr>
          <p:spPr>
            <a:xfrm rot="10800000">
              <a:off x="9686372" y="659330"/>
              <a:ext cx="383059" cy="586345"/>
            </a:xfrm>
            <a:prstGeom prst="arc">
              <a:avLst>
                <a:gd fmla="val 13390027" name="adj1"/>
                <a:gd fmla="val 19026755" name="adj2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15"/>
            <p:cNvSpPr/>
            <p:nvPr/>
          </p:nvSpPr>
          <p:spPr>
            <a:xfrm>
              <a:off x="9687799" y="571608"/>
              <a:ext cx="383059" cy="529590"/>
            </a:xfrm>
            <a:prstGeom prst="rect">
              <a:avLst/>
            </a:prstGeom>
            <a:solidFill>
              <a:srgbClr val="03BBF6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2" name="Google Shape;392;p15"/>
          <p:cNvSpPr/>
          <p:nvPr/>
        </p:nvSpPr>
        <p:spPr>
          <a:xfrm rot="5741751">
            <a:off x="3213406" y="1377893"/>
            <a:ext cx="199682" cy="186542"/>
          </a:xfrm>
          <a:prstGeom prst="arc">
            <a:avLst>
              <a:gd fmla="val 16200000" name="adj1"/>
              <a:gd fmla="val 4889617" name="adj2"/>
            </a:avLst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5"/>
          <p:cNvSpPr/>
          <p:nvPr/>
        </p:nvSpPr>
        <p:spPr>
          <a:xfrm flipH="1" rot="10800000">
            <a:off x="2672128" y="587331"/>
            <a:ext cx="1316881" cy="1632084"/>
          </a:xfrm>
          <a:prstGeom prst="arc">
            <a:avLst>
              <a:gd fmla="val 10657095" name="adj1"/>
              <a:gd fmla="val 154392" name="adj2"/>
            </a:avLst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5"/>
          <p:cNvSpPr txBox="1"/>
          <p:nvPr/>
        </p:nvSpPr>
        <p:spPr>
          <a:xfrm rot="-5400000">
            <a:off x="8790777" y="3308539"/>
            <a:ext cx="647973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Para tonalidades diferentes que precisem de desenvolvimento, terá um acréscimo de R$5.000,00</a:t>
            </a:r>
            <a:endParaRPr b="0" i="0" sz="1000" u="none" cap="none" strike="noStrike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5" name="Google Shape;395;p15"/>
          <p:cNvSpPr txBox="1"/>
          <p:nvPr/>
        </p:nvSpPr>
        <p:spPr>
          <a:xfrm>
            <a:off x="2572914" y="2789175"/>
            <a:ext cx="150476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oppins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oppins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Azul claro e verde escuro</a:t>
            </a:r>
            <a:endParaRPr b="0" i="0" sz="9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96" name="Google Shape;396;p15"/>
          <p:cNvGrpSpPr/>
          <p:nvPr/>
        </p:nvGrpSpPr>
        <p:grpSpPr>
          <a:xfrm>
            <a:off x="4462677" y="1195160"/>
            <a:ext cx="1938226" cy="1556237"/>
            <a:chOff x="8882824" y="402672"/>
            <a:chExt cx="2016211" cy="1510315"/>
          </a:xfrm>
        </p:grpSpPr>
        <p:sp>
          <p:nvSpPr>
            <p:cNvPr id="397" name="Google Shape;397;p15"/>
            <p:cNvSpPr/>
            <p:nvPr/>
          </p:nvSpPr>
          <p:spPr>
            <a:xfrm>
              <a:off x="8882824" y="402672"/>
              <a:ext cx="2016211" cy="1510315"/>
            </a:xfrm>
            <a:prstGeom prst="rect">
              <a:avLst/>
            </a:prstGeom>
            <a:solidFill>
              <a:srgbClr val="B23820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398;p15"/>
            <p:cNvSpPr/>
            <p:nvPr/>
          </p:nvSpPr>
          <p:spPr>
            <a:xfrm>
              <a:off x="9017096" y="568857"/>
              <a:ext cx="1735775" cy="1180724"/>
            </a:xfrm>
            <a:prstGeom prst="rect">
              <a:avLst/>
            </a:prstGeom>
            <a:solidFill>
              <a:srgbClr val="385623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" name="Google Shape;399;p15"/>
            <p:cNvSpPr/>
            <p:nvPr/>
          </p:nvSpPr>
          <p:spPr>
            <a:xfrm rot="10800000">
              <a:off x="9686372" y="659330"/>
              <a:ext cx="383059" cy="586345"/>
            </a:xfrm>
            <a:prstGeom prst="arc">
              <a:avLst>
                <a:gd fmla="val 13390027" name="adj1"/>
                <a:gd fmla="val 19026755" name="adj2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15"/>
            <p:cNvSpPr/>
            <p:nvPr/>
          </p:nvSpPr>
          <p:spPr>
            <a:xfrm>
              <a:off x="9687799" y="571608"/>
              <a:ext cx="383059" cy="529590"/>
            </a:xfrm>
            <a:prstGeom prst="rect">
              <a:avLst/>
            </a:prstGeom>
            <a:solidFill>
              <a:srgbClr val="B23820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1" name="Google Shape;401;p15"/>
          <p:cNvSpPr/>
          <p:nvPr/>
        </p:nvSpPr>
        <p:spPr>
          <a:xfrm rot="5741751">
            <a:off x="5311976" y="1377893"/>
            <a:ext cx="199682" cy="186542"/>
          </a:xfrm>
          <a:prstGeom prst="arc">
            <a:avLst>
              <a:gd fmla="val 16200000" name="adj1"/>
              <a:gd fmla="val 4889617" name="adj2"/>
            </a:avLst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5"/>
          <p:cNvSpPr/>
          <p:nvPr/>
        </p:nvSpPr>
        <p:spPr>
          <a:xfrm flipH="1" rot="10800000">
            <a:off x="4770698" y="587331"/>
            <a:ext cx="1316881" cy="1632084"/>
          </a:xfrm>
          <a:prstGeom prst="arc">
            <a:avLst>
              <a:gd fmla="val 10657095" name="adj1"/>
              <a:gd fmla="val 154392" name="adj2"/>
            </a:avLst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5"/>
          <p:cNvSpPr txBox="1"/>
          <p:nvPr/>
        </p:nvSpPr>
        <p:spPr>
          <a:xfrm>
            <a:off x="4671484" y="2789175"/>
            <a:ext cx="150476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oppins"/>
              <a:buNone/>
            </a:pPr>
            <a:r>
              <a:rPr b="1" i="0" lang="pt-BR" sz="1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02 - PADRÃO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oppins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Vermelho e verde escuro </a:t>
            </a:r>
            <a:endParaRPr b="0" i="0" sz="9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04" name="Google Shape;404;p15"/>
          <p:cNvGrpSpPr/>
          <p:nvPr/>
        </p:nvGrpSpPr>
        <p:grpSpPr>
          <a:xfrm>
            <a:off x="6559909" y="1195160"/>
            <a:ext cx="1938226" cy="1556237"/>
            <a:chOff x="8882824" y="402672"/>
            <a:chExt cx="2016211" cy="1510315"/>
          </a:xfrm>
        </p:grpSpPr>
        <p:sp>
          <p:nvSpPr>
            <p:cNvPr id="405" name="Google Shape;405;p15"/>
            <p:cNvSpPr/>
            <p:nvPr/>
          </p:nvSpPr>
          <p:spPr>
            <a:xfrm>
              <a:off x="8882824" y="402672"/>
              <a:ext cx="2016211" cy="1510315"/>
            </a:xfrm>
            <a:prstGeom prst="rect">
              <a:avLst/>
            </a:prstGeom>
            <a:solidFill>
              <a:schemeClr val="accent2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406;p15"/>
            <p:cNvSpPr/>
            <p:nvPr/>
          </p:nvSpPr>
          <p:spPr>
            <a:xfrm>
              <a:off x="9017096" y="568857"/>
              <a:ext cx="1735775" cy="1180724"/>
            </a:xfrm>
            <a:prstGeom prst="rect">
              <a:avLst/>
            </a:prstGeom>
            <a:solidFill>
              <a:srgbClr val="2089CA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407;p15"/>
            <p:cNvSpPr/>
            <p:nvPr/>
          </p:nvSpPr>
          <p:spPr>
            <a:xfrm rot="10800000">
              <a:off x="9686372" y="659330"/>
              <a:ext cx="383059" cy="586345"/>
            </a:xfrm>
            <a:prstGeom prst="arc">
              <a:avLst>
                <a:gd fmla="val 13390027" name="adj1"/>
                <a:gd fmla="val 19026755" name="adj2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" name="Google Shape;408;p15"/>
            <p:cNvSpPr/>
            <p:nvPr/>
          </p:nvSpPr>
          <p:spPr>
            <a:xfrm>
              <a:off x="9687799" y="571608"/>
              <a:ext cx="383059" cy="52959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9" name="Google Shape;409;p15"/>
          <p:cNvSpPr/>
          <p:nvPr/>
        </p:nvSpPr>
        <p:spPr>
          <a:xfrm rot="5741751">
            <a:off x="7409208" y="1377893"/>
            <a:ext cx="199682" cy="186542"/>
          </a:xfrm>
          <a:prstGeom prst="arc">
            <a:avLst>
              <a:gd fmla="val 16200000" name="adj1"/>
              <a:gd fmla="val 4889617" name="adj2"/>
            </a:avLst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5"/>
          <p:cNvSpPr/>
          <p:nvPr/>
        </p:nvSpPr>
        <p:spPr>
          <a:xfrm flipH="1" rot="10800000">
            <a:off x="6867930" y="587331"/>
            <a:ext cx="1316881" cy="1632084"/>
          </a:xfrm>
          <a:prstGeom prst="arc">
            <a:avLst>
              <a:gd fmla="val 10657095" name="adj1"/>
              <a:gd fmla="val 154392" name="adj2"/>
            </a:avLst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5"/>
          <p:cNvSpPr txBox="1"/>
          <p:nvPr/>
        </p:nvSpPr>
        <p:spPr>
          <a:xfrm>
            <a:off x="6768716" y="2789175"/>
            <a:ext cx="150476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oppins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oppins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Laranja e azul escuro</a:t>
            </a:r>
            <a:endParaRPr b="0" i="0" sz="9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12" name="Google Shape;412;p15"/>
          <p:cNvGrpSpPr/>
          <p:nvPr/>
        </p:nvGrpSpPr>
        <p:grpSpPr>
          <a:xfrm>
            <a:off x="8655696" y="1201901"/>
            <a:ext cx="1938226" cy="1556237"/>
            <a:chOff x="8882824" y="402672"/>
            <a:chExt cx="2016211" cy="1510315"/>
          </a:xfrm>
        </p:grpSpPr>
        <p:sp>
          <p:nvSpPr>
            <p:cNvPr id="413" name="Google Shape;413;p15"/>
            <p:cNvSpPr/>
            <p:nvPr/>
          </p:nvSpPr>
          <p:spPr>
            <a:xfrm>
              <a:off x="8882824" y="402672"/>
              <a:ext cx="2016211" cy="1510315"/>
            </a:xfrm>
            <a:prstGeom prst="rect">
              <a:avLst/>
            </a:prstGeom>
            <a:solidFill>
              <a:srgbClr val="385623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414;p15"/>
            <p:cNvSpPr/>
            <p:nvPr/>
          </p:nvSpPr>
          <p:spPr>
            <a:xfrm>
              <a:off x="9017096" y="568857"/>
              <a:ext cx="1735775" cy="1180724"/>
            </a:xfrm>
            <a:prstGeom prst="rect">
              <a:avLst/>
            </a:prstGeom>
            <a:solidFill>
              <a:srgbClr val="B23820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Google Shape;415;p15"/>
            <p:cNvSpPr/>
            <p:nvPr/>
          </p:nvSpPr>
          <p:spPr>
            <a:xfrm rot="10800000">
              <a:off x="9686372" y="659330"/>
              <a:ext cx="383059" cy="586345"/>
            </a:xfrm>
            <a:prstGeom prst="arc">
              <a:avLst>
                <a:gd fmla="val 13390027" name="adj1"/>
                <a:gd fmla="val 19026755" name="adj2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15"/>
            <p:cNvSpPr/>
            <p:nvPr/>
          </p:nvSpPr>
          <p:spPr>
            <a:xfrm>
              <a:off x="9687799" y="571608"/>
              <a:ext cx="383059" cy="529590"/>
            </a:xfrm>
            <a:prstGeom prst="rect">
              <a:avLst/>
            </a:prstGeom>
            <a:solidFill>
              <a:srgbClr val="385623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7" name="Google Shape;417;p15"/>
          <p:cNvSpPr/>
          <p:nvPr/>
        </p:nvSpPr>
        <p:spPr>
          <a:xfrm rot="5741751">
            <a:off x="9504995" y="1384634"/>
            <a:ext cx="199682" cy="186542"/>
          </a:xfrm>
          <a:prstGeom prst="arc">
            <a:avLst>
              <a:gd fmla="val 16200000" name="adj1"/>
              <a:gd fmla="val 4889617" name="adj2"/>
            </a:avLst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5"/>
          <p:cNvSpPr/>
          <p:nvPr/>
        </p:nvSpPr>
        <p:spPr>
          <a:xfrm flipH="1" rot="10800000">
            <a:off x="8963717" y="594072"/>
            <a:ext cx="1316881" cy="1632084"/>
          </a:xfrm>
          <a:prstGeom prst="arc">
            <a:avLst>
              <a:gd fmla="val 10657095" name="adj1"/>
              <a:gd fmla="val 154392" name="adj2"/>
            </a:avLst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5"/>
          <p:cNvSpPr txBox="1"/>
          <p:nvPr/>
        </p:nvSpPr>
        <p:spPr>
          <a:xfrm>
            <a:off x="8864503" y="2795916"/>
            <a:ext cx="150476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oppins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 b="0" i="0" sz="10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oppins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Verde escuro e vermelho</a:t>
            </a:r>
            <a:endParaRPr b="0" i="0" sz="9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20" name="Google Shape;420;p15"/>
          <p:cNvGrpSpPr/>
          <p:nvPr/>
        </p:nvGrpSpPr>
        <p:grpSpPr>
          <a:xfrm>
            <a:off x="2370057" y="3967055"/>
            <a:ext cx="1938226" cy="1556237"/>
            <a:chOff x="8882824" y="402672"/>
            <a:chExt cx="2016211" cy="1510315"/>
          </a:xfrm>
        </p:grpSpPr>
        <p:sp>
          <p:nvSpPr>
            <p:cNvPr id="421" name="Google Shape;421;p15"/>
            <p:cNvSpPr/>
            <p:nvPr/>
          </p:nvSpPr>
          <p:spPr>
            <a:xfrm>
              <a:off x="8882824" y="402672"/>
              <a:ext cx="2016211" cy="1510315"/>
            </a:xfrm>
            <a:prstGeom prst="rect">
              <a:avLst/>
            </a:prstGeom>
            <a:solidFill>
              <a:srgbClr val="62983E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15"/>
            <p:cNvSpPr/>
            <p:nvPr/>
          </p:nvSpPr>
          <p:spPr>
            <a:xfrm>
              <a:off x="9017096" y="568857"/>
              <a:ext cx="1735775" cy="1180724"/>
            </a:xfrm>
            <a:prstGeom prst="rect">
              <a:avLst/>
            </a:prstGeom>
            <a:solidFill>
              <a:schemeClr val="accent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15"/>
            <p:cNvSpPr/>
            <p:nvPr/>
          </p:nvSpPr>
          <p:spPr>
            <a:xfrm rot="10800000">
              <a:off x="9686372" y="659330"/>
              <a:ext cx="383059" cy="586345"/>
            </a:xfrm>
            <a:prstGeom prst="arc">
              <a:avLst>
                <a:gd fmla="val 13390027" name="adj1"/>
                <a:gd fmla="val 19026755" name="adj2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15"/>
            <p:cNvSpPr/>
            <p:nvPr/>
          </p:nvSpPr>
          <p:spPr>
            <a:xfrm>
              <a:off x="9687799" y="571608"/>
              <a:ext cx="383059" cy="529590"/>
            </a:xfrm>
            <a:prstGeom prst="rect">
              <a:avLst/>
            </a:prstGeom>
            <a:solidFill>
              <a:srgbClr val="62983E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5" name="Google Shape;425;p15"/>
          <p:cNvSpPr/>
          <p:nvPr/>
        </p:nvSpPr>
        <p:spPr>
          <a:xfrm rot="5741751">
            <a:off x="3219356" y="4149788"/>
            <a:ext cx="199682" cy="186542"/>
          </a:xfrm>
          <a:prstGeom prst="arc">
            <a:avLst>
              <a:gd fmla="val 16200000" name="adj1"/>
              <a:gd fmla="val 4889617" name="adj2"/>
            </a:avLst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5"/>
          <p:cNvSpPr/>
          <p:nvPr/>
        </p:nvSpPr>
        <p:spPr>
          <a:xfrm flipH="1" rot="10800000">
            <a:off x="2678078" y="3359226"/>
            <a:ext cx="1316881" cy="1632084"/>
          </a:xfrm>
          <a:prstGeom prst="arc">
            <a:avLst>
              <a:gd fmla="val 10657095" name="adj1"/>
              <a:gd fmla="val 154392" name="adj2"/>
            </a:avLst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5"/>
          <p:cNvSpPr txBox="1"/>
          <p:nvPr/>
        </p:nvSpPr>
        <p:spPr>
          <a:xfrm>
            <a:off x="2578864" y="5561070"/>
            <a:ext cx="150476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oppins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oppins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Verde claro e laranja</a:t>
            </a:r>
            <a:endParaRPr b="0" i="0" sz="9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28" name="Google Shape;428;p15"/>
          <p:cNvGrpSpPr/>
          <p:nvPr/>
        </p:nvGrpSpPr>
        <p:grpSpPr>
          <a:xfrm>
            <a:off x="4468627" y="3967055"/>
            <a:ext cx="1938226" cy="1556237"/>
            <a:chOff x="8882824" y="402672"/>
            <a:chExt cx="2016211" cy="1510315"/>
          </a:xfrm>
        </p:grpSpPr>
        <p:sp>
          <p:nvSpPr>
            <p:cNvPr id="429" name="Google Shape;429;p15"/>
            <p:cNvSpPr/>
            <p:nvPr/>
          </p:nvSpPr>
          <p:spPr>
            <a:xfrm>
              <a:off x="8882824" y="402672"/>
              <a:ext cx="2016211" cy="1510315"/>
            </a:xfrm>
            <a:prstGeom prst="rect">
              <a:avLst/>
            </a:prstGeom>
            <a:solidFill>
              <a:srgbClr val="7F7F7F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" name="Google Shape;430;p15"/>
            <p:cNvSpPr/>
            <p:nvPr/>
          </p:nvSpPr>
          <p:spPr>
            <a:xfrm>
              <a:off x="9017096" y="568857"/>
              <a:ext cx="1735775" cy="1180724"/>
            </a:xfrm>
            <a:prstGeom prst="rect">
              <a:avLst/>
            </a:prstGeom>
            <a:solidFill>
              <a:srgbClr val="B23820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431;p15"/>
            <p:cNvSpPr/>
            <p:nvPr/>
          </p:nvSpPr>
          <p:spPr>
            <a:xfrm rot="10800000">
              <a:off x="9686372" y="659330"/>
              <a:ext cx="383059" cy="586345"/>
            </a:xfrm>
            <a:prstGeom prst="arc">
              <a:avLst>
                <a:gd fmla="val 13390027" name="adj1"/>
                <a:gd fmla="val 19026755" name="adj2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" name="Google Shape;432;p15"/>
            <p:cNvSpPr/>
            <p:nvPr/>
          </p:nvSpPr>
          <p:spPr>
            <a:xfrm>
              <a:off x="9687799" y="571608"/>
              <a:ext cx="383059" cy="529590"/>
            </a:xfrm>
            <a:prstGeom prst="rect">
              <a:avLst/>
            </a:prstGeom>
            <a:solidFill>
              <a:srgbClr val="7F7F7F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3" name="Google Shape;433;p15"/>
          <p:cNvSpPr/>
          <p:nvPr/>
        </p:nvSpPr>
        <p:spPr>
          <a:xfrm rot="5741751">
            <a:off x="5317926" y="4149788"/>
            <a:ext cx="199682" cy="186542"/>
          </a:xfrm>
          <a:prstGeom prst="arc">
            <a:avLst>
              <a:gd fmla="val 16200000" name="adj1"/>
              <a:gd fmla="val 4889617" name="adj2"/>
            </a:avLst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5"/>
          <p:cNvSpPr/>
          <p:nvPr/>
        </p:nvSpPr>
        <p:spPr>
          <a:xfrm flipH="1" rot="10800000">
            <a:off x="4776648" y="3359226"/>
            <a:ext cx="1316881" cy="1632084"/>
          </a:xfrm>
          <a:prstGeom prst="arc">
            <a:avLst>
              <a:gd fmla="val 10657095" name="adj1"/>
              <a:gd fmla="val 154392" name="adj2"/>
            </a:avLst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5"/>
          <p:cNvSpPr txBox="1"/>
          <p:nvPr/>
        </p:nvSpPr>
        <p:spPr>
          <a:xfrm>
            <a:off x="4677434" y="5561070"/>
            <a:ext cx="150476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oppins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oppins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Cinza e vermelho</a:t>
            </a:r>
            <a:endParaRPr b="0" i="0" sz="9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36" name="Google Shape;436;p15"/>
          <p:cNvGrpSpPr/>
          <p:nvPr/>
        </p:nvGrpSpPr>
        <p:grpSpPr>
          <a:xfrm>
            <a:off x="6565859" y="3967055"/>
            <a:ext cx="1938226" cy="1556237"/>
            <a:chOff x="8882824" y="402672"/>
            <a:chExt cx="2016211" cy="1510315"/>
          </a:xfrm>
        </p:grpSpPr>
        <p:sp>
          <p:nvSpPr>
            <p:cNvPr id="437" name="Google Shape;437;p15"/>
            <p:cNvSpPr/>
            <p:nvPr/>
          </p:nvSpPr>
          <p:spPr>
            <a:xfrm>
              <a:off x="8882824" y="402672"/>
              <a:ext cx="2016211" cy="1510315"/>
            </a:xfrm>
            <a:prstGeom prst="rect">
              <a:avLst/>
            </a:prstGeom>
            <a:solidFill>
              <a:srgbClr val="03BBF6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" name="Google Shape;438;p15"/>
            <p:cNvSpPr/>
            <p:nvPr/>
          </p:nvSpPr>
          <p:spPr>
            <a:xfrm>
              <a:off x="9017096" y="568857"/>
              <a:ext cx="1735775" cy="1180724"/>
            </a:xfrm>
            <a:prstGeom prst="rect">
              <a:avLst/>
            </a:prstGeom>
            <a:solidFill>
              <a:srgbClr val="385623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" name="Google Shape;439;p15"/>
            <p:cNvSpPr/>
            <p:nvPr/>
          </p:nvSpPr>
          <p:spPr>
            <a:xfrm rot="10800000">
              <a:off x="9686372" y="659330"/>
              <a:ext cx="383059" cy="586345"/>
            </a:xfrm>
            <a:prstGeom prst="arc">
              <a:avLst>
                <a:gd fmla="val 13390027" name="adj1"/>
                <a:gd fmla="val 19026755" name="adj2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" name="Google Shape;440;p15"/>
            <p:cNvSpPr/>
            <p:nvPr/>
          </p:nvSpPr>
          <p:spPr>
            <a:xfrm>
              <a:off x="9687799" y="571608"/>
              <a:ext cx="383059" cy="529590"/>
            </a:xfrm>
            <a:prstGeom prst="rect">
              <a:avLst/>
            </a:prstGeom>
            <a:solidFill>
              <a:srgbClr val="03BBF6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1" name="Google Shape;441;p15"/>
          <p:cNvSpPr/>
          <p:nvPr/>
        </p:nvSpPr>
        <p:spPr>
          <a:xfrm rot="5741751">
            <a:off x="7415158" y="4149788"/>
            <a:ext cx="199682" cy="186542"/>
          </a:xfrm>
          <a:prstGeom prst="arc">
            <a:avLst>
              <a:gd fmla="val 16200000" name="adj1"/>
              <a:gd fmla="val 4889617" name="adj2"/>
            </a:avLst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5"/>
          <p:cNvSpPr/>
          <p:nvPr/>
        </p:nvSpPr>
        <p:spPr>
          <a:xfrm flipH="1" rot="10800000">
            <a:off x="6873880" y="3359226"/>
            <a:ext cx="1316881" cy="1632084"/>
          </a:xfrm>
          <a:prstGeom prst="arc">
            <a:avLst>
              <a:gd fmla="val 10657095" name="adj1"/>
              <a:gd fmla="val 154392" name="adj2"/>
            </a:avLst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5"/>
          <p:cNvSpPr txBox="1"/>
          <p:nvPr/>
        </p:nvSpPr>
        <p:spPr>
          <a:xfrm>
            <a:off x="6774666" y="5561070"/>
            <a:ext cx="150476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oppins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oppins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Azul claro e verde escuro</a:t>
            </a:r>
            <a:endParaRPr b="0" i="0" sz="9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44" name="Google Shape;444;p15"/>
          <p:cNvGrpSpPr/>
          <p:nvPr/>
        </p:nvGrpSpPr>
        <p:grpSpPr>
          <a:xfrm>
            <a:off x="8661646" y="3973796"/>
            <a:ext cx="1938226" cy="1556237"/>
            <a:chOff x="8882824" y="402672"/>
            <a:chExt cx="2016211" cy="1510315"/>
          </a:xfrm>
        </p:grpSpPr>
        <p:sp>
          <p:nvSpPr>
            <p:cNvPr id="445" name="Google Shape;445;p15"/>
            <p:cNvSpPr/>
            <p:nvPr/>
          </p:nvSpPr>
          <p:spPr>
            <a:xfrm>
              <a:off x="8882824" y="402672"/>
              <a:ext cx="2016211" cy="1510315"/>
            </a:xfrm>
            <a:prstGeom prst="rect">
              <a:avLst/>
            </a:prstGeom>
            <a:solidFill>
              <a:srgbClr val="62983E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" name="Google Shape;446;p15"/>
            <p:cNvSpPr/>
            <p:nvPr/>
          </p:nvSpPr>
          <p:spPr>
            <a:xfrm>
              <a:off x="9017096" y="568857"/>
              <a:ext cx="1735775" cy="1180724"/>
            </a:xfrm>
            <a:prstGeom prst="rect">
              <a:avLst/>
            </a:prstGeom>
            <a:solidFill>
              <a:srgbClr val="385623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" name="Google Shape;447;p15"/>
            <p:cNvSpPr/>
            <p:nvPr/>
          </p:nvSpPr>
          <p:spPr>
            <a:xfrm rot="10800000">
              <a:off x="9686372" y="659330"/>
              <a:ext cx="383059" cy="586345"/>
            </a:xfrm>
            <a:prstGeom prst="arc">
              <a:avLst>
                <a:gd fmla="val 13390027" name="adj1"/>
                <a:gd fmla="val 19026755" name="adj2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" name="Google Shape;448;p15"/>
            <p:cNvSpPr/>
            <p:nvPr/>
          </p:nvSpPr>
          <p:spPr>
            <a:xfrm>
              <a:off x="9687799" y="571608"/>
              <a:ext cx="383059" cy="529590"/>
            </a:xfrm>
            <a:prstGeom prst="rect">
              <a:avLst/>
            </a:prstGeom>
            <a:solidFill>
              <a:srgbClr val="62983E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9" name="Google Shape;449;p15"/>
          <p:cNvSpPr/>
          <p:nvPr/>
        </p:nvSpPr>
        <p:spPr>
          <a:xfrm rot="5741751">
            <a:off x="9510945" y="4156529"/>
            <a:ext cx="199682" cy="186542"/>
          </a:xfrm>
          <a:prstGeom prst="arc">
            <a:avLst>
              <a:gd fmla="val 16200000" name="adj1"/>
              <a:gd fmla="val 4889617" name="adj2"/>
            </a:avLst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5"/>
          <p:cNvSpPr/>
          <p:nvPr/>
        </p:nvSpPr>
        <p:spPr>
          <a:xfrm flipH="1" rot="10800000">
            <a:off x="8969667" y="3365967"/>
            <a:ext cx="1316881" cy="1632084"/>
          </a:xfrm>
          <a:prstGeom prst="arc">
            <a:avLst>
              <a:gd fmla="val 10657095" name="adj1"/>
              <a:gd fmla="val 154392" name="adj2"/>
            </a:avLst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5"/>
          <p:cNvSpPr txBox="1"/>
          <p:nvPr/>
        </p:nvSpPr>
        <p:spPr>
          <a:xfrm>
            <a:off x="8870453" y="5567811"/>
            <a:ext cx="150476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oppins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oppins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Verde claro e verde ecuro</a:t>
            </a:r>
            <a:endParaRPr b="0" i="0" sz="9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2" name="Google Shape;452;p15"/>
          <p:cNvSpPr txBox="1"/>
          <p:nvPr/>
        </p:nvSpPr>
        <p:spPr>
          <a:xfrm>
            <a:off x="2110682" y="328462"/>
            <a:ext cx="768605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Poppins"/>
              <a:buNone/>
            </a:pPr>
            <a:r>
              <a:rPr b="1" i="0" lang="pt-BR" sz="3200" u="none" cap="none" strike="noStrik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Sugestões de cores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6"/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senho de um círculo&#10;&#10;Descrição gerada automaticamente com confiança baixa" id="459" name="Google Shape;45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394" y="322704"/>
            <a:ext cx="622719" cy="600016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Projeto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16"/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Pagamento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16"/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Investimento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16"/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Prazos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16"/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Garantia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16"/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Regras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6"/>
          <p:cNvSpPr txBox="1"/>
          <p:nvPr/>
        </p:nvSpPr>
        <p:spPr>
          <a:xfrm>
            <a:off x="2104811" y="322704"/>
            <a:ext cx="390735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pt-BR" sz="3200" u="none" cap="none" strike="noStrik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2. Investimento</a:t>
            </a:r>
            <a:endParaRPr b="1" i="0" sz="2800" u="none" cap="none" strike="noStrike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467" name="Google Shape;467;p16"/>
          <p:cNvGraphicFramePr/>
          <p:nvPr/>
        </p:nvGraphicFramePr>
        <p:xfrm>
          <a:off x="2104811" y="88596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{9705BD20-7A14-4716-B01F-F5413761F9DE}</a:tableStyleId>
              </a:tblPr>
              <a:tblGrid>
                <a:gridCol w="5101100"/>
                <a:gridCol w="1324550"/>
                <a:gridCol w="1454625"/>
                <a:gridCol w="1797600"/>
              </a:tblGrid>
              <a:tr h="345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Descrição</a:t>
                      </a:r>
                      <a:endParaRPr sz="1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Qtde.</a:t>
                      </a:r>
                      <a:endParaRPr sz="1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45725" marB="45725" marR="91450" marL="9145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Unid.</a:t>
                      </a:r>
                      <a:endParaRPr sz="1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45725" marB="45725" marR="91450" marL="9145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Valor</a:t>
                      </a:r>
                      <a:endParaRPr sz="1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45725" marB="45725" marR="91450" marL="91450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7F7F7F"/>
                    </a:solidFill>
                  </a:tcPr>
                </a:tc>
              </a:tr>
              <a:tr h="615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pt-BR" sz="12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Piso – Quadra Poliesportiva  - Base Asfáltica Playpiso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0,00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m²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R$ 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2025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pt-BR" sz="12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Alambrado – Tubos galvanizados eletroliticamente, com xx travamentos e tela revestida em PVC</a:t>
                      </a:r>
                      <a:endParaRPr b="0"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Poppins"/>
                        <a:buNone/>
                      </a:pPr>
                      <a:r>
                        <a:rPr lang="pt-BR" sz="12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m²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R$ 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15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Iluminação – xx projetores LED 200W, xx postes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1,00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Conjunto 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R$ 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15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Poppins"/>
                        <a:buNone/>
                      </a:pPr>
                      <a:r>
                        <a:rPr b="0" lang="pt-BR" sz="12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Acessórios: Futsal, basquete e futsal</a:t>
                      </a:r>
                      <a:endParaRPr b="0"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Poppins"/>
                        <a:buNone/>
                      </a:pPr>
                      <a:r>
                        <a:rPr b="0" i="0" lang="pt-BR" sz="1200" u="none" cap="none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1,00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Conjunto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R$ 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15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Poppins"/>
                        <a:buNone/>
                      </a:pPr>
                      <a:r>
                        <a:rPr b="0" lang="pt-BR" sz="12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Tela de proteção superior</a:t>
                      </a:r>
                      <a:endParaRPr b="0"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0,00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m²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R$ 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15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Poppins"/>
                        <a:buNone/>
                      </a:pPr>
                      <a:r>
                        <a:rPr b="0" lang="pt-BR" sz="12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Despesas adicionais (</a:t>
                      </a:r>
                      <a:r>
                        <a:rPr b="0" lang="pt-BR" sz="1200" u="none" cap="none" strike="noStrike">
                          <a:highlight>
                            <a:srgbClr val="FFFF00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alojamento, passagens aéreas</a:t>
                      </a:r>
                      <a:r>
                        <a:rPr b="0" lang="pt-BR" sz="12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, alimentação, frete ida e volta, traslado, demais custos de mobilização)</a:t>
                      </a:r>
                      <a:endParaRPr b="0"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1,00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Vb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R$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15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FF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VALOR TOTAL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>
                        <a:solidFill>
                          <a:srgbClr val="FF0000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>
                        <a:solidFill>
                          <a:srgbClr val="FF0000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FF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R$ 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468" name="Google Shape;468;p16"/>
          <p:cNvSpPr txBox="1"/>
          <p:nvPr/>
        </p:nvSpPr>
        <p:spPr>
          <a:xfrm>
            <a:off x="2104811" y="5932117"/>
            <a:ext cx="6362765" cy="343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***Valores válidos somente para contratação simultânea dos serviços.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16"/>
          <p:cNvSpPr txBox="1"/>
          <p:nvPr/>
        </p:nvSpPr>
        <p:spPr>
          <a:xfrm>
            <a:off x="39778" y="5978403"/>
            <a:ext cx="1063214" cy="68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pt-BR" sz="13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Proposta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2022-07-26T08:40:49Z</dcterms:created>
  <dc:creator>maggie peart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0x0101009D71DFA1BDF10440A7938686F0EC5B46</vt:lpwstr>
  </property>
  <property fmtid="{D5CDD505-2E9C-101B-9397-08002B2CF9AE}" pid="3" name="MediaServiceImageTags">
    <vt:lpwstr/>
  </property>
</Properties>
</file>