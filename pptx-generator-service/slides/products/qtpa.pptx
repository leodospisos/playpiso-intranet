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Poppins"/>
      <p:bold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j6TK6G0pfKigg8hqHUuIcsuVGO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78EC845-13A2-4689-B61E-F38B30F49261}">
  <a:tblStyle styleId="{E78EC845-13A2-4689-B61E-F38B30F4926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oppins-boldItalic.fntdata"/><Relationship Id="rId14" Type="http://schemas.openxmlformats.org/officeDocument/2006/relationships/font" Target="fonts/Poppins-bold.fntdata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13fd3e136_0_380:notes"/>
          <p:cNvSpPr txBox="1"/>
          <p:nvPr>
            <p:ph idx="1" type="body"/>
          </p:nvPr>
        </p:nvSpPr>
        <p:spPr>
          <a:xfrm>
            <a:off x="685801" y="4400555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e13fd3e136_0_380:notes"/>
          <p:cNvSpPr/>
          <p:nvPr>
            <p:ph idx="2" type="sldImg"/>
          </p:nvPr>
        </p:nvSpPr>
        <p:spPr>
          <a:xfrm>
            <a:off x="426022" y="1143550"/>
            <a:ext cx="60060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e13fd3e136_0_388:notes"/>
          <p:cNvSpPr/>
          <p:nvPr>
            <p:ph idx="2" type="sldImg"/>
          </p:nvPr>
        </p:nvSpPr>
        <p:spPr>
          <a:xfrm>
            <a:off x="426022" y="1143550"/>
            <a:ext cx="60060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3e13fd3e136_0_388:notes"/>
          <p:cNvSpPr txBox="1"/>
          <p:nvPr>
            <p:ph idx="1" type="body"/>
          </p:nvPr>
        </p:nvSpPr>
        <p:spPr>
          <a:xfrm>
            <a:off x="685801" y="4400555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en-US"/>
              <a:t>MEXER APENAS NAS INFORMAÇÕES EM PRETO, NÚMERO DA PROPOSTA E DATAS.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br>
              <a:rPr b="1" lang="en-US"/>
            </a:br>
            <a:r>
              <a:rPr lang="en-US"/>
              <a:t>NÃO DESCONFIGURAR NADA!</a:t>
            </a:r>
            <a:br>
              <a:rPr lang="en-US"/>
            </a:br>
            <a:r>
              <a:rPr lang="en-US"/>
              <a:t>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g3e13fd3e136_0_388:notes"/>
          <p:cNvSpPr txBox="1"/>
          <p:nvPr>
            <p:ph idx="12" type="sldNum"/>
          </p:nvPr>
        </p:nvSpPr>
        <p:spPr>
          <a:xfrm>
            <a:off x="3884613" y="868522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13fd3e136_0_403:notes"/>
          <p:cNvSpPr/>
          <p:nvPr>
            <p:ph idx="2" type="sldImg"/>
          </p:nvPr>
        </p:nvSpPr>
        <p:spPr>
          <a:xfrm>
            <a:off x="426022" y="1143550"/>
            <a:ext cx="60060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3e13fd3e136_0_403:notes"/>
          <p:cNvSpPr txBox="1"/>
          <p:nvPr>
            <p:ph idx="1" type="body"/>
          </p:nvPr>
        </p:nvSpPr>
        <p:spPr>
          <a:xfrm>
            <a:off x="685801" y="4400555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en-US"/>
              <a:t>MEXER APENAS NAS INFORMAÇÕES EM PRETO, NÚMERO DA PROPOSTA E DATAS.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br>
              <a:rPr b="1" lang="en-US"/>
            </a:br>
            <a:r>
              <a:rPr lang="en-US"/>
              <a:t>NÃO DESCONFIGURAR NADA!</a:t>
            </a:r>
            <a:br>
              <a:rPr lang="en-US"/>
            </a:br>
            <a:r>
              <a:rPr lang="en-US"/>
              <a:t>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e13fd3e136_0_403:notes"/>
          <p:cNvSpPr txBox="1"/>
          <p:nvPr>
            <p:ph idx="12" type="sldNum"/>
          </p:nvPr>
        </p:nvSpPr>
        <p:spPr>
          <a:xfrm>
            <a:off x="3884613" y="868522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13fd3e136_0_419:notes"/>
          <p:cNvSpPr/>
          <p:nvPr>
            <p:ph idx="2" type="sldImg"/>
          </p:nvPr>
        </p:nvSpPr>
        <p:spPr>
          <a:xfrm>
            <a:off x="426022" y="1143550"/>
            <a:ext cx="60060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e13fd3e136_0_419:notes"/>
          <p:cNvSpPr txBox="1"/>
          <p:nvPr>
            <p:ph idx="1" type="body"/>
          </p:nvPr>
        </p:nvSpPr>
        <p:spPr>
          <a:xfrm>
            <a:off x="685801" y="4400555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en-US"/>
              <a:t>MEXER APENAS NAS INFORMAÇÕES EM PRETO, NÚMERO DA PROPOSTA E DATAS.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br>
              <a:rPr b="1" lang="en-US"/>
            </a:br>
            <a:r>
              <a:rPr lang="en-US"/>
              <a:t>NÃO DESCONFIGURAR NADA!</a:t>
            </a:r>
            <a:br>
              <a:rPr lang="en-US"/>
            </a:br>
            <a:endParaRPr/>
          </a:p>
        </p:txBody>
      </p:sp>
      <p:sp>
        <p:nvSpPr>
          <p:cNvPr id="114" name="Google Shape;114;g3e13fd3e136_0_419:notes"/>
          <p:cNvSpPr txBox="1"/>
          <p:nvPr>
            <p:ph idx="12" type="sldNum"/>
          </p:nvPr>
        </p:nvSpPr>
        <p:spPr>
          <a:xfrm>
            <a:off x="3884613" y="868522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13fd3e136_0_435:notes"/>
          <p:cNvSpPr/>
          <p:nvPr>
            <p:ph idx="2" type="sldImg"/>
          </p:nvPr>
        </p:nvSpPr>
        <p:spPr>
          <a:xfrm>
            <a:off x="426022" y="1143550"/>
            <a:ext cx="60060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3e13fd3e136_0_435:notes"/>
          <p:cNvSpPr txBox="1"/>
          <p:nvPr>
            <p:ph idx="1" type="body"/>
          </p:nvPr>
        </p:nvSpPr>
        <p:spPr>
          <a:xfrm>
            <a:off x="685801" y="4400555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e13fd3e136_0_435:notes"/>
          <p:cNvSpPr txBox="1"/>
          <p:nvPr>
            <p:ph idx="12" type="sldNum"/>
          </p:nvPr>
        </p:nvSpPr>
        <p:spPr>
          <a:xfrm>
            <a:off x="3884613" y="868522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e13fd3e136_0_573:notes"/>
          <p:cNvSpPr txBox="1"/>
          <p:nvPr>
            <p:ph idx="1" type="body"/>
          </p:nvPr>
        </p:nvSpPr>
        <p:spPr>
          <a:xfrm>
            <a:off x="685801" y="4400555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e13fd3e136_0_573:notes"/>
          <p:cNvSpPr/>
          <p:nvPr>
            <p:ph idx="2" type="sldImg"/>
          </p:nvPr>
        </p:nvSpPr>
        <p:spPr>
          <a:xfrm>
            <a:off x="426022" y="1143550"/>
            <a:ext cx="60060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e13fd3e136_0_588:notes"/>
          <p:cNvSpPr txBox="1"/>
          <p:nvPr>
            <p:ph idx="1" type="body"/>
          </p:nvPr>
        </p:nvSpPr>
        <p:spPr>
          <a:xfrm>
            <a:off x="685801" y="4400555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e13fd3e136_0_588:notes"/>
          <p:cNvSpPr/>
          <p:nvPr>
            <p:ph idx="2" type="sldImg"/>
          </p:nvPr>
        </p:nvSpPr>
        <p:spPr>
          <a:xfrm>
            <a:off x="426022" y="1143550"/>
            <a:ext cx="60060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e13fd3e136_0_603:notes"/>
          <p:cNvSpPr/>
          <p:nvPr>
            <p:ph idx="2" type="sldImg"/>
          </p:nvPr>
        </p:nvSpPr>
        <p:spPr>
          <a:xfrm>
            <a:off x="426022" y="1143550"/>
            <a:ext cx="60060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g3e13fd3e136_0_603:notes"/>
          <p:cNvSpPr txBox="1"/>
          <p:nvPr>
            <p:ph idx="1" type="body"/>
          </p:nvPr>
        </p:nvSpPr>
        <p:spPr>
          <a:xfrm>
            <a:off x="685801" y="4400555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en-US"/>
              <a:t>MEXER APENAS NAS INFORMAÇÕES EM PRETO, NÚMERO DA PROPOSTA E DATAS.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br>
              <a:rPr b="1" lang="en-US"/>
            </a:br>
            <a:r>
              <a:rPr lang="en-US"/>
              <a:t>NÃO DESCONFIGURAR NADA!</a:t>
            </a:r>
            <a:br>
              <a:rPr lang="en-US"/>
            </a:br>
            <a:r>
              <a:rPr lang="en-US"/>
              <a:t>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3e13fd3e136_0_603:notes"/>
          <p:cNvSpPr txBox="1"/>
          <p:nvPr>
            <p:ph idx="12" type="sldNum"/>
          </p:nvPr>
        </p:nvSpPr>
        <p:spPr>
          <a:xfrm>
            <a:off x="3884613" y="868522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1" name="Google Shape;11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12" name="Google Shape;12;p31"/>
          <p:cNvSpPr txBox="1"/>
          <p:nvPr>
            <p:ph idx="12" type="sldNum"/>
          </p:nvPr>
        </p:nvSpPr>
        <p:spPr>
          <a:xfrm>
            <a:off x="11095181" y="6414762"/>
            <a:ext cx="258620" cy="2483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e0ecafcc09_0_9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15" name="Google Shape;15;g3e0ecafcc09_0_9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g3e0ecafcc09_0_9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g3e0ecafcc09_0_9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g3e0ecafcc09_0_92"/>
          <p:cNvSpPr txBox="1"/>
          <p:nvPr>
            <p:ph idx="12" type="sldNum"/>
          </p:nvPr>
        </p:nvSpPr>
        <p:spPr>
          <a:xfrm>
            <a:off x="8610600" y="6356350"/>
            <a:ext cx="2743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>
  <p:cSld name="TITLE_AND_BODY 2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1" name="Google Shape;21;p3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22" name="Google Shape;22;p32"/>
          <p:cNvSpPr txBox="1"/>
          <p:nvPr>
            <p:ph idx="12" type="sldNum"/>
          </p:nvPr>
        </p:nvSpPr>
        <p:spPr>
          <a:xfrm>
            <a:off x="11095217" y="6414780"/>
            <a:ext cx="258584" cy="2482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3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33"/>
          <p:cNvSpPr txBox="1"/>
          <p:nvPr>
            <p:ph idx="1" type="body"/>
          </p:nvPr>
        </p:nvSpPr>
        <p:spPr>
          <a:xfrm>
            <a:off x="1524000" y="3602037"/>
            <a:ext cx="9144000" cy="16557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1pPr>
            <a:lvl2pPr indent="-228600" lvl="1" marL="914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2pPr>
            <a:lvl3pPr indent="-228600" lvl="2" marL="1371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3pPr>
            <a:lvl4pPr indent="-228600" lvl="3" marL="18288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4pPr>
            <a:lvl5pPr indent="-228600" lvl="4" marL="22860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26" name="Google Shape;26;p33"/>
          <p:cNvSpPr txBox="1"/>
          <p:nvPr>
            <p:ph idx="12" type="sldNum"/>
          </p:nvPr>
        </p:nvSpPr>
        <p:spPr>
          <a:xfrm>
            <a:off x="11095181" y="6414762"/>
            <a:ext cx="258620" cy="2483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4"/>
          <p:cNvSpPr txBox="1"/>
          <p:nvPr>
            <p:ph idx="12" type="sldNum"/>
          </p:nvPr>
        </p:nvSpPr>
        <p:spPr>
          <a:xfrm>
            <a:off x="11095217" y="6414780"/>
            <a:ext cx="258584" cy="2482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5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1" name="Google Shape;31;p35"/>
          <p:cNvSpPr txBox="1"/>
          <p:nvPr>
            <p:ph idx="1" type="body"/>
          </p:nvPr>
        </p:nvSpPr>
        <p:spPr>
          <a:xfrm>
            <a:off x="1524000" y="3602037"/>
            <a:ext cx="9144000" cy="1655765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1pPr>
            <a:lvl2pPr indent="-228600" lvl="1" marL="914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2pPr>
            <a:lvl3pPr indent="-228600" lvl="2" marL="1371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3pPr>
            <a:lvl4pPr indent="-228600" lvl="3" marL="18288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4pPr>
            <a:lvl5pPr indent="-228600" lvl="4" marL="22860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32" name="Google Shape;32;p35"/>
          <p:cNvSpPr txBox="1"/>
          <p:nvPr>
            <p:ph idx="12" type="sldNum"/>
          </p:nvPr>
        </p:nvSpPr>
        <p:spPr>
          <a:xfrm>
            <a:off x="11095217" y="6414780"/>
            <a:ext cx="258584" cy="2482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5" name="Google Shape;35;p36"/>
          <p:cNvSpPr txBox="1"/>
          <p:nvPr>
            <p:ph idx="1" type="body"/>
          </p:nvPr>
        </p:nvSpPr>
        <p:spPr>
          <a:xfrm>
            <a:off x="831850" y="4589462"/>
            <a:ext cx="10515600" cy="1500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36" name="Google Shape;36;p36"/>
          <p:cNvSpPr txBox="1"/>
          <p:nvPr>
            <p:ph idx="12" type="sldNum"/>
          </p:nvPr>
        </p:nvSpPr>
        <p:spPr>
          <a:xfrm>
            <a:off x="11095217" y="6414780"/>
            <a:ext cx="258584" cy="2482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9" name="Google Shape;39;p3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40" name="Google Shape;40;p37"/>
          <p:cNvSpPr txBox="1"/>
          <p:nvPr>
            <p:ph idx="12" type="sldNum"/>
          </p:nvPr>
        </p:nvSpPr>
        <p:spPr>
          <a:xfrm>
            <a:off x="11095217" y="6414780"/>
            <a:ext cx="258584" cy="2482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8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3" name="Google Shape;43;p38"/>
          <p:cNvSpPr txBox="1"/>
          <p:nvPr>
            <p:ph idx="1" type="body"/>
          </p:nvPr>
        </p:nvSpPr>
        <p:spPr>
          <a:xfrm>
            <a:off x="839787" y="1681163"/>
            <a:ext cx="5157790" cy="823915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44" name="Google Shape;44;p38"/>
          <p:cNvSpPr txBox="1"/>
          <p:nvPr>
            <p:ph idx="2" type="body"/>
          </p:nvPr>
        </p:nvSpPr>
        <p:spPr>
          <a:xfrm>
            <a:off x="6172200" y="1681163"/>
            <a:ext cx="5183188" cy="823914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45" name="Google Shape;45;p38"/>
          <p:cNvSpPr txBox="1"/>
          <p:nvPr>
            <p:ph idx="12" type="sldNum"/>
          </p:nvPr>
        </p:nvSpPr>
        <p:spPr>
          <a:xfrm>
            <a:off x="11095217" y="6414780"/>
            <a:ext cx="258584" cy="2482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8" name="Google Shape;48;p39"/>
          <p:cNvSpPr txBox="1"/>
          <p:nvPr>
            <p:ph idx="12" type="sldNum"/>
          </p:nvPr>
        </p:nvSpPr>
        <p:spPr>
          <a:xfrm>
            <a:off x="11095217" y="6414780"/>
            <a:ext cx="258584" cy="2482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0"/>
          <p:cNvSpPr txBox="1"/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1" name="Google Shape;51;p40"/>
          <p:cNvSpPr txBox="1"/>
          <p:nvPr>
            <p:ph idx="1" type="body"/>
          </p:nvPr>
        </p:nvSpPr>
        <p:spPr>
          <a:xfrm>
            <a:off x="5183187" y="987425"/>
            <a:ext cx="6172203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318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2pPr>
            <a:lvl3pPr indent="-4318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3pPr>
            <a:lvl4pPr indent="-4318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4pPr>
            <a:lvl5pPr indent="-4318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52" name="Google Shape;52;p40"/>
          <p:cNvSpPr txBox="1"/>
          <p:nvPr>
            <p:ph idx="2" type="body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53" name="Google Shape;53;p40"/>
          <p:cNvSpPr txBox="1"/>
          <p:nvPr>
            <p:ph idx="12" type="sldNum"/>
          </p:nvPr>
        </p:nvSpPr>
        <p:spPr>
          <a:xfrm>
            <a:off x="11095217" y="6414780"/>
            <a:ext cx="258584" cy="2482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1"/>
          <p:cNvSpPr txBox="1"/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6" name="Google Shape;56;p41"/>
          <p:cNvSpPr/>
          <p:nvPr>
            <p:ph idx="2" type="pic"/>
          </p:nvPr>
        </p:nvSpPr>
        <p:spPr>
          <a:xfrm>
            <a:off x="5183187" y="987425"/>
            <a:ext cx="6172203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41"/>
          <p:cNvSpPr txBox="1"/>
          <p:nvPr>
            <p:ph idx="1" type="body"/>
          </p:nvPr>
        </p:nvSpPr>
        <p:spPr>
          <a:xfrm>
            <a:off x="839787" y="2057400"/>
            <a:ext cx="3932240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58" name="Google Shape;58;p41"/>
          <p:cNvSpPr txBox="1"/>
          <p:nvPr>
            <p:ph idx="12" type="sldNum"/>
          </p:nvPr>
        </p:nvSpPr>
        <p:spPr>
          <a:xfrm>
            <a:off x="11095217" y="6414780"/>
            <a:ext cx="258584" cy="2482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e13fd3e136_0_693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1" name="Google Shape;61;g3e13fd3e136_0_693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62" name="Google Shape;62;g3e13fd3e136_0_69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g3e13fd3e136_0_69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g3e13fd3e136_0_693"/>
          <p:cNvSpPr txBox="1"/>
          <p:nvPr>
            <p:ph idx="12" type="sldNum"/>
          </p:nvPr>
        </p:nvSpPr>
        <p:spPr>
          <a:xfrm>
            <a:off x="8610600" y="6356350"/>
            <a:ext cx="2743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 type="blank">
  <p:cSld name="BLANK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13fd3e136_0_69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g3e13fd3e136_0_69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g3e13fd3e136_0_699"/>
          <p:cNvSpPr txBox="1"/>
          <p:nvPr>
            <p:ph idx="12" type="sldNum"/>
          </p:nvPr>
        </p:nvSpPr>
        <p:spPr>
          <a:xfrm>
            <a:off x="8610600" y="6356350"/>
            <a:ext cx="2743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3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06400" lvl="2" marL="1371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6400" lvl="3" marL="1828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6400" lvl="4" marL="2286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06400" lvl="5" marL="2743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06400" lvl="6" marL="3200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06400" lvl="7" marL="3657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06400" lvl="8" marL="4114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0"/>
          <p:cNvSpPr txBox="1"/>
          <p:nvPr>
            <p:ph idx="12" type="sldNum"/>
          </p:nvPr>
        </p:nvSpPr>
        <p:spPr>
          <a:xfrm>
            <a:off x="11095217" y="6414780"/>
            <a:ext cx="258584" cy="2482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esenho de uma cidade&#10;&#10;Descrição gerada automaticamente com confiança baixa" id="73" name="Google Shape;73;g3e13fd3e136_0_3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09479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stádio de futebol&#10;&#10;Descrição gerada automaticamente" id="74" name="Google Shape;74;g3e13fd3e136_0_380"/>
          <p:cNvPicPr preferRelativeResize="0"/>
          <p:nvPr/>
        </p:nvPicPr>
        <p:blipFill rotWithShape="1">
          <a:blip r:embed="rId4">
            <a:alphaModFix/>
          </a:blip>
          <a:srcRect b="0" l="0" r="0" t="2515"/>
          <a:stretch/>
        </p:blipFill>
        <p:spPr>
          <a:xfrm>
            <a:off x="6094800" y="21041"/>
            <a:ext cx="6097201" cy="68369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senho de um círculo&#10;&#10;Descrição gerada automaticamente com confiança baixa" id="75" name="Google Shape;75;g3e13fd3e136_0_38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2671" y="175510"/>
            <a:ext cx="806652" cy="7772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senho de um cachorro&#10;&#10;Descrição gerada automaticamente" id="76" name="Google Shape;76;g3e13fd3e136_0_38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76192" y="6259630"/>
            <a:ext cx="1344060" cy="315929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g3e13fd3e136_0_380"/>
          <p:cNvSpPr txBox="1"/>
          <p:nvPr/>
        </p:nvSpPr>
        <p:spPr>
          <a:xfrm>
            <a:off x="2539191" y="2921168"/>
            <a:ext cx="7111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Poppins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QUADRA DE TÊNIS</a:t>
            </a:r>
            <a:endParaRPr b="0" i="0" sz="6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13fd3e136_0_388"/>
          <p:cNvSpPr txBox="1"/>
          <p:nvPr>
            <p:ph idx="1" type="body"/>
          </p:nvPr>
        </p:nvSpPr>
        <p:spPr>
          <a:xfrm>
            <a:off x="2104811" y="922721"/>
            <a:ext cx="9655800" cy="47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•"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Execução de guia perimetral;</a:t>
            </a:r>
            <a:endParaRPr/>
          </a:p>
          <a:p>
            <a:pPr indent="-228600" lvl="0" marL="2286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•"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Aplicação de pó de pedra nivelado e compactado;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228600" lvl="0" marL="2286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•"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Aplicação de pedra 01, espalhada, nivelada, compactada e emulsionada com asfalto, com a utilização de equipamentos mecânicos;</a:t>
            </a:r>
            <a:endParaRPr/>
          </a:p>
          <a:p>
            <a:pPr indent="-228600" lvl="0" marL="2286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•"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Aplicação de pedrisco limpo, espalhado, nivelado, compactado e emulsionado com asfalto, com a utilização de equipamentos mecânicos;</a:t>
            </a:r>
            <a:endParaRPr/>
          </a:p>
          <a:p>
            <a:pPr indent="-228600" lvl="0" marL="2286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•"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Aplicação de pó de pedra emulsionado com asfalto;</a:t>
            </a:r>
            <a:endParaRPr/>
          </a:p>
          <a:p>
            <a:pPr indent="-228600" lvl="0" marL="2286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•"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Aplicação de uma demão de Playgrit (lama asfáltica);</a:t>
            </a:r>
            <a:endParaRPr/>
          </a:p>
          <a:p>
            <a:pPr indent="-228600" lvl="0" marL="2286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•"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Aplicação de duas demãos de camada regularizadora à base de resinas acrílicas especialmente processadas com fundo pigmentado na mesma cor da quadra definida pelo cliente proporcionado um melhor acabamento, com agregados de granulometria controladas;</a:t>
            </a:r>
            <a:endParaRPr/>
          </a:p>
          <a:p>
            <a:pPr indent="-228600" lvl="0" marL="2286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•"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Aplicação de resina colorida (cor a ser definida pelo cliente) à base de resina acrílica especialmente processadas;</a:t>
            </a:r>
            <a:endParaRPr/>
          </a:p>
          <a:p>
            <a:pPr indent="-228600" lvl="0" marL="2286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•"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Pintura das linhas de demarcação com pincel e reforçadas com resinas, a fim de proporcionar durabilidade.</a:t>
            </a:r>
            <a:endParaRPr/>
          </a:p>
        </p:txBody>
      </p:sp>
      <p:sp>
        <p:nvSpPr>
          <p:cNvPr id="84" name="Google Shape;84;g3e13fd3e136_0_388"/>
          <p:cNvSpPr/>
          <p:nvPr/>
        </p:nvSpPr>
        <p:spPr>
          <a:xfrm>
            <a:off x="1" y="0"/>
            <a:ext cx="1914600" cy="685800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enho de um círculo&#10;&#10;Descrição gerada automaticamente com confiança baixa" id="85" name="Google Shape;85;g3e13fd3e136_0_3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394" y="322704"/>
            <a:ext cx="622719" cy="60001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g3e13fd3e136_0_388"/>
          <p:cNvSpPr txBox="1"/>
          <p:nvPr/>
        </p:nvSpPr>
        <p:spPr>
          <a:xfrm>
            <a:off x="39778" y="1911638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Projeto</a:t>
            </a:r>
            <a:endParaRPr/>
          </a:p>
        </p:txBody>
      </p:sp>
      <p:sp>
        <p:nvSpPr>
          <p:cNvPr id="87" name="Google Shape;87;g3e13fd3e136_0_388"/>
          <p:cNvSpPr txBox="1"/>
          <p:nvPr/>
        </p:nvSpPr>
        <p:spPr>
          <a:xfrm>
            <a:off x="39778" y="2660340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Pagamento</a:t>
            </a:r>
            <a:endParaRPr/>
          </a:p>
        </p:txBody>
      </p:sp>
      <p:sp>
        <p:nvSpPr>
          <p:cNvPr id="88" name="Google Shape;88;g3e13fd3e136_0_388"/>
          <p:cNvSpPr txBox="1"/>
          <p:nvPr/>
        </p:nvSpPr>
        <p:spPr>
          <a:xfrm>
            <a:off x="39778" y="2285989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Investimento</a:t>
            </a:r>
            <a:endParaRPr/>
          </a:p>
        </p:txBody>
      </p:sp>
      <p:sp>
        <p:nvSpPr>
          <p:cNvPr id="89" name="Google Shape;89;g3e13fd3e136_0_388"/>
          <p:cNvSpPr txBox="1"/>
          <p:nvPr/>
        </p:nvSpPr>
        <p:spPr>
          <a:xfrm>
            <a:off x="39778" y="3034691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Prazos</a:t>
            </a:r>
            <a:endParaRPr/>
          </a:p>
        </p:txBody>
      </p:sp>
      <p:sp>
        <p:nvSpPr>
          <p:cNvPr id="90" name="Google Shape;90;g3e13fd3e136_0_388"/>
          <p:cNvSpPr txBox="1"/>
          <p:nvPr/>
        </p:nvSpPr>
        <p:spPr>
          <a:xfrm>
            <a:off x="39778" y="3409042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Garantia</a:t>
            </a:r>
            <a:endParaRPr/>
          </a:p>
        </p:txBody>
      </p:sp>
      <p:sp>
        <p:nvSpPr>
          <p:cNvPr id="91" name="Google Shape;91;g3e13fd3e136_0_388"/>
          <p:cNvSpPr txBox="1"/>
          <p:nvPr/>
        </p:nvSpPr>
        <p:spPr>
          <a:xfrm>
            <a:off x="39778" y="3783395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Regras </a:t>
            </a:r>
            <a:endParaRPr/>
          </a:p>
        </p:txBody>
      </p:sp>
      <p:sp>
        <p:nvSpPr>
          <p:cNvPr id="92" name="Google Shape;92;g3e13fd3e136_0_388"/>
          <p:cNvSpPr txBox="1"/>
          <p:nvPr/>
        </p:nvSpPr>
        <p:spPr>
          <a:xfrm>
            <a:off x="8187674" y="3335012"/>
            <a:ext cx="4470000" cy="39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3" name="Google Shape;93;g3e13fd3e136_0_388"/>
          <p:cNvSpPr txBox="1"/>
          <p:nvPr/>
        </p:nvSpPr>
        <p:spPr>
          <a:xfrm>
            <a:off x="2104811" y="317917"/>
            <a:ext cx="5210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Piso Asfáltico</a:t>
            </a:r>
            <a:endParaRPr b="1" sz="28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13fd3e136_0_403"/>
          <p:cNvSpPr/>
          <p:nvPr/>
        </p:nvSpPr>
        <p:spPr>
          <a:xfrm>
            <a:off x="1" y="0"/>
            <a:ext cx="1914600" cy="685800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enho de um círculo&#10;&#10;Descrição gerada automaticamente com confiança baixa" id="100" name="Google Shape;100;g3e13fd3e136_0_4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394" y="322704"/>
            <a:ext cx="622719" cy="600016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g3e13fd3e136_0_403"/>
          <p:cNvSpPr txBox="1"/>
          <p:nvPr/>
        </p:nvSpPr>
        <p:spPr>
          <a:xfrm>
            <a:off x="39778" y="1911638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Projeto</a:t>
            </a:r>
            <a:endParaRPr/>
          </a:p>
        </p:txBody>
      </p:sp>
      <p:sp>
        <p:nvSpPr>
          <p:cNvPr id="102" name="Google Shape;102;g3e13fd3e136_0_403"/>
          <p:cNvSpPr txBox="1"/>
          <p:nvPr/>
        </p:nvSpPr>
        <p:spPr>
          <a:xfrm>
            <a:off x="39778" y="2660340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Pagamento</a:t>
            </a:r>
            <a:endParaRPr/>
          </a:p>
        </p:txBody>
      </p:sp>
      <p:sp>
        <p:nvSpPr>
          <p:cNvPr id="103" name="Google Shape;103;g3e13fd3e136_0_403"/>
          <p:cNvSpPr txBox="1"/>
          <p:nvPr/>
        </p:nvSpPr>
        <p:spPr>
          <a:xfrm>
            <a:off x="39778" y="2285989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Investimento</a:t>
            </a:r>
            <a:endParaRPr/>
          </a:p>
        </p:txBody>
      </p:sp>
      <p:sp>
        <p:nvSpPr>
          <p:cNvPr id="104" name="Google Shape;104;g3e13fd3e136_0_403"/>
          <p:cNvSpPr txBox="1"/>
          <p:nvPr/>
        </p:nvSpPr>
        <p:spPr>
          <a:xfrm>
            <a:off x="39778" y="3034691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Prazos</a:t>
            </a:r>
            <a:endParaRPr/>
          </a:p>
        </p:txBody>
      </p:sp>
      <p:sp>
        <p:nvSpPr>
          <p:cNvPr id="105" name="Google Shape;105;g3e13fd3e136_0_403"/>
          <p:cNvSpPr txBox="1"/>
          <p:nvPr/>
        </p:nvSpPr>
        <p:spPr>
          <a:xfrm>
            <a:off x="39778" y="3409042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Garantia</a:t>
            </a:r>
            <a:endParaRPr/>
          </a:p>
        </p:txBody>
      </p:sp>
      <p:sp>
        <p:nvSpPr>
          <p:cNvPr id="106" name="Google Shape;106;g3e13fd3e136_0_403"/>
          <p:cNvSpPr txBox="1"/>
          <p:nvPr/>
        </p:nvSpPr>
        <p:spPr>
          <a:xfrm>
            <a:off x="39778" y="3783395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Regras </a:t>
            </a:r>
            <a:endParaRPr/>
          </a:p>
        </p:txBody>
      </p:sp>
      <p:sp>
        <p:nvSpPr>
          <p:cNvPr id="107" name="Google Shape;107;g3e13fd3e136_0_403"/>
          <p:cNvSpPr txBox="1"/>
          <p:nvPr/>
        </p:nvSpPr>
        <p:spPr>
          <a:xfrm>
            <a:off x="2104811" y="2100953"/>
            <a:ext cx="5210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Alambrado</a:t>
            </a:r>
            <a:endParaRPr b="1" sz="28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8" name="Google Shape;108;g3e13fd3e136_0_403"/>
          <p:cNvSpPr txBox="1"/>
          <p:nvPr>
            <p:ph idx="1" type="body"/>
          </p:nvPr>
        </p:nvSpPr>
        <p:spPr>
          <a:xfrm>
            <a:off x="2104811" y="2692814"/>
            <a:ext cx="9613500" cy="24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•"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Fundos com </a:t>
            </a:r>
            <a:r>
              <a:rPr lang="en-US" sz="1200">
                <a:highlight>
                  <a:srgbClr val="FFFF00"/>
                </a:highlight>
                <a:latin typeface="Poppins"/>
                <a:ea typeface="Poppins"/>
                <a:cs typeface="Poppins"/>
                <a:sym typeface="Poppins"/>
              </a:rPr>
              <a:t>0,00m </a:t>
            </a: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de altura de tela e laterais em sistema trapézio com corrimão de 1,00m;</a:t>
            </a:r>
            <a:endParaRPr/>
          </a:p>
          <a:p>
            <a:pPr indent="-228600" lvl="0" marL="2286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•"/>
            </a:pPr>
            <a:r>
              <a:rPr lang="en-US" sz="1200">
                <a:highlight>
                  <a:srgbClr val="FFFF00"/>
                </a:highlight>
                <a:latin typeface="Poppins"/>
                <a:ea typeface="Poppins"/>
                <a:cs typeface="Poppins"/>
                <a:sym typeface="Poppins"/>
              </a:rPr>
              <a:t>02 portões </a:t>
            </a: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de acesso com dimensões de 1</a:t>
            </a:r>
            <a:r>
              <a:rPr lang="en-US" sz="1200">
                <a:highlight>
                  <a:srgbClr val="FFFF00"/>
                </a:highlight>
                <a:latin typeface="Poppins"/>
                <a:ea typeface="Poppins"/>
                <a:cs typeface="Poppins"/>
                <a:sym typeface="Poppins"/>
              </a:rPr>
              <a:t>,00m x 1,00m;</a:t>
            </a:r>
            <a:endParaRPr/>
          </a:p>
          <a:p>
            <a:pPr indent="-228600" lvl="0" marL="2286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•"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Tubos galvanizados </a:t>
            </a:r>
            <a:r>
              <a:rPr lang="en-US" sz="1200">
                <a:highlight>
                  <a:srgbClr val="FFFF00"/>
                </a:highlight>
                <a:latin typeface="Poppins"/>
                <a:ea typeface="Poppins"/>
                <a:cs typeface="Poppins"/>
                <a:sym typeface="Poppins"/>
              </a:rPr>
              <a:t>a fogo/eletroliticamente</a:t>
            </a: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, sendo os tubos verticais com diâmetro de 48,30mm e espessura de 2,25mm e os tubos horizontais com diâmetro de 42,60mm e espessura de 2,00mm pintados na cor verde;</a:t>
            </a:r>
            <a:endParaRPr/>
          </a:p>
          <a:p>
            <a:pPr indent="-228600" lvl="0" marL="2286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•"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Tela malha 2” x 2” fio 14 revestida em PVC verde;</a:t>
            </a:r>
            <a:endParaRPr/>
          </a:p>
          <a:p>
            <a:pPr indent="-228600" lvl="0" marL="2286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•"/>
            </a:pPr>
            <a:r>
              <a:rPr lang="en-US" sz="1200">
                <a:highlight>
                  <a:srgbClr val="FFFF00"/>
                </a:highlight>
                <a:latin typeface="Poppins"/>
                <a:ea typeface="Poppins"/>
                <a:cs typeface="Poppins"/>
                <a:sym typeface="Poppins"/>
              </a:rPr>
              <a:t>Instalação de travamento superior, intermediário e inferior </a:t>
            </a:r>
            <a:r>
              <a:rPr b="1" lang="en-US" sz="1200">
                <a:highlight>
                  <a:srgbClr val="FFFF00"/>
                </a:highlight>
                <a:latin typeface="Poppins"/>
                <a:ea typeface="Poppins"/>
                <a:cs typeface="Poppins"/>
                <a:sym typeface="Poppins"/>
              </a:rPr>
              <a:t>ou</a:t>
            </a:r>
            <a:r>
              <a:rPr lang="en-US" sz="1200">
                <a:highlight>
                  <a:srgbClr val="FFFF00"/>
                </a:highlight>
                <a:latin typeface="Poppins"/>
                <a:ea typeface="Poppins"/>
                <a:cs typeface="Poppins"/>
                <a:sym typeface="Poppins"/>
              </a:rPr>
              <a:t> sem travamentos.</a:t>
            </a:r>
            <a:endParaRPr/>
          </a:p>
        </p:txBody>
      </p:sp>
      <p:sp>
        <p:nvSpPr>
          <p:cNvPr id="109" name="Google Shape;109;g3e13fd3e136_0_403"/>
          <p:cNvSpPr txBox="1"/>
          <p:nvPr/>
        </p:nvSpPr>
        <p:spPr>
          <a:xfrm>
            <a:off x="2104811" y="322704"/>
            <a:ext cx="8154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Playcushion </a:t>
            </a:r>
            <a:endParaRPr b="1" sz="28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0" name="Google Shape;110;g3e13fd3e136_0_403"/>
          <p:cNvSpPr txBox="1"/>
          <p:nvPr/>
        </p:nvSpPr>
        <p:spPr>
          <a:xfrm>
            <a:off x="2104811" y="922720"/>
            <a:ext cx="9613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30400" lvl="0" marL="2304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Elemento formado a partir da mesclagem da borracha SBR com resinas especiais elastoméricas para aumentar o amortecimento de impactos tornando o piso mais confortável e flexível.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13fd3e136_0_419"/>
          <p:cNvSpPr/>
          <p:nvPr/>
        </p:nvSpPr>
        <p:spPr>
          <a:xfrm>
            <a:off x="1" y="0"/>
            <a:ext cx="1914600" cy="685800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enho de um círculo&#10;&#10;Descrição gerada automaticamente com confiança baixa" id="117" name="Google Shape;117;g3e13fd3e136_0_4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394" y="322704"/>
            <a:ext cx="622719" cy="600016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3e13fd3e136_0_419"/>
          <p:cNvSpPr txBox="1"/>
          <p:nvPr/>
        </p:nvSpPr>
        <p:spPr>
          <a:xfrm>
            <a:off x="39778" y="1911638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Projeto</a:t>
            </a:r>
            <a:endParaRPr/>
          </a:p>
        </p:txBody>
      </p:sp>
      <p:sp>
        <p:nvSpPr>
          <p:cNvPr id="119" name="Google Shape;119;g3e13fd3e136_0_419"/>
          <p:cNvSpPr txBox="1"/>
          <p:nvPr/>
        </p:nvSpPr>
        <p:spPr>
          <a:xfrm>
            <a:off x="39778" y="2660340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Pagamento</a:t>
            </a:r>
            <a:endParaRPr/>
          </a:p>
        </p:txBody>
      </p:sp>
      <p:sp>
        <p:nvSpPr>
          <p:cNvPr id="120" name="Google Shape;120;g3e13fd3e136_0_419"/>
          <p:cNvSpPr txBox="1"/>
          <p:nvPr/>
        </p:nvSpPr>
        <p:spPr>
          <a:xfrm>
            <a:off x="39778" y="2285989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Investimento</a:t>
            </a:r>
            <a:endParaRPr/>
          </a:p>
        </p:txBody>
      </p:sp>
      <p:sp>
        <p:nvSpPr>
          <p:cNvPr id="121" name="Google Shape;121;g3e13fd3e136_0_419"/>
          <p:cNvSpPr txBox="1"/>
          <p:nvPr/>
        </p:nvSpPr>
        <p:spPr>
          <a:xfrm>
            <a:off x="39778" y="3034691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Prazos</a:t>
            </a:r>
            <a:endParaRPr/>
          </a:p>
        </p:txBody>
      </p:sp>
      <p:sp>
        <p:nvSpPr>
          <p:cNvPr id="122" name="Google Shape;122;g3e13fd3e136_0_419"/>
          <p:cNvSpPr txBox="1"/>
          <p:nvPr/>
        </p:nvSpPr>
        <p:spPr>
          <a:xfrm>
            <a:off x="39778" y="3409042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Garantia</a:t>
            </a:r>
            <a:endParaRPr/>
          </a:p>
        </p:txBody>
      </p:sp>
      <p:sp>
        <p:nvSpPr>
          <p:cNvPr id="123" name="Google Shape;123;g3e13fd3e136_0_419"/>
          <p:cNvSpPr txBox="1"/>
          <p:nvPr/>
        </p:nvSpPr>
        <p:spPr>
          <a:xfrm>
            <a:off x="39778" y="3783395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Regras </a:t>
            </a:r>
            <a:endParaRPr/>
          </a:p>
        </p:txBody>
      </p:sp>
      <p:sp>
        <p:nvSpPr>
          <p:cNvPr id="124" name="Google Shape;124;g3e13fd3e136_0_419"/>
          <p:cNvSpPr txBox="1"/>
          <p:nvPr/>
        </p:nvSpPr>
        <p:spPr>
          <a:xfrm>
            <a:off x="2104808" y="901213"/>
            <a:ext cx="9690900" cy="16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xx projetores em módulo de LED 200 W;</a:t>
            </a:r>
            <a:endParaRPr/>
          </a:p>
          <a:p>
            <a:pPr indent="-228600" lvl="0" marL="2286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xx postes telecônicos metálicos, galvanizados a fogo, diâmetro de 114,40mm a 76,00mm e espessura de 2,25mm, com altura livre de 8,00m com pintura especial na cor verde;</a:t>
            </a:r>
            <a:endParaRPr/>
          </a:p>
          <a:p>
            <a:pPr indent="-228600" lvl="0" marL="2286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Xx cruzetas simples para xx projetores, galvanizadas a fogo, com pintura especial na cor verde.</a:t>
            </a:r>
            <a:endParaRPr/>
          </a:p>
        </p:txBody>
      </p:sp>
      <p:sp>
        <p:nvSpPr>
          <p:cNvPr id="125" name="Google Shape;125;g3e13fd3e136_0_419"/>
          <p:cNvSpPr txBox="1"/>
          <p:nvPr/>
        </p:nvSpPr>
        <p:spPr>
          <a:xfrm>
            <a:off x="2104809" y="322704"/>
            <a:ext cx="2683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Iluminação</a:t>
            </a:r>
            <a:endParaRPr b="1" sz="28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6" name="Google Shape;126;g3e13fd3e136_0_419"/>
          <p:cNvSpPr txBox="1"/>
          <p:nvPr/>
        </p:nvSpPr>
        <p:spPr>
          <a:xfrm>
            <a:off x="2104810" y="2844225"/>
            <a:ext cx="2683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Acessório</a:t>
            </a:r>
            <a:endParaRPr b="1" sz="28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7" name="Google Shape;127;g3e13fd3e136_0_419"/>
          <p:cNvSpPr txBox="1"/>
          <p:nvPr/>
        </p:nvSpPr>
        <p:spPr>
          <a:xfrm>
            <a:off x="2104809" y="3434442"/>
            <a:ext cx="9690900" cy="23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Postes em tubo de aço 3", chapa 11, tamanho de 1,07m, galvanizados a fogo, com pintura sintética na cor verde, buchas para fixação no piso, ponteira confeccionada em plástico injetado, catraca ajustável;</a:t>
            </a:r>
            <a:endParaRPr/>
          </a:p>
          <a:p>
            <a:pPr indent="-228600" lvl="0" marL="2286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Rede malha 4 cm, tamanho 12,80m x 1,08m, fio de nylon virgem 2,5mm, 03 lonas, confeccionada em laminado plástico revestida com PVC emborrachado, reforçada com 4 costuras, abraçadeira plástica para facilitar a instalação, cabo de aço para fixação da rede revestido em PVC.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050"/>
              <a:buFont typeface="Arial"/>
              <a:buNone/>
            </a:pPr>
            <a:r>
              <a:t/>
            </a:r>
            <a:endParaRPr sz="1050">
              <a:solidFill>
                <a:srgbClr val="65656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esenho de um círculo&#10;&#10;Descrição gerada automaticamente com confiança baixa" id="133" name="Google Shape;133;g3e13fd3e136_0_4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74" y="191783"/>
            <a:ext cx="806652" cy="777243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g3e13fd3e136_0_435"/>
          <p:cNvSpPr txBox="1"/>
          <p:nvPr/>
        </p:nvSpPr>
        <p:spPr>
          <a:xfrm>
            <a:off x="136280" y="2928513"/>
            <a:ext cx="1675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 jogo se ganha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nos detalhes.</a:t>
            </a:r>
            <a:endParaRPr b="0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5" name="Google Shape;135;g3e13fd3e136_0_435"/>
          <p:cNvGrpSpPr/>
          <p:nvPr/>
        </p:nvGrpSpPr>
        <p:grpSpPr>
          <a:xfrm>
            <a:off x="2173217" y="969026"/>
            <a:ext cx="1294500" cy="2124600"/>
            <a:chOff x="2465957" y="1365266"/>
            <a:chExt cx="1294500" cy="2124600"/>
          </a:xfrm>
        </p:grpSpPr>
        <p:sp>
          <p:nvSpPr>
            <p:cNvPr id="136" name="Google Shape;136;g3e13fd3e136_0_435"/>
            <p:cNvSpPr/>
            <p:nvPr/>
          </p:nvSpPr>
          <p:spPr>
            <a:xfrm>
              <a:off x="2465957" y="1365266"/>
              <a:ext cx="1294500" cy="2124600"/>
            </a:xfrm>
            <a:prstGeom prst="rect">
              <a:avLst/>
            </a:prstGeom>
            <a:solidFill>
              <a:srgbClr val="03BBF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g3e13fd3e136_0_435"/>
            <p:cNvSpPr/>
            <p:nvPr/>
          </p:nvSpPr>
          <p:spPr>
            <a:xfrm>
              <a:off x="2720714" y="1667578"/>
              <a:ext cx="748200" cy="1567500"/>
            </a:xfrm>
            <a:prstGeom prst="rect">
              <a:avLst/>
            </a:prstGeom>
            <a:solidFill>
              <a:srgbClr val="3A5A24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8" name="Google Shape;138;g3e13fd3e136_0_435"/>
            <p:cNvCxnSpPr/>
            <p:nvPr/>
          </p:nvCxnSpPr>
          <p:spPr>
            <a:xfrm>
              <a:off x="2851341" y="1667578"/>
              <a:ext cx="0" cy="1567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9" name="Google Shape;139;g3e13fd3e136_0_435"/>
            <p:cNvCxnSpPr/>
            <p:nvPr/>
          </p:nvCxnSpPr>
          <p:spPr>
            <a:xfrm>
              <a:off x="3342749" y="1667578"/>
              <a:ext cx="0" cy="1567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0" name="Google Shape;140;g3e13fd3e136_0_435"/>
            <p:cNvCxnSpPr/>
            <p:nvPr/>
          </p:nvCxnSpPr>
          <p:spPr>
            <a:xfrm>
              <a:off x="2851341" y="2021378"/>
              <a:ext cx="4914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1" name="Google Shape;141;g3e13fd3e136_0_435"/>
            <p:cNvCxnSpPr/>
            <p:nvPr/>
          </p:nvCxnSpPr>
          <p:spPr>
            <a:xfrm>
              <a:off x="2851341" y="2826921"/>
              <a:ext cx="4914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2" name="Google Shape;142;g3e13fd3e136_0_435"/>
            <p:cNvCxnSpPr/>
            <p:nvPr/>
          </p:nvCxnSpPr>
          <p:spPr>
            <a:xfrm>
              <a:off x="3084956" y="2021378"/>
              <a:ext cx="0" cy="805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43" name="Google Shape;143;g3e13fd3e136_0_435"/>
          <p:cNvGrpSpPr/>
          <p:nvPr/>
        </p:nvGrpSpPr>
        <p:grpSpPr>
          <a:xfrm>
            <a:off x="3636559" y="969026"/>
            <a:ext cx="1294500" cy="2124600"/>
            <a:chOff x="3938496" y="1365266"/>
            <a:chExt cx="1294500" cy="2124600"/>
          </a:xfrm>
        </p:grpSpPr>
        <p:sp>
          <p:nvSpPr>
            <p:cNvPr id="144" name="Google Shape;144;g3e13fd3e136_0_435"/>
            <p:cNvSpPr/>
            <p:nvPr/>
          </p:nvSpPr>
          <p:spPr>
            <a:xfrm>
              <a:off x="3938496" y="1365266"/>
              <a:ext cx="1294500" cy="2124600"/>
            </a:xfrm>
            <a:prstGeom prst="rect">
              <a:avLst/>
            </a:prstGeom>
            <a:solidFill>
              <a:srgbClr val="62983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g3e13fd3e136_0_435"/>
            <p:cNvSpPr/>
            <p:nvPr/>
          </p:nvSpPr>
          <p:spPr>
            <a:xfrm>
              <a:off x="4193253" y="1667578"/>
              <a:ext cx="748200" cy="1567500"/>
            </a:xfrm>
            <a:prstGeom prst="rect">
              <a:avLst/>
            </a:prstGeom>
            <a:solidFill>
              <a:srgbClr val="385623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46" name="Google Shape;146;g3e13fd3e136_0_435"/>
            <p:cNvCxnSpPr/>
            <p:nvPr/>
          </p:nvCxnSpPr>
          <p:spPr>
            <a:xfrm>
              <a:off x="4323880" y="1667578"/>
              <a:ext cx="0" cy="1567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7" name="Google Shape;147;g3e13fd3e136_0_435"/>
            <p:cNvCxnSpPr/>
            <p:nvPr/>
          </p:nvCxnSpPr>
          <p:spPr>
            <a:xfrm>
              <a:off x="4815288" y="1667578"/>
              <a:ext cx="0" cy="1567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8" name="Google Shape;148;g3e13fd3e136_0_435"/>
            <p:cNvCxnSpPr/>
            <p:nvPr/>
          </p:nvCxnSpPr>
          <p:spPr>
            <a:xfrm>
              <a:off x="4323880" y="2021378"/>
              <a:ext cx="4914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9" name="Google Shape;149;g3e13fd3e136_0_435"/>
            <p:cNvCxnSpPr/>
            <p:nvPr/>
          </p:nvCxnSpPr>
          <p:spPr>
            <a:xfrm>
              <a:off x="4323880" y="2826921"/>
              <a:ext cx="4914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0" name="Google Shape;150;g3e13fd3e136_0_435"/>
            <p:cNvCxnSpPr/>
            <p:nvPr/>
          </p:nvCxnSpPr>
          <p:spPr>
            <a:xfrm>
              <a:off x="4566897" y="2021378"/>
              <a:ext cx="300" cy="805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51" name="Google Shape;151;g3e13fd3e136_0_435"/>
          <p:cNvGrpSpPr/>
          <p:nvPr/>
        </p:nvGrpSpPr>
        <p:grpSpPr>
          <a:xfrm>
            <a:off x="5099901" y="983361"/>
            <a:ext cx="1294500" cy="2124600"/>
            <a:chOff x="5490627" y="1379601"/>
            <a:chExt cx="1294500" cy="2124600"/>
          </a:xfrm>
        </p:grpSpPr>
        <p:sp>
          <p:nvSpPr>
            <p:cNvPr id="152" name="Google Shape;152;g3e13fd3e136_0_435"/>
            <p:cNvSpPr/>
            <p:nvPr/>
          </p:nvSpPr>
          <p:spPr>
            <a:xfrm>
              <a:off x="5490627" y="1379601"/>
              <a:ext cx="1294500" cy="2124600"/>
            </a:xfrm>
            <a:prstGeom prst="rect">
              <a:avLst/>
            </a:prstGeom>
            <a:solidFill>
              <a:srgbClr val="ED7D3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g3e13fd3e136_0_435"/>
            <p:cNvSpPr/>
            <p:nvPr/>
          </p:nvSpPr>
          <p:spPr>
            <a:xfrm>
              <a:off x="5745384" y="1622536"/>
              <a:ext cx="748200" cy="1567500"/>
            </a:xfrm>
            <a:prstGeom prst="rect">
              <a:avLst/>
            </a:prstGeom>
            <a:solidFill>
              <a:srgbClr val="2089CA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54" name="Google Shape;154;g3e13fd3e136_0_435"/>
            <p:cNvCxnSpPr/>
            <p:nvPr/>
          </p:nvCxnSpPr>
          <p:spPr>
            <a:xfrm>
              <a:off x="5876011" y="1622536"/>
              <a:ext cx="0" cy="1567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5" name="Google Shape;155;g3e13fd3e136_0_435"/>
            <p:cNvCxnSpPr/>
            <p:nvPr/>
          </p:nvCxnSpPr>
          <p:spPr>
            <a:xfrm>
              <a:off x="6367419" y="1622536"/>
              <a:ext cx="0" cy="1567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6" name="Google Shape;156;g3e13fd3e136_0_435"/>
            <p:cNvCxnSpPr/>
            <p:nvPr/>
          </p:nvCxnSpPr>
          <p:spPr>
            <a:xfrm>
              <a:off x="5876011" y="1976336"/>
              <a:ext cx="4914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7" name="Google Shape;157;g3e13fd3e136_0_435"/>
            <p:cNvCxnSpPr/>
            <p:nvPr/>
          </p:nvCxnSpPr>
          <p:spPr>
            <a:xfrm>
              <a:off x="5876011" y="2781879"/>
              <a:ext cx="4914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8" name="Google Shape;158;g3e13fd3e136_0_435"/>
            <p:cNvCxnSpPr/>
            <p:nvPr/>
          </p:nvCxnSpPr>
          <p:spPr>
            <a:xfrm flipH="1">
              <a:off x="6110328" y="1976336"/>
              <a:ext cx="8700" cy="805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59" name="Google Shape;159;g3e13fd3e136_0_435"/>
          <p:cNvGrpSpPr/>
          <p:nvPr/>
        </p:nvGrpSpPr>
        <p:grpSpPr>
          <a:xfrm>
            <a:off x="6563243" y="969026"/>
            <a:ext cx="1294500" cy="2124600"/>
            <a:chOff x="6961686" y="1365266"/>
            <a:chExt cx="1294500" cy="2124600"/>
          </a:xfrm>
        </p:grpSpPr>
        <p:sp>
          <p:nvSpPr>
            <p:cNvPr id="160" name="Google Shape;160;g3e13fd3e136_0_435"/>
            <p:cNvSpPr/>
            <p:nvPr/>
          </p:nvSpPr>
          <p:spPr>
            <a:xfrm>
              <a:off x="6961686" y="1365266"/>
              <a:ext cx="1294500" cy="212460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g3e13fd3e136_0_435"/>
            <p:cNvSpPr/>
            <p:nvPr/>
          </p:nvSpPr>
          <p:spPr>
            <a:xfrm>
              <a:off x="7216443" y="1667578"/>
              <a:ext cx="748200" cy="1567500"/>
            </a:xfrm>
            <a:prstGeom prst="rect">
              <a:avLst/>
            </a:prstGeom>
            <a:solidFill>
              <a:srgbClr val="03BBF6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2" name="Google Shape;162;g3e13fd3e136_0_435"/>
            <p:cNvCxnSpPr/>
            <p:nvPr/>
          </p:nvCxnSpPr>
          <p:spPr>
            <a:xfrm>
              <a:off x="7347070" y="1667578"/>
              <a:ext cx="0" cy="1567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3" name="Google Shape;163;g3e13fd3e136_0_435"/>
            <p:cNvCxnSpPr/>
            <p:nvPr/>
          </p:nvCxnSpPr>
          <p:spPr>
            <a:xfrm>
              <a:off x="7838478" y="1667578"/>
              <a:ext cx="0" cy="1567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4" name="Google Shape;164;g3e13fd3e136_0_435"/>
            <p:cNvCxnSpPr/>
            <p:nvPr/>
          </p:nvCxnSpPr>
          <p:spPr>
            <a:xfrm>
              <a:off x="7347070" y="2021378"/>
              <a:ext cx="4914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5" name="Google Shape;165;g3e13fd3e136_0_435"/>
            <p:cNvCxnSpPr/>
            <p:nvPr/>
          </p:nvCxnSpPr>
          <p:spPr>
            <a:xfrm>
              <a:off x="7347070" y="2826921"/>
              <a:ext cx="4914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6" name="Google Shape;166;g3e13fd3e136_0_435"/>
            <p:cNvCxnSpPr/>
            <p:nvPr/>
          </p:nvCxnSpPr>
          <p:spPr>
            <a:xfrm>
              <a:off x="7590087" y="2021378"/>
              <a:ext cx="0" cy="7890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67" name="Google Shape;167;g3e13fd3e136_0_435"/>
          <p:cNvGrpSpPr/>
          <p:nvPr/>
        </p:nvGrpSpPr>
        <p:grpSpPr>
          <a:xfrm>
            <a:off x="8026585" y="983361"/>
            <a:ext cx="1294500" cy="2124600"/>
            <a:chOff x="8455996" y="1379601"/>
            <a:chExt cx="1294500" cy="2124600"/>
          </a:xfrm>
        </p:grpSpPr>
        <p:sp>
          <p:nvSpPr>
            <p:cNvPr id="168" name="Google Shape;168;g3e13fd3e136_0_435"/>
            <p:cNvSpPr/>
            <p:nvPr/>
          </p:nvSpPr>
          <p:spPr>
            <a:xfrm>
              <a:off x="8455996" y="1379601"/>
              <a:ext cx="1294500" cy="2124600"/>
            </a:xfrm>
            <a:prstGeom prst="rect">
              <a:avLst/>
            </a:prstGeom>
            <a:solidFill>
              <a:srgbClr val="B238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g3e13fd3e136_0_435"/>
            <p:cNvSpPr/>
            <p:nvPr/>
          </p:nvSpPr>
          <p:spPr>
            <a:xfrm>
              <a:off x="8710753" y="1681913"/>
              <a:ext cx="748200" cy="1567500"/>
            </a:xfrm>
            <a:prstGeom prst="rect">
              <a:avLst/>
            </a:prstGeom>
            <a:solidFill>
              <a:srgbClr val="62983E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0" name="Google Shape;170;g3e13fd3e136_0_435"/>
            <p:cNvCxnSpPr/>
            <p:nvPr/>
          </p:nvCxnSpPr>
          <p:spPr>
            <a:xfrm>
              <a:off x="8841380" y="1681913"/>
              <a:ext cx="0" cy="1567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1" name="Google Shape;171;g3e13fd3e136_0_435"/>
            <p:cNvCxnSpPr/>
            <p:nvPr/>
          </p:nvCxnSpPr>
          <p:spPr>
            <a:xfrm>
              <a:off x="9332788" y="1681913"/>
              <a:ext cx="0" cy="1567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2" name="Google Shape;172;g3e13fd3e136_0_435"/>
            <p:cNvCxnSpPr/>
            <p:nvPr/>
          </p:nvCxnSpPr>
          <p:spPr>
            <a:xfrm>
              <a:off x="8841380" y="2035713"/>
              <a:ext cx="4914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3" name="Google Shape;173;g3e13fd3e136_0_435"/>
            <p:cNvCxnSpPr/>
            <p:nvPr/>
          </p:nvCxnSpPr>
          <p:spPr>
            <a:xfrm>
              <a:off x="8841380" y="2841256"/>
              <a:ext cx="4914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4" name="Google Shape;174;g3e13fd3e136_0_435"/>
            <p:cNvCxnSpPr/>
            <p:nvPr/>
          </p:nvCxnSpPr>
          <p:spPr>
            <a:xfrm>
              <a:off x="9084397" y="2035713"/>
              <a:ext cx="0" cy="805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75" name="Google Shape;175;g3e13fd3e136_0_435"/>
          <p:cNvGrpSpPr/>
          <p:nvPr/>
        </p:nvGrpSpPr>
        <p:grpSpPr>
          <a:xfrm>
            <a:off x="9489926" y="983361"/>
            <a:ext cx="1294500" cy="2124600"/>
            <a:chOff x="9950306" y="1379601"/>
            <a:chExt cx="1294500" cy="2124600"/>
          </a:xfrm>
        </p:grpSpPr>
        <p:sp>
          <p:nvSpPr>
            <p:cNvPr id="176" name="Google Shape;176;g3e13fd3e136_0_435"/>
            <p:cNvSpPr/>
            <p:nvPr/>
          </p:nvSpPr>
          <p:spPr>
            <a:xfrm>
              <a:off x="9950306" y="1379601"/>
              <a:ext cx="1294500" cy="2124600"/>
            </a:xfrm>
            <a:prstGeom prst="rect">
              <a:avLst/>
            </a:prstGeom>
            <a:solidFill>
              <a:srgbClr val="38562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g3e13fd3e136_0_435"/>
            <p:cNvSpPr/>
            <p:nvPr/>
          </p:nvSpPr>
          <p:spPr>
            <a:xfrm>
              <a:off x="10205063" y="1681913"/>
              <a:ext cx="748200" cy="1567500"/>
            </a:xfrm>
            <a:prstGeom prst="rect">
              <a:avLst/>
            </a:prstGeom>
            <a:solidFill>
              <a:srgbClr val="385623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8" name="Google Shape;178;g3e13fd3e136_0_435"/>
            <p:cNvCxnSpPr/>
            <p:nvPr/>
          </p:nvCxnSpPr>
          <p:spPr>
            <a:xfrm>
              <a:off x="10335690" y="1681913"/>
              <a:ext cx="0" cy="1567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9" name="Google Shape;179;g3e13fd3e136_0_435"/>
            <p:cNvCxnSpPr/>
            <p:nvPr/>
          </p:nvCxnSpPr>
          <p:spPr>
            <a:xfrm>
              <a:off x="10827098" y="1681913"/>
              <a:ext cx="0" cy="1567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0" name="Google Shape;180;g3e13fd3e136_0_435"/>
            <p:cNvCxnSpPr/>
            <p:nvPr/>
          </p:nvCxnSpPr>
          <p:spPr>
            <a:xfrm>
              <a:off x="10335690" y="2035713"/>
              <a:ext cx="4914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1" name="Google Shape;181;g3e13fd3e136_0_435"/>
            <p:cNvCxnSpPr/>
            <p:nvPr/>
          </p:nvCxnSpPr>
          <p:spPr>
            <a:xfrm>
              <a:off x="10335690" y="2841256"/>
              <a:ext cx="4914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2" name="Google Shape;182;g3e13fd3e136_0_435"/>
            <p:cNvCxnSpPr/>
            <p:nvPr/>
          </p:nvCxnSpPr>
          <p:spPr>
            <a:xfrm>
              <a:off x="10578707" y="2035713"/>
              <a:ext cx="1800" cy="805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83" name="Google Shape;183;g3e13fd3e136_0_435"/>
          <p:cNvGrpSpPr/>
          <p:nvPr/>
        </p:nvGrpSpPr>
        <p:grpSpPr>
          <a:xfrm>
            <a:off x="2173217" y="3893885"/>
            <a:ext cx="1294500" cy="2124600"/>
            <a:chOff x="2464061" y="3993169"/>
            <a:chExt cx="1294500" cy="2124600"/>
          </a:xfrm>
        </p:grpSpPr>
        <p:sp>
          <p:nvSpPr>
            <p:cNvPr id="184" name="Google Shape;184;g3e13fd3e136_0_435"/>
            <p:cNvSpPr/>
            <p:nvPr/>
          </p:nvSpPr>
          <p:spPr>
            <a:xfrm>
              <a:off x="2464061" y="3993169"/>
              <a:ext cx="1294500" cy="212460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g3e13fd3e136_0_435"/>
            <p:cNvSpPr/>
            <p:nvPr/>
          </p:nvSpPr>
          <p:spPr>
            <a:xfrm>
              <a:off x="2718818" y="4295481"/>
              <a:ext cx="748200" cy="1567500"/>
            </a:xfrm>
            <a:prstGeom prst="rect">
              <a:avLst/>
            </a:prstGeom>
            <a:solidFill>
              <a:srgbClr val="ED7D3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6" name="Google Shape;186;g3e13fd3e136_0_435"/>
            <p:cNvCxnSpPr/>
            <p:nvPr/>
          </p:nvCxnSpPr>
          <p:spPr>
            <a:xfrm>
              <a:off x="2849445" y="4295481"/>
              <a:ext cx="0" cy="1567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7" name="Google Shape;187;g3e13fd3e136_0_435"/>
            <p:cNvCxnSpPr/>
            <p:nvPr/>
          </p:nvCxnSpPr>
          <p:spPr>
            <a:xfrm>
              <a:off x="3340853" y="4295481"/>
              <a:ext cx="0" cy="1567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8" name="Google Shape;188;g3e13fd3e136_0_435"/>
            <p:cNvCxnSpPr/>
            <p:nvPr/>
          </p:nvCxnSpPr>
          <p:spPr>
            <a:xfrm>
              <a:off x="2849445" y="4649281"/>
              <a:ext cx="4914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9" name="Google Shape;189;g3e13fd3e136_0_435"/>
            <p:cNvCxnSpPr/>
            <p:nvPr/>
          </p:nvCxnSpPr>
          <p:spPr>
            <a:xfrm>
              <a:off x="2849445" y="5454824"/>
              <a:ext cx="4914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0" name="Google Shape;190;g3e13fd3e136_0_435"/>
            <p:cNvCxnSpPr/>
            <p:nvPr/>
          </p:nvCxnSpPr>
          <p:spPr>
            <a:xfrm>
              <a:off x="3092462" y="4649281"/>
              <a:ext cx="0" cy="805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91" name="Google Shape;191;g3e13fd3e136_0_435"/>
          <p:cNvGrpSpPr/>
          <p:nvPr/>
        </p:nvGrpSpPr>
        <p:grpSpPr>
          <a:xfrm>
            <a:off x="3636938" y="3893885"/>
            <a:ext cx="1294500" cy="2124600"/>
            <a:chOff x="3955257" y="3993169"/>
            <a:chExt cx="1294500" cy="2124600"/>
          </a:xfrm>
        </p:grpSpPr>
        <p:sp>
          <p:nvSpPr>
            <p:cNvPr id="192" name="Google Shape;192;g3e13fd3e136_0_435"/>
            <p:cNvSpPr/>
            <p:nvPr/>
          </p:nvSpPr>
          <p:spPr>
            <a:xfrm>
              <a:off x="3955257" y="3993169"/>
              <a:ext cx="1294500" cy="2124600"/>
            </a:xfrm>
            <a:prstGeom prst="rect">
              <a:avLst/>
            </a:prstGeom>
            <a:solidFill>
              <a:srgbClr val="3A5A2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g3e13fd3e136_0_435"/>
            <p:cNvSpPr/>
            <p:nvPr/>
          </p:nvSpPr>
          <p:spPr>
            <a:xfrm>
              <a:off x="4210014" y="4295481"/>
              <a:ext cx="748200" cy="1567500"/>
            </a:xfrm>
            <a:prstGeom prst="rect">
              <a:avLst/>
            </a:prstGeom>
            <a:solidFill>
              <a:srgbClr val="62983E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4" name="Google Shape;194;g3e13fd3e136_0_435"/>
            <p:cNvCxnSpPr/>
            <p:nvPr/>
          </p:nvCxnSpPr>
          <p:spPr>
            <a:xfrm>
              <a:off x="4340641" y="4295481"/>
              <a:ext cx="0" cy="1567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5" name="Google Shape;195;g3e13fd3e136_0_435"/>
            <p:cNvCxnSpPr/>
            <p:nvPr/>
          </p:nvCxnSpPr>
          <p:spPr>
            <a:xfrm>
              <a:off x="4832049" y="4295481"/>
              <a:ext cx="0" cy="1567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6" name="Google Shape;196;g3e13fd3e136_0_435"/>
            <p:cNvCxnSpPr/>
            <p:nvPr/>
          </p:nvCxnSpPr>
          <p:spPr>
            <a:xfrm>
              <a:off x="4340641" y="4649281"/>
              <a:ext cx="4914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7" name="Google Shape;197;g3e13fd3e136_0_435"/>
            <p:cNvCxnSpPr/>
            <p:nvPr/>
          </p:nvCxnSpPr>
          <p:spPr>
            <a:xfrm>
              <a:off x="4340641" y="5454824"/>
              <a:ext cx="4914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8" name="Google Shape;198;g3e13fd3e136_0_435"/>
            <p:cNvCxnSpPr/>
            <p:nvPr/>
          </p:nvCxnSpPr>
          <p:spPr>
            <a:xfrm flipH="1">
              <a:off x="4583358" y="4649281"/>
              <a:ext cx="300" cy="805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99" name="Google Shape;199;g3e13fd3e136_0_435"/>
          <p:cNvGrpSpPr/>
          <p:nvPr/>
        </p:nvGrpSpPr>
        <p:grpSpPr>
          <a:xfrm>
            <a:off x="5100659" y="3893885"/>
            <a:ext cx="1294500" cy="2124600"/>
            <a:chOff x="5460945" y="3993169"/>
            <a:chExt cx="1294500" cy="2124600"/>
          </a:xfrm>
        </p:grpSpPr>
        <p:sp>
          <p:nvSpPr>
            <p:cNvPr id="200" name="Google Shape;200;g3e13fd3e136_0_435"/>
            <p:cNvSpPr/>
            <p:nvPr/>
          </p:nvSpPr>
          <p:spPr>
            <a:xfrm>
              <a:off x="5460945" y="3993169"/>
              <a:ext cx="1294500" cy="2124600"/>
            </a:xfrm>
            <a:prstGeom prst="rect">
              <a:avLst/>
            </a:prstGeom>
            <a:solidFill>
              <a:srgbClr val="B238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g3e13fd3e136_0_435"/>
            <p:cNvSpPr/>
            <p:nvPr/>
          </p:nvSpPr>
          <p:spPr>
            <a:xfrm>
              <a:off x="5715702" y="4295481"/>
              <a:ext cx="748200" cy="1567500"/>
            </a:xfrm>
            <a:prstGeom prst="rect">
              <a:avLst/>
            </a:prstGeom>
            <a:solidFill>
              <a:srgbClr val="3A5A24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2" name="Google Shape;202;g3e13fd3e136_0_435"/>
            <p:cNvCxnSpPr/>
            <p:nvPr/>
          </p:nvCxnSpPr>
          <p:spPr>
            <a:xfrm>
              <a:off x="5846329" y="4295481"/>
              <a:ext cx="0" cy="1567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3" name="Google Shape;203;g3e13fd3e136_0_435"/>
            <p:cNvCxnSpPr/>
            <p:nvPr/>
          </p:nvCxnSpPr>
          <p:spPr>
            <a:xfrm>
              <a:off x="6337737" y="4295481"/>
              <a:ext cx="0" cy="1567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4" name="Google Shape;204;g3e13fd3e136_0_435"/>
            <p:cNvCxnSpPr/>
            <p:nvPr/>
          </p:nvCxnSpPr>
          <p:spPr>
            <a:xfrm>
              <a:off x="5846329" y="4649281"/>
              <a:ext cx="4914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5" name="Google Shape;205;g3e13fd3e136_0_435"/>
            <p:cNvCxnSpPr/>
            <p:nvPr/>
          </p:nvCxnSpPr>
          <p:spPr>
            <a:xfrm>
              <a:off x="5846329" y="5454824"/>
              <a:ext cx="4914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6" name="Google Shape;206;g3e13fd3e136_0_435"/>
            <p:cNvCxnSpPr/>
            <p:nvPr/>
          </p:nvCxnSpPr>
          <p:spPr>
            <a:xfrm>
              <a:off x="6089346" y="4649281"/>
              <a:ext cx="0" cy="805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07" name="Google Shape;207;g3e13fd3e136_0_435"/>
          <p:cNvGrpSpPr/>
          <p:nvPr/>
        </p:nvGrpSpPr>
        <p:grpSpPr>
          <a:xfrm>
            <a:off x="6564380" y="3893885"/>
            <a:ext cx="1294500" cy="2124600"/>
            <a:chOff x="7003746" y="3993169"/>
            <a:chExt cx="1294500" cy="2124600"/>
          </a:xfrm>
        </p:grpSpPr>
        <p:sp>
          <p:nvSpPr>
            <p:cNvPr id="208" name="Google Shape;208;g3e13fd3e136_0_435"/>
            <p:cNvSpPr/>
            <p:nvPr/>
          </p:nvSpPr>
          <p:spPr>
            <a:xfrm>
              <a:off x="7003746" y="3993169"/>
              <a:ext cx="1294500" cy="2124600"/>
            </a:xfrm>
            <a:prstGeom prst="rect">
              <a:avLst/>
            </a:prstGeom>
            <a:solidFill>
              <a:srgbClr val="2089C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g3e13fd3e136_0_435"/>
            <p:cNvSpPr/>
            <p:nvPr/>
          </p:nvSpPr>
          <p:spPr>
            <a:xfrm>
              <a:off x="7258074" y="4294049"/>
              <a:ext cx="748200" cy="1567500"/>
            </a:xfrm>
            <a:prstGeom prst="rect">
              <a:avLst/>
            </a:prstGeom>
            <a:solidFill>
              <a:srgbClr val="B23820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10" name="Google Shape;210;g3e13fd3e136_0_435"/>
            <p:cNvCxnSpPr/>
            <p:nvPr/>
          </p:nvCxnSpPr>
          <p:spPr>
            <a:xfrm>
              <a:off x="7389130" y="4295481"/>
              <a:ext cx="0" cy="1567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1" name="Google Shape;211;g3e13fd3e136_0_435"/>
            <p:cNvCxnSpPr/>
            <p:nvPr/>
          </p:nvCxnSpPr>
          <p:spPr>
            <a:xfrm>
              <a:off x="7880538" y="4295481"/>
              <a:ext cx="0" cy="1567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2" name="Google Shape;212;g3e13fd3e136_0_435"/>
            <p:cNvCxnSpPr/>
            <p:nvPr/>
          </p:nvCxnSpPr>
          <p:spPr>
            <a:xfrm>
              <a:off x="7389130" y="4649281"/>
              <a:ext cx="4914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3" name="Google Shape;213;g3e13fd3e136_0_435"/>
            <p:cNvCxnSpPr/>
            <p:nvPr/>
          </p:nvCxnSpPr>
          <p:spPr>
            <a:xfrm>
              <a:off x="7389130" y="5454824"/>
              <a:ext cx="4914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4" name="Google Shape;214;g3e13fd3e136_0_435"/>
            <p:cNvCxnSpPr/>
            <p:nvPr/>
          </p:nvCxnSpPr>
          <p:spPr>
            <a:xfrm>
              <a:off x="7632147" y="4649281"/>
              <a:ext cx="0" cy="805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15" name="Google Shape;215;g3e13fd3e136_0_435"/>
          <p:cNvGrpSpPr/>
          <p:nvPr/>
        </p:nvGrpSpPr>
        <p:grpSpPr>
          <a:xfrm>
            <a:off x="8013107" y="3893885"/>
            <a:ext cx="1294500" cy="2124600"/>
            <a:chOff x="8450912" y="3991737"/>
            <a:chExt cx="1294500" cy="2124600"/>
          </a:xfrm>
        </p:grpSpPr>
        <p:sp>
          <p:nvSpPr>
            <p:cNvPr id="216" name="Google Shape;216;g3e13fd3e136_0_435"/>
            <p:cNvSpPr/>
            <p:nvPr/>
          </p:nvSpPr>
          <p:spPr>
            <a:xfrm>
              <a:off x="8450912" y="3991737"/>
              <a:ext cx="1294500" cy="2124600"/>
            </a:xfrm>
            <a:prstGeom prst="rect">
              <a:avLst/>
            </a:prstGeom>
            <a:solidFill>
              <a:srgbClr val="3A5A2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g3e13fd3e136_0_435"/>
            <p:cNvSpPr/>
            <p:nvPr/>
          </p:nvSpPr>
          <p:spPr>
            <a:xfrm>
              <a:off x="8705669" y="4294049"/>
              <a:ext cx="748200" cy="1567500"/>
            </a:xfrm>
            <a:prstGeom prst="rect">
              <a:avLst/>
            </a:prstGeom>
            <a:solidFill>
              <a:srgbClr val="B23820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18" name="Google Shape;218;g3e13fd3e136_0_435"/>
            <p:cNvCxnSpPr/>
            <p:nvPr/>
          </p:nvCxnSpPr>
          <p:spPr>
            <a:xfrm>
              <a:off x="8836296" y="4294049"/>
              <a:ext cx="0" cy="1567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9" name="Google Shape;219;g3e13fd3e136_0_435"/>
            <p:cNvCxnSpPr/>
            <p:nvPr/>
          </p:nvCxnSpPr>
          <p:spPr>
            <a:xfrm>
              <a:off x="9327704" y="4294049"/>
              <a:ext cx="0" cy="1567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0" name="Google Shape;220;g3e13fd3e136_0_435"/>
            <p:cNvCxnSpPr/>
            <p:nvPr/>
          </p:nvCxnSpPr>
          <p:spPr>
            <a:xfrm>
              <a:off x="8836296" y="4647849"/>
              <a:ext cx="4914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1" name="Google Shape;221;g3e13fd3e136_0_435"/>
            <p:cNvCxnSpPr/>
            <p:nvPr/>
          </p:nvCxnSpPr>
          <p:spPr>
            <a:xfrm>
              <a:off x="8836296" y="5453392"/>
              <a:ext cx="4914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2" name="Google Shape;222;g3e13fd3e136_0_435"/>
            <p:cNvCxnSpPr/>
            <p:nvPr/>
          </p:nvCxnSpPr>
          <p:spPr>
            <a:xfrm>
              <a:off x="9079313" y="4647849"/>
              <a:ext cx="0" cy="820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23" name="Google Shape;223;g3e13fd3e136_0_435"/>
          <p:cNvGrpSpPr/>
          <p:nvPr/>
        </p:nvGrpSpPr>
        <p:grpSpPr>
          <a:xfrm>
            <a:off x="9491822" y="3908700"/>
            <a:ext cx="1294500" cy="2124600"/>
            <a:chOff x="9950306" y="4007984"/>
            <a:chExt cx="1294500" cy="2124600"/>
          </a:xfrm>
        </p:grpSpPr>
        <p:sp>
          <p:nvSpPr>
            <p:cNvPr id="224" name="Google Shape;224;g3e13fd3e136_0_435"/>
            <p:cNvSpPr/>
            <p:nvPr/>
          </p:nvSpPr>
          <p:spPr>
            <a:xfrm>
              <a:off x="9950306" y="4007984"/>
              <a:ext cx="1294500" cy="2124600"/>
            </a:xfrm>
            <a:prstGeom prst="rect">
              <a:avLst/>
            </a:prstGeom>
            <a:solidFill>
              <a:srgbClr val="B238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g3e13fd3e136_0_435"/>
            <p:cNvSpPr/>
            <p:nvPr/>
          </p:nvSpPr>
          <p:spPr>
            <a:xfrm>
              <a:off x="10205063" y="4310296"/>
              <a:ext cx="748200" cy="1567500"/>
            </a:xfrm>
            <a:prstGeom prst="rect">
              <a:avLst/>
            </a:prstGeom>
            <a:solidFill>
              <a:srgbClr val="7F7F7F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26" name="Google Shape;226;g3e13fd3e136_0_435"/>
            <p:cNvCxnSpPr/>
            <p:nvPr/>
          </p:nvCxnSpPr>
          <p:spPr>
            <a:xfrm>
              <a:off x="10335690" y="4310296"/>
              <a:ext cx="0" cy="1567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7" name="Google Shape;227;g3e13fd3e136_0_435"/>
            <p:cNvCxnSpPr/>
            <p:nvPr/>
          </p:nvCxnSpPr>
          <p:spPr>
            <a:xfrm>
              <a:off x="10827098" y="4310296"/>
              <a:ext cx="0" cy="1567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8" name="Google Shape;228;g3e13fd3e136_0_435"/>
            <p:cNvCxnSpPr/>
            <p:nvPr/>
          </p:nvCxnSpPr>
          <p:spPr>
            <a:xfrm>
              <a:off x="10335690" y="4664096"/>
              <a:ext cx="4914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9" name="Google Shape;229;g3e13fd3e136_0_435"/>
            <p:cNvCxnSpPr/>
            <p:nvPr/>
          </p:nvCxnSpPr>
          <p:spPr>
            <a:xfrm>
              <a:off x="10335690" y="5469639"/>
              <a:ext cx="4914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0" name="Google Shape;230;g3e13fd3e136_0_435"/>
            <p:cNvCxnSpPr/>
            <p:nvPr/>
          </p:nvCxnSpPr>
          <p:spPr>
            <a:xfrm>
              <a:off x="10578707" y="4664096"/>
              <a:ext cx="0" cy="805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31" name="Google Shape;231;g3e13fd3e136_0_435"/>
          <p:cNvSpPr/>
          <p:nvPr/>
        </p:nvSpPr>
        <p:spPr>
          <a:xfrm>
            <a:off x="11186470" y="890081"/>
            <a:ext cx="457200" cy="457200"/>
          </a:xfrm>
          <a:prstGeom prst="flowChartConnector">
            <a:avLst/>
          </a:prstGeom>
          <a:solidFill>
            <a:srgbClr val="03BB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3e13fd3e136_0_435"/>
          <p:cNvSpPr/>
          <p:nvPr/>
        </p:nvSpPr>
        <p:spPr>
          <a:xfrm>
            <a:off x="11186470" y="1710378"/>
            <a:ext cx="457200" cy="457200"/>
          </a:xfrm>
          <a:prstGeom prst="flowChartConnector">
            <a:avLst/>
          </a:prstGeom>
          <a:solidFill>
            <a:srgbClr val="2089C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3e13fd3e136_0_435"/>
          <p:cNvSpPr/>
          <p:nvPr/>
        </p:nvSpPr>
        <p:spPr>
          <a:xfrm>
            <a:off x="11186470" y="2487618"/>
            <a:ext cx="457200" cy="457200"/>
          </a:xfrm>
          <a:prstGeom prst="flowChartConnector">
            <a:avLst/>
          </a:prstGeom>
          <a:solidFill>
            <a:srgbClr val="B238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g3e13fd3e136_0_435"/>
          <p:cNvSpPr/>
          <p:nvPr/>
        </p:nvSpPr>
        <p:spPr>
          <a:xfrm>
            <a:off x="11186470" y="3309829"/>
            <a:ext cx="457200" cy="457200"/>
          </a:xfrm>
          <a:prstGeom prst="flowChartConnector">
            <a:avLst/>
          </a:prstGeom>
          <a:solidFill>
            <a:srgbClr val="3A5A24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e13fd3e136_0_435"/>
          <p:cNvSpPr/>
          <p:nvPr/>
        </p:nvSpPr>
        <p:spPr>
          <a:xfrm>
            <a:off x="11203239" y="4123707"/>
            <a:ext cx="457200" cy="457200"/>
          </a:xfrm>
          <a:prstGeom prst="flowChartConnector">
            <a:avLst/>
          </a:prstGeom>
          <a:solidFill>
            <a:srgbClr val="6298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3e13fd3e136_0_435"/>
          <p:cNvSpPr/>
          <p:nvPr/>
        </p:nvSpPr>
        <p:spPr>
          <a:xfrm>
            <a:off x="11203239" y="4917627"/>
            <a:ext cx="457200" cy="457200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3e13fd3e136_0_435"/>
          <p:cNvSpPr/>
          <p:nvPr/>
        </p:nvSpPr>
        <p:spPr>
          <a:xfrm>
            <a:off x="11203239" y="5760672"/>
            <a:ext cx="457200" cy="457200"/>
          </a:xfrm>
          <a:prstGeom prst="flowChartConnector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g3e13fd3e136_0_435"/>
          <p:cNvSpPr txBox="1"/>
          <p:nvPr/>
        </p:nvSpPr>
        <p:spPr>
          <a:xfrm>
            <a:off x="2173217" y="3108027"/>
            <a:ext cx="1294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Azul claro e verde escuro</a:t>
            </a:r>
            <a:endParaRPr b="0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9" name="Google Shape;239;g3e13fd3e136_0_435"/>
          <p:cNvSpPr txBox="1"/>
          <p:nvPr/>
        </p:nvSpPr>
        <p:spPr>
          <a:xfrm>
            <a:off x="3643304" y="3108027"/>
            <a:ext cx="1287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02 - PADRÃO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Verde claro e </a:t>
            </a: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verde escuro</a:t>
            </a:r>
            <a:endParaRPr b="0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0" name="Google Shape;240;g3e13fd3e136_0_435"/>
          <p:cNvSpPr txBox="1"/>
          <p:nvPr/>
        </p:nvSpPr>
        <p:spPr>
          <a:xfrm>
            <a:off x="7985794" y="3118674"/>
            <a:ext cx="1369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Vermelho tijolo</a:t>
            </a: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 verde claro</a:t>
            </a:r>
            <a:endParaRPr/>
          </a:p>
        </p:txBody>
      </p:sp>
      <p:sp>
        <p:nvSpPr>
          <p:cNvPr id="241" name="Google Shape;241;g3e13fd3e136_0_435"/>
          <p:cNvSpPr txBox="1"/>
          <p:nvPr/>
        </p:nvSpPr>
        <p:spPr>
          <a:xfrm>
            <a:off x="9489924" y="3108027"/>
            <a:ext cx="129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06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Verde escuro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2" name="Google Shape;242;g3e13fd3e136_0_435"/>
          <p:cNvSpPr txBox="1"/>
          <p:nvPr/>
        </p:nvSpPr>
        <p:spPr>
          <a:xfrm>
            <a:off x="2177454" y="6019578"/>
            <a:ext cx="1294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07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Cinza e laranja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3" name="Google Shape;243;g3e13fd3e136_0_435"/>
          <p:cNvSpPr txBox="1"/>
          <p:nvPr/>
        </p:nvSpPr>
        <p:spPr>
          <a:xfrm>
            <a:off x="3643304" y="6033366"/>
            <a:ext cx="1287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08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Verde escuro e verde claro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4" name="Google Shape;244;g3e13fd3e136_0_435"/>
          <p:cNvSpPr txBox="1"/>
          <p:nvPr/>
        </p:nvSpPr>
        <p:spPr>
          <a:xfrm>
            <a:off x="5072044" y="6016851"/>
            <a:ext cx="1347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09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Vermelho tijolo e verde escuro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5" name="Google Shape;245;g3e13fd3e136_0_435"/>
          <p:cNvSpPr txBox="1"/>
          <p:nvPr/>
        </p:nvSpPr>
        <p:spPr>
          <a:xfrm>
            <a:off x="6532896" y="6028748"/>
            <a:ext cx="1347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10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Azul escuro e vermelho tijolo</a:t>
            </a:r>
            <a:endParaRPr b="0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6" name="Google Shape;246;g3e13fd3e136_0_435"/>
          <p:cNvSpPr txBox="1"/>
          <p:nvPr/>
        </p:nvSpPr>
        <p:spPr>
          <a:xfrm>
            <a:off x="7977410" y="6016851"/>
            <a:ext cx="1369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11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Verde escuro e vermelho tijolo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7" name="Google Shape;247;g3e13fd3e136_0_435"/>
          <p:cNvSpPr txBox="1"/>
          <p:nvPr/>
        </p:nvSpPr>
        <p:spPr>
          <a:xfrm>
            <a:off x="9489924" y="6028748"/>
            <a:ext cx="1294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12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Vermelho tijolo e cinza</a:t>
            </a:r>
            <a:endParaRPr b="0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8" name="Google Shape;248;g3e13fd3e136_0_435"/>
          <p:cNvSpPr/>
          <p:nvPr/>
        </p:nvSpPr>
        <p:spPr>
          <a:xfrm>
            <a:off x="1" y="0"/>
            <a:ext cx="1914600" cy="685800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enho de um círculo&#10;&#10;Descrição gerada automaticamente com confiança baixa" id="249" name="Google Shape;249;g3e13fd3e136_0_4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394" y="322704"/>
            <a:ext cx="622719" cy="600016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g3e13fd3e136_0_435"/>
          <p:cNvSpPr txBox="1"/>
          <p:nvPr/>
        </p:nvSpPr>
        <p:spPr>
          <a:xfrm>
            <a:off x="39778" y="1911638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Projeto</a:t>
            </a:r>
            <a:endParaRPr/>
          </a:p>
        </p:txBody>
      </p:sp>
      <p:sp>
        <p:nvSpPr>
          <p:cNvPr id="251" name="Google Shape;251;g3e13fd3e136_0_435"/>
          <p:cNvSpPr txBox="1"/>
          <p:nvPr/>
        </p:nvSpPr>
        <p:spPr>
          <a:xfrm>
            <a:off x="39778" y="2660340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Pagamento</a:t>
            </a:r>
            <a:endParaRPr/>
          </a:p>
        </p:txBody>
      </p:sp>
      <p:sp>
        <p:nvSpPr>
          <p:cNvPr id="252" name="Google Shape;252;g3e13fd3e136_0_435"/>
          <p:cNvSpPr txBox="1"/>
          <p:nvPr/>
        </p:nvSpPr>
        <p:spPr>
          <a:xfrm>
            <a:off x="39778" y="2285989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Investimento</a:t>
            </a:r>
            <a:endParaRPr/>
          </a:p>
        </p:txBody>
      </p:sp>
      <p:sp>
        <p:nvSpPr>
          <p:cNvPr id="253" name="Google Shape;253;g3e13fd3e136_0_435"/>
          <p:cNvSpPr txBox="1"/>
          <p:nvPr/>
        </p:nvSpPr>
        <p:spPr>
          <a:xfrm>
            <a:off x="39778" y="3034691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Prazos</a:t>
            </a:r>
            <a:endParaRPr/>
          </a:p>
        </p:txBody>
      </p:sp>
      <p:sp>
        <p:nvSpPr>
          <p:cNvPr id="254" name="Google Shape;254;g3e13fd3e136_0_435"/>
          <p:cNvSpPr txBox="1"/>
          <p:nvPr/>
        </p:nvSpPr>
        <p:spPr>
          <a:xfrm>
            <a:off x="39778" y="3409042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Garantia</a:t>
            </a:r>
            <a:endParaRPr/>
          </a:p>
        </p:txBody>
      </p:sp>
      <p:sp>
        <p:nvSpPr>
          <p:cNvPr id="255" name="Google Shape;255;g3e13fd3e136_0_435"/>
          <p:cNvSpPr txBox="1"/>
          <p:nvPr/>
        </p:nvSpPr>
        <p:spPr>
          <a:xfrm>
            <a:off x="39778" y="3783395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Regras </a:t>
            </a:r>
            <a:endParaRPr/>
          </a:p>
        </p:txBody>
      </p:sp>
      <p:sp>
        <p:nvSpPr>
          <p:cNvPr id="256" name="Google Shape;256;g3e13fd3e136_0_435"/>
          <p:cNvSpPr txBox="1"/>
          <p:nvPr/>
        </p:nvSpPr>
        <p:spPr>
          <a:xfrm>
            <a:off x="2072005" y="322704"/>
            <a:ext cx="4240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Poppins"/>
              <a:buNone/>
            </a:pPr>
            <a:r>
              <a:rPr b="1" i="0" lang="en-US" sz="3200" u="none" cap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Sugestões de cores</a:t>
            </a:r>
            <a:endParaRPr b="1" i="0" sz="2800" u="none" cap="none" strike="noStrike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7" name="Google Shape;257;g3e13fd3e136_0_435"/>
          <p:cNvSpPr txBox="1"/>
          <p:nvPr/>
        </p:nvSpPr>
        <p:spPr>
          <a:xfrm>
            <a:off x="5103463" y="3108328"/>
            <a:ext cx="1287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Laranja e azul escuro</a:t>
            </a:r>
            <a:endParaRPr b="0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8" name="Google Shape;258;g3e13fd3e136_0_435"/>
          <p:cNvSpPr txBox="1"/>
          <p:nvPr/>
        </p:nvSpPr>
        <p:spPr>
          <a:xfrm>
            <a:off x="6563256" y="3102463"/>
            <a:ext cx="1287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Cinza e azul claro</a:t>
            </a:r>
            <a:endParaRPr b="0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9" name="Google Shape;259;g3e13fd3e136_0_435"/>
          <p:cNvSpPr txBox="1"/>
          <p:nvPr/>
        </p:nvSpPr>
        <p:spPr>
          <a:xfrm>
            <a:off x="10918297" y="1347281"/>
            <a:ext cx="993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Poppins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Azul claro</a:t>
            </a:r>
            <a:endParaRPr/>
          </a:p>
        </p:txBody>
      </p:sp>
      <p:sp>
        <p:nvSpPr>
          <p:cNvPr id="260" name="Google Shape;260;g3e13fd3e136_0_435"/>
          <p:cNvSpPr txBox="1"/>
          <p:nvPr/>
        </p:nvSpPr>
        <p:spPr>
          <a:xfrm>
            <a:off x="10922607" y="2152564"/>
            <a:ext cx="993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Poppins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Azul escuro</a:t>
            </a:r>
            <a:endParaRPr b="1" i="0" sz="105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1" name="Google Shape;261;g3e13fd3e136_0_435"/>
          <p:cNvSpPr txBox="1"/>
          <p:nvPr/>
        </p:nvSpPr>
        <p:spPr>
          <a:xfrm>
            <a:off x="10917334" y="2895874"/>
            <a:ext cx="993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Poppins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Vermelho tijolo</a:t>
            </a:r>
            <a:endParaRPr b="1" i="0" sz="105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2" name="Google Shape;262;g3e13fd3e136_0_435"/>
          <p:cNvSpPr txBox="1"/>
          <p:nvPr/>
        </p:nvSpPr>
        <p:spPr>
          <a:xfrm>
            <a:off x="10853390" y="3773683"/>
            <a:ext cx="11214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Poppins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Verde escuro</a:t>
            </a:r>
            <a:endParaRPr/>
          </a:p>
        </p:txBody>
      </p:sp>
      <p:sp>
        <p:nvSpPr>
          <p:cNvPr id="263" name="Google Shape;263;g3e13fd3e136_0_435"/>
          <p:cNvSpPr txBox="1"/>
          <p:nvPr/>
        </p:nvSpPr>
        <p:spPr>
          <a:xfrm>
            <a:off x="10926676" y="4562662"/>
            <a:ext cx="993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Poppins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Verde claro</a:t>
            </a:r>
            <a:endParaRPr/>
          </a:p>
        </p:txBody>
      </p:sp>
      <p:sp>
        <p:nvSpPr>
          <p:cNvPr id="264" name="Google Shape;264;g3e13fd3e136_0_435"/>
          <p:cNvSpPr txBox="1"/>
          <p:nvPr/>
        </p:nvSpPr>
        <p:spPr>
          <a:xfrm>
            <a:off x="10935066" y="5374827"/>
            <a:ext cx="993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Poppins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Laranja</a:t>
            </a:r>
            <a:endParaRPr b="1" i="0" sz="105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5" name="Google Shape;265;g3e13fd3e136_0_435"/>
          <p:cNvSpPr txBox="1"/>
          <p:nvPr/>
        </p:nvSpPr>
        <p:spPr>
          <a:xfrm>
            <a:off x="10917334" y="6222871"/>
            <a:ext cx="993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Poppins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Cinza</a:t>
            </a:r>
            <a:endParaRPr b="1" i="0" sz="105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6" name="Google Shape;266;g3e13fd3e136_0_435"/>
          <p:cNvSpPr txBox="1"/>
          <p:nvPr/>
        </p:nvSpPr>
        <p:spPr>
          <a:xfrm rot="-5400000">
            <a:off x="8790833" y="3308516"/>
            <a:ext cx="6479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00" u="none" cap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Para tonalidades diferentes que precisem de desenvolvimento</a:t>
            </a:r>
            <a:r>
              <a:rPr lang="en-US" sz="10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, terá um acréscimo de </a:t>
            </a:r>
            <a:r>
              <a:rPr i="0" lang="en-US" sz="1000" u="none" cap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R$5</a:t>
            </a:r>
            <a:r>
              <a:rPr lang="en-US" sz="10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.0</a:t>
            </a:r>
            <a:r>
              <a:rPr i="0" lang="en-US" sz="1000" u="none" cap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00,00</a:t>
            </a:r>
            <a:endParaRPr i="0" sz="1000" u="none" cap="none" strike="noStrike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e13fd3e136_0_57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27/11/2025</a:t>
            </a:r>
            <a:endParaRPr/>
          </a:p>
        </p:txBody>
      </p:sp>
      <p:pic>
        <p:nvPicPr>
          <p:cNvPr id="272" name="Google Shape;272;g3e13fd3e136_0_573"/>
          <p:cNvPicPr preferRelativeResize="0"/>
          <p:nvPr/>
        </p:nvPicPr>
        <p:blipFill rotWithShape="1">
          <a:blip r:embed="rId3">
            <a:alphaModFix/>
          </a:blip>
          <a:srcRect b="0" l="6499" r="6725" t="25904"/>
          <a:stretch/>
        </p:blipFill>
        <p:spPr>
          <a:xfrm>
            <a:off x="2556387" y="1431751"/>
            <a:ext cx="9094838" cy="4230516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g3e13fd3e136_0_573"/>
          <p:cNvSpPr/>
          <p:nvPr/>
        </p:nvSpPr>
        <p:spPr>
          <a:xfrm>
            <a:off x="1" y="0"/>
            <a:ext cx="1914600" cy="685800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enho de um círculo&#10;&#10;Descrição gerada automaticamente com confiança baixa" id="274" name="Google Shape;274;g3e13fd3e136_0_5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7394" y="322704"/>
            <a:ext cx="622719" cy="600016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g3e13fd3e136_0_573"/>
          <p:cNvSpPr txBox="1"/>
          <p:nvPr/>
        </p:nvSpPr>
        <p:spPr>
          <a:xfrm>
            <a:off x="39778" y="1911638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Projeto</a:t>
            </a:r>
            <a:endParaRPr/>
          </a:p>
        </p:txBody>
      </p:sp>
      <p:sp>
        <p:nvSpPr>
          <p:cNvPr id="276" name="Google Shape;276;g3e13fd3e136_0_573"/>
          <p:cNvSpPr txBox="1"/>
          <p:nvPr/>
        </p:nvSpPr>
        <p:spPr>
          <a:xfrm>
            <a:off x="39778" y="2660340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Pagamento</a:t>
            </a:r>
            <a:endParaRPr/>
          </a:p>
        </p:txBody>
      </p:sp>
      <p:sp>
        <p:nvSpPr>
          <p:cNvPr id="277" name="Google Shape;277;g3e13fd3e136_0_573"/>
          <p:cNvSpPr txBox="1"/>
          <p:nvPr/>
        </p:nvSpPr>
        <p:spPr>
          <a:xfrm>
            <a:off x="39778" y="2285989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Investimento</a:t>
            </a:r>
            <a:endParaRPr/>
          </a:p>
        </p:txBody>
      </p:sp>
      <p:sp>
        <p:nvSpPr>
          <p:cNvPr id="278" name="Google Shape;278;g3e13fd3e136_0_573"/>
          <p:cNvSpPr txBox="1"/>
          <p:nvPr/>
        </p:nvSpPr>
        <p:spPr>
          <a:xfrm>
            <a:off x="39778" y="3034691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Prazos</a:t>
            </a:r>
            <a:endParaRPr/>
          </a:p>
        </p:txBody>
      </p:sp>
      <p:sp>
        <p:nvSpPr>
          <p:cNvPr id="279" name="Google Shape;279;g3e13fd3e136_0_573"/>
          <p:cNvSpPr txBox="1"/>
          <p:nvPr/>
        </p:nvSpPr>
        <p:spPr>
          <a:xfrm>
            <a:off x="39778" y="3409042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Garantia</a:t>
            </a:r>
            <a:endParaRPr/>
          </a:p>
        </p:txBody>
      </p:sp>
      <p:sp>
        <p:nvSpPr>
          <p:cNvPr id="280" name="Google Shape;280;g3e13fd3e136_0_573"/>
          <p:cNvSpPr txBox="1"/>
          <p:nvPr/>
        </p:nvSpPr>
        <p:spPr>
          <a:xfrm>
            <a:off x="39778" y="3783395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Regras </a:t>
            </a:r>
            <a:endParaRPr/>
          </a:p>
        </p:txBody>
      </p:sp>
      <p:sp>
        <p:nvSpPr>
          <p:cNvPr id="281" name="Google Shape;281;g3e13fd3e136_0_573"/>
          <p:cNvSpPr txBox="1"/>
          <p:nvPr/>
        </p:nvSpPr>
        <p:spPr>
          <a:xfrm>
            <a:off x="2104811" y="322704"/>
            <a:ext cx="5210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Detalhe construtivo</a:t>
            </a:r>
            <a:endParaRPr b="1" sz="28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2" name="Google Shape;282;g3e13fd3e136_0_573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e13fd3e136_0_58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27/11/2025</a:t>
            </a:r>
            <a:endParaRPr/>
          </a:p>
        </p:txBody>
      </p:sp>
      <p:sp>
        <p:nvSpPr>
          <p:cNvPr id="288" name="Google Shape;288;g3e13fd3e136_0_588"/>
          <p:cNvSpPr/>
          <p:nvPr/>
        </p:nvSpPr>
        <p:spPr>
          <a:xfrm>
            <a:off x="1" y="0"/>
            <a:ext cx="1914600" cy="685800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enho de um círculo&#10;&#10;Descrição gerada automaticamente com confiança baixa" id="289" name="Google Shape;289;g3e13fd3e136_0_5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394" y="322704"/>
            <a:ext cx="622719" cy="600016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g3e13fd3e136_0_588"/>
          <p:cNvSpPr txBox="1"/>
          <p:nvPr/>
        </p:nvSpPr>
        <p:spPr>
          <a:xfrm>
            <a:off x="39778" y="1911638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Projeto</a:t>
            </a:r>
            <a:endParaRPr/>
          </a:p>
        </p:txBody>
      </p:sp>
      <p:sp>
        <p:nvSpPr>
          <p:cNvPr id="291" name="Google Shape;291;g3e13fd3e136_0_588"/>
          <p:cNvSpPr txBox="1"/>
          <p:nvPr/>
        </p:nvSpPr>
        <p:spPr>
          <a:xfrm>
            <a:off x="39778" y="2660340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Pagamento</a:t>
            </a:r>
            <a:endParaRPr/>
          </a:p>
        </p:txBody>
      </p:sp>
      <p:sp>
        <p:nvSpPr>
          <p:cNvPr id="292" name="Google Shape;292;g3e13fd3e136_0_588"/>
          <p:cNvSpPr txBox="1"/>
          <p:nvPr/>
        </p:nvSpPr>
        <p:spPr>
          <a:xfrm>
            <a:off x="39778" y="2285989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Investimento</a:t>
            </a:r>
            <a:endParaRPr/>
          </a:p>
        </p:txBody>
      </p:sp>
      <p:sp>
        <p:nvSpPr>
          <p:cNvPr id="293" name="Google Shape;293;g3e13fd3e136_0_588"/>
          <p:cNvSpPr txBox="1"/>
          <p:nvPr/>
        </p:nvSpPr>
        <p:spPr>
          <a:xfrm>
            <a:off x="39778" y="3034691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Prazos</a:t>
            </a:r>
            <a:endParaRPr/>
          </a:p>
        </p:txBody>
      </p:sp>
      <p:sp>
        <p:nvSpPr>
          <p:cNvPr id="294" name="Google Shape;294;g3e13fd3e136_0_588"/>
          <p:cNvSpPr txBox="1"/>
          <p:nvPr/>
        </p:nvSpPr>
        <p:spPr>
          <a:xfrm>
            <a:off x="39778" y="3409042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Garantia</a:t>
            </a:r>
            <a:endParaRPr/>
          </a:p>
        </p:txBody>
      </p:sp>
      <p:sp>
        <p:nvSpPr>
          <p:cNvPr id="295" name="Google Shape;295;g3e13fd3e136_0_588"/>
          <p:cNvSpPr txBox="1"/>
          <p:nvPr/>
        </p:nvSpPr>
        <p:spPr>
          <a:xfrm>
            <a:off x="39778" y="3783395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Regras </a:t>
            </a:r>
            <a:endParaRPr/>
          </a:p>
        </p:txBody>
      </p:sp>
      <p:sp>
        <p:nvSpPr>
          <p:cNvPr id="296" name="Google Shape;296;g3e13fd3e136_0_588"/>
          <p:cNvSpPr txBox="1"/>
          <p:nvPr/>
        </p:nvSpPr>
        <p:spPr>
          <a:xfrm>
            <a:off x="2104811" y="322704"/>
            <a:ext cx="5210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Detalhe construtivo</a:t>
            </a:r>
            <a:endParaRPr b="1" sz="28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7" name="Google Shape;297;g3e13fd3e136_0_588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ma imagem contendo Interface gráfica do usuário&#10;&#10;O conteúdo gerado por IA pode estar incorreto." id="298" name="Google Shape;298;g3e13fd3e136_0_5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54301" y="1222579"/>
            <a:ext cx="9970026" cy="49972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e13fd3e136_0_603"/>
          <p:cNvSpPr txBox="1"/>
          <p:nvPr/>
        </p:nvSpPr>
        <p:spPr>
          <a:xfrm>
            <a:off x="2104811" y="5778935"/>
            <a:ext cx="6279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***Valores válidos somente para contratação simultânea dos serviços.</a:t>
            </a:r>
            <a:endParaRPr/>
          </a:p>
        </p:txBody>
      </p:sp>
      <p:sp>
        <p:nvSpPr>
          <p:cNvPr id="305" name="Google Shape;305;g3e13fd3e136_0_603"/>
          <p:cNvSpPr/>
          <p:nvPr/>
        </p:nvSpPr>
        <p:spPr>
          <a:xfrm>
            <a:off x="1" y="0"/>
            <a:ext cx="1914600" cy="685800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enho de um círculo&#10;&#10;Descrição gerada automaticamente com confiança baixa" id="306" name="Google Shape;306;g3e13fd3e136_0_6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394" y="322704"/>
            <a:ext cx="622719" cy="600016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g3e13fd3e136_0_603"/>
          <p:cNvSpPr txBox="1"/>
          <p:nvPr/>
        </p:nvSpPr>
        <p:spPr>
          <a:xfrm>
            <a:off x="39778" y="1911638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Projeto</a:t>
            </a:r>
            <a:endParaRPr/>
          </a:p>
        </p:txBody>
      </p:sp>
      <p:sp>
        <p:nvSpPr>
          <p:cNvPr id="308" name="Google Shape;308;g3e13fd3e136_0_603"/>
          <p:cNvSpPr txBox="1"/>
          <p:nvPr/>
        </p:nvSpPr>
        <p:spPr>
          <a:xfrm>
            <a:off x="39778" y="2660340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Pagamento</a:t>
            </a:r>
            <a:endParaRPr/>
          </a:p>
        </p:txBody>
      </p:sp>
      <p:sp>
        <p:nvSpPr>
          <p:cNvPr id="309" name="Google Shape;309;g3e13fd3e136_0_603"/>
          <p:cNvSpPr txBox="1"/>
          <p:nvPr/>
        </p:nvSpPr>
        <p:spPr>
          <a:xfrm>
            <a:off x="39778" y="2285989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Investimento</a:t>
            </a:r>
            <a:endParaRPr/>
          </a:p>
        </p:txBody>
      </p:sp>
      <p:sp>
        <p:nvSpPr>
          <p:cNvPr id="310" name="Google Shape;310;g3e13fd3e136_0_603"/>
          <p:cNvSpPr txBox="1"/>
          <p:nvPr/>
        </p:nvSpPr>
        <p:spPr>
          <a:xfrm>
            <a:off x="39778" y="3034691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Prazos</a:t>
            </a:r>
            <a:endParaRPr/>
          </a:p>
        </p:txBody>
      </p:sp>
      <p:sp>
        <p:nvSpPr>
          <p:cNvPr id="311" name="Google Shape;311;g3e13fd3e136_0_603"/>
          <p:cNvSpPr txBox="1"/>
          <p:nvPr/>
        </p:nvSpPr>
        <p:spPr>
          <a:xfrm>
            <a:off x="39778" y="3409042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Garantia</a:t>
            </a:r>
            <a:endParaRPr/>
          </a:p>
        </p:txBody>
      </p:sp>
      <p:sp>
        <p:nvSpPr>
          <p:cNvPr id="312" name="Google Shape;312;g3e13fd3e136_0_603"/>
          <p:cNvSpPr txBox="1"/>
          <p:nvPr/>
        </p:nvSpPr>
        <p:spPr>
          <a:xfrm>
            <a:off x="39778" y="3783395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Regras </a:t>
            </a:r>
            <a:endParaRPr/>
          </a:p>
        </p:txBody>
      </p:sp>
      <p:sp>
        <p:nvSpPr>
          <p:cNvPr id="313" name="Google Shape;313;g3e13fd3e136_0_603"/>
          <p:cNvSpPr txBox="1"/>
          <p:nvPr/>
        </p:nvSpPr>
        <p:spPr>
          <a:xfrm>
            <a:off x="2104811" y="322704"/>
            <a:ext cx="3907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2. Investimento</a:t>
            </a:r>
            <a:endParaRPr b="1" sz="28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314" name="Google Shape;314;g3e13fd3e136_0_603"/>
          <p:cNvGraphicFramePr/>
          <p:nvPr/>
        </p:nvGraphicFramePr>
        <p:xfrm>
          <a:off x="2144588" y="9074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{E78EC845-13A2-4689-B61E-F38B30F49261}</a:tableStyleId>
              </a:tblPr>
              <a:tblGrid>
                <a:gridCol w="5363650"/>
                <a:gridCol w="1198875"/>
                <a:gridCol w="1240925"/>
                <a:gridCol w="1874425"/>
              </a:tblGrid>
              <a:tr h="41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Descrição</a:t>
                      </a:r>
                      <a:endParaRPr sz="1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Qtde.</a:t>
                      </a:r>
                      <a:endParaRPr sz="1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45725" marB="45725" marR="91450" marL="9145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Unid.</a:t>
                      </a:r>
                      <a:endParaRPr sz="1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45725" marB="45725" marR="91450" marL="9145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Valor</a:t>
                      </a:r>
                      <a:endParaRPr sz="1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45725" marB="45725" marR="91450" marL="91450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7F7F7F"/>
                    </a:solidFill>
                  </a:tcPr>
                </a:tc>
              </a:tr>
              <a:tr h="62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Piso – Quadra de Tênis – Base Asfáltica Playpiso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FF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Piso oficial da CBT – Confederação Brasileira de Tênis 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648,00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m²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R$</a:t>
                      </a:r>
                      <a:endParaRPr/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2975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Acessório Tênis  – Postes galvanizados a fogo, catraca, cabo tensor, faixa central e rede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Poppins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1,00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Poppins"/>
                        <a:buNone/>
                      </a:pPr>
                      <a:r>
                        <a:rPr lang="en-U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Conjunto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R$ </a:t>
                      </a:r>
                      <a:endParaRPr/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2975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Acessório Tênis  – Postes galvanizados a fogo, catraca, cabo tensor, faixa central e rede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Poppins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1,00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Poppins"/>
                        <a:buNone/>
                      </a:pPr>
                      <a:r>
                        <a:rPr lang="en-U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Conjunto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R$ </a:t>
                      </a:r>
                      <a:endParaRPr/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2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Alambrado – Sistema trapézio, tubos galvanizados eletroliticamente, tela revestida em PVC, </a:t>
                      </a:r>
                      <a:r>
                        <a:rPr b="0" lang="en-US" sz="1200">
                          <a:highlight>
                            <a:srgbClr val="FFFF00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com xx /sem </a:t>
                      </a:r>
                      <a:r>
                        <a:rPr b="0" lang="en-U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travamentos</a:t>
                      </a:r>
                      <a:endParaRPr b="0"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0,00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Poppins"/>
                        <a:buNone/>
                      </a:pPr>
                      <a:r>
                        <a:rPr lang="en-U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m²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R$ </a:t>
                      </a:r>
                      <a:endParaRPr/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2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Iluminação – xx projetores em Led 200W, xx postes galvanizados com altura de 8.0m 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0,00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Conjunto 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R$</a:t>
                      </a:r>
                      <a:endParaRPr/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2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Playcushion – </a:t>
                      </a:r>
                      <a:r>
                        <a:rPr b="0" lang="en-US" sz="1200">
                          <a:solidFill>
                            <a:srgbClr val="FF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Opcional</a:t>
                      </a:r>
                      <a:endParaRPr b="0" sz="1200">
                        <a:solidFill>
                          <a:srgbClr val="FF0000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0,00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m²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R$                  </a:t>
                      </a:r>
                      <a:endParaRPr/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29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FF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VALOR TOTAL </a:t>
                      </a:r>
                      <a:r>
                        <a:rPr b="1" lang="en-US" sz="1400">
                          <a:solidFill>
                            <a:srgbClr val="0070C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COM</a:t>
                      </a:r>
                      <a:r>
                        <a:rPr b="1" lang="en-US" sz="1400">
                          <a:solidFill>
                            <a:srgbClr val="FF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PLAYCUSHION 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400">
                        <a:solidFill>
                          <a:srgbClr val="FF0000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400">
                        <a:solidFill>
                          <a:srgbClr val="FF0000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FF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R$</a:t>
                      </a:r>
                      <a:endParaRPr/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29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FF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VALOR TOTAL </a:t>
                      </a:r>
                      <a:r>
                        <a:rPr b="1" lang="en-US" sz="1400">
                          <a:solidFill>
                            <a:srgbClr val="0070C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SEM</a:t>
                      </a:r>
                      <a:r>
                        <a:rPr b="1" lang="en-US" sz="1400">
                          <a:solidFill>
                            <a:srgbClr val="FF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PLAYCUSHION 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400">
                        <a:solidFill>
                          <a:srgbClr val="FF0000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400">
                        <a:solidFill>
                          <a:srgbClr val="FF0000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FF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R$</a:t>
                      </a:r>
                      <a:endParaRPr/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