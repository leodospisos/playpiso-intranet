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44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225E7D-40D9-CF44-DB31-1C01038BBA60}" v="132" dt="2026-05-19T16:17:12.9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7B58FC-6199-4481-AE05-143CE4D4EDAB}" type="datetimeFigureOut">
              <a:t>19/05/2026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BC3D7D-6A6F-4DDA-8EAF-22802233670F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8152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r>
              <a:rPr lang="en-BR"/>
              <a:t>]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3954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19.05.2026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4542291-680C-F737-DD7E-762E2ACFE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0732" y="724605"/>
            <a:ext cx="9688481" cy="2234061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>
                <a:latin typeface="Poppins"/>
                <a:cs typeface="Poppins"/>
              </a:rPr>
              <a:t>Fundos com {{ </a:t>
            </a:r>
            <a:r>
              <a:rPr lang="pt-BR" sz="1200" err="1">
                <a:latin typeface="Poppins"/>
                <a:cs typeface="Poppins"/>
              </a:rPr>
              <a:t>altura_alambrado</a:t>
            </a:r>
            <a:r>
              <a:rPr lang="pt-BR" sz="1200">
                <a:latin typeface="Poppins"/>
                <a:cs typeface="Poppins"/>
              </a:rPr>
              <a:t> }}m de altura de tela e laterais em sistema gaiola;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</a:pPr>
            <a:r>
              <a:rPr lang="pt-BR" sz="1200" dirty="0">
                <a:latin typeface="Poppins"/>
                <a:cs typeface="Poppins"/>
              </a:rPr>
              <a:t>{{ quantidade_portoes }} portões de acesso com dimensões de {{ </a:t>
            </a:r>
            <a:r>
              <a:rPr lang="pt-BR" sz="1200" dirty="0" err="1">
                <a:latin typeface="Poppins"/>
                <a:cs typeface="Poppins"/>
              </a:rPr>
              <a:t>dimensoes_portoes</a:t>
            </a:r>
            <a:r>
              <a:rPr lang="pt-BR" sz="1200" dirty="0">
                <a:latin typeface="Poppins"/>
                <a:cs typeface="Poppins"/>
              </a:rPr>
              <a:t> }};</a:t>
            </a:r>
          </a:p>
          <a:p>
            <a:pPr algn="just">
              <a:lnSpc>
                <a:spcPct val="200000"/>
              </a:lnSpc>
              <a:spcBef>
                <a:spcPts val="0"/>
              </a:spcBef>
            </a:pPr>
            <a:r>
              <a:rPr lang="pt-BR" sz="1200" dirty="0">
                <a:latin typeface="Poppins"/>
                <a:cs typeface="Poppins"/>
              </a:rPr>
              <a:t>Tubos galvanizados {{ </a:t>
            </a:r>
            <a:r>
              <a:rPr lang="pt-BR" sz="1200" dirty="0" err="1">
                <a:latin typeface="Poppins"/>
                <a:cs typeface="Poppins"/>
              </a:rPr>
              <a:t>galvanizacao</a:t>
            </a:r>
            <a:r>
              <a:rPr lang="pt-BR" sz="1200" dirty="0">
                <a:latin typeface="Poppins"/>
                <a:cs typeface="Poppins"/>
              </a:rPr>
              <a:t> }}, sendo os tubos verticais com diâmetro de 48,30mm e espessura de 2,25mm e os tubos horizontais com diâmetro de 42,60mm e espessura de 2,00mm pintados na cor verde;</a:t>
            </a:r>
            <a:endParaRPr lang="en-US" sz="1200" dirty="0">
              <a:latin typeface="Poppins"/>
              <a:cs typeface="Poppins"/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</a:pPr>
            <a:r>
              <a:rPr lang="pt-BR" sz="1200">
                <a:latin typeface="Poppins"/>
                <a:cs typeface="Poppins"/>
              </a:rPr>
              <a:t>Tela malha 3” x 3” fio 12 revestida em PVC verde;</a:t>
            </a:r>
            <a:endParaRPr lang="en-US" sz="1200">
              <a:latin typeface="Poppins"/>
              <a:cs typeface="Poppins"/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</a:pPr>
            <a:r>
              <a:rPr lang="pt-BR" sz="1200" dirty="0">
                <a:latin typeface="Poppins"/>
                <a:cs typeface="Poppins"/>
              </a:rPr>
              <a:t>{{</a:t>
            </a:r>
            <a:r>
              <a:rPr lang="pt-BR" sz="1200" dirty="0" err="1">
                <a:latin typeface="Poppins"/>
                <a:cs typeface="Poppins"/>
              </a:rPr>
              <a:t>travamento_descricao</a:t>
            </a:r>
            <a:r>
              <a:rPr lang="pt-BR" sz="1200" dirty="0">
                <a:latin typeface="Poppins"/>
                <a:cs typeface="Poppins"/>
              </a:rPr>
              <a:t>}}</a:t>
            </a:r>
          </a:p>
        </p:txBody>
      </p:sp>
      <p:sp>
        <p:nvSpPr>
          <p:cNvPr id="4" name="Retângulo 1">
            <a:extLst>
              <a:ext uri="{FF2B5EF4-FFF2-40B4-BE49-F238E27FC236}">
                <a16:creationId xmlns:a16="http://schemas.microsoft.com/office/drawing/2014/main" id="{E1D86E26-6EAF-86EA-5DA7-B8D07CA80B5F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44A5654E-3894-177A-BCDF-404204C3F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4" name="CaixaDeTexto 10">
            <a:extLst>
              <a:ext uri="{FF2B5EF4-FFF2-40B4-BE49-F238E27FC236}">
                <a16:creationId xmlns:a16="http://schemas.microsoft.com/office/drawing/2014/main" id="{2CE7D9D1-76E2-B0E6-D94A-95859237FBF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66B6F47B-C56D-E5F7-B282-6525F08B6EDF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D8E99D25-FD99-C096-3673-E340AA9A965E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84E6459A-3459-61A3-9A2C-2FF2F77A43C3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0E9D7EF3-CCFC-818E-ABCF-0370ECAC8DDD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156A5788-1DBD-A503-2001-DE9C2E7E1BD4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5" name="CaixaDeTexto 15">
            <a:extLst>
              <a:ext uri="{FF2B5EF4-FFF2-40B4-BE49-F238E27FC236}">
                <a16:creationId xmlns:a16="http://schemas.microsoft.com/office/drawing/2014/main" id="{7A56A202-1F77-8127-103F-262A04D5BF5D}"/>
              </a:ext>
            </a:extLst>
          </p:cNvPr>
          <p:cNvSpPr txBox="1"/>
          <p:nvPr/>
        </p:nvSpPr>
        <p:spPr>
          <a:xfrm>
            <a:off x="2080734" y="158320"/>
            <a:ext cx="5210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Alambrado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5D293-8B54-F3B5-2B06-AC384075C631}"/>
              </a:ext>
            </a:extLst>
          </p:cNvPr>
          <p:cNvSpPr txBox="1">
            <a:spLocks/>
          </p:cNvSpPr>
          <p:nvPr/>
        </p:nvSpPr>
        <p:spPr>
          <a:xfrm>
            <a:off x="2080735" y="5041486"/>
            <a:ext cx="9688478" cy="148737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/>
                <a:cs typeface="Poppins"/>
              </a:rPr>
              <a:t>{{ </a:t>
            </a:r>
            <a:r>
              <a:rPr lang="pt-BR" sz="1200" dirty="0" err="1">
                <a:latin typeface="Poppins"/>
                <a:cs typeface="Poppins"/>
              </a:rPr>
              <a:t>quantidade_projetores</a:t>
            </a:r>
            <a:r>
              <a:rPr lang="pt-BR" sz="1200" dirty="0">
                <a:latin typeface="Poppins"/>
                <a:cs typeface="Poppins"/>
              </a:rPr>
              <a:t> }} projetores em módulo de LED {{ </a:t>
            </a:r>
            <a:r>
              <a:rPr lang="pt-BR" sz="1200" dirty="0" err="1">
                <a:latin typeface="Poppins"/>
                <a:cs typeface="Poppins"/>
              </a:rPr>
              <a:t>potencia_projetores</a:t>
            </a:r>
            <a:r>
              <a:rPr lang="pt-BR" sz="1200" dirty="0">
                <a:latin typeface="Poppins"/>
                <a:cs typeface="Poppins"/>
              </a:rPr>
              <a:t> }}W;</a:t>
            </a:r>
            <a:endParaRPr lang="en-US" sz="1200">
              <a:latin typeface="Poppins"/>
              <a:cs typeface="Poppins"/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/>
                <a:cs typeface="Poppins"/>
              </a:rPr>
              <a:t>{{ </a:t>
            </a:r>
            <a:r>
              <a:rPr lang="pt-BR" sz="1200" dirty="0" err="1">
                <a:latin typeface="Poppins"/>
                <a:cs typeface="Poppins"/>
              </a:rPr>
              <a:t>quantidade_postes_iluminacao</a:t>
            </a:r>
            <a:r>
              <a:rPr lang="pt-BR" sz="1200" dirty="0">
                <a:latin typeface="Poppins"/>
                <a:cs typeface="Poppins"/>
              </a:rPr>
              <a:t> }} postes </a:t>
            </a:r>
            <a:r>
              <a:rPr lang="pt-BR" sz="1200" dirty="0" err="1">
                <a:latin typeface="Poppins"/>
                <a:cs typeface="Poppins"/>
              </a:rPr>
              <a:t>telecônicos</a:t>
            </a:r>
            <a:r>
              <a:rPr lang="pt-BR" sz="1200" dirty="0">
                <a:latin typeface="Poppins"/>
                <a:cs typeface="Poppins"/>
              </a:rPr>
              <a:t> metálicos, galvanizados a fogo, diâmetro de 114,40mm a 76,00mm e espessura de 2,25mm, com altura livre de 8,00m com pintura especial na cor verde;</a:t>
            </a:r>
            <a:endParaRPr lang="en-US" sz="1200" dirty="0">
              <a:latin typeface="Poppins"/>
              <a:cs typeface="Poppins"/>
            </a:endParaRPr>
          </a:p>
          <a:p>
            <a:pPr algn="just">
              <a:lnSpc>
                <a:spcPct val="200000"/>
              </a:lnSpc>
              <a:spcBef>
                <a:spcPts val="0"/>
              </a:spcBef>
              <a:buClr>
                <a:srgbClr val="FF0000"/>
              </a:buClr>
            </a:pPr>
            <a:r>
              <a:rPr lang="pt-BR" sz="1200" dirty="0">
                <a:latin typeface="Poppins"/>
                <a:cs typeface="Poppins"/>
              </a:rPr>
              <a:t>{{ </a:t>
            </a:r>
            <a:r>
              <a:rPr lang="pt-BR" sz="1200" dirty="0" err="1">
                <a:latin typeface="Poppins"/>
                <a:cs typeface="Poppins"/>
              </a:rPr>
              <a:t>quantidade_cruzetas</a:t>
            </a:r>
            <a:r>
              <a:rPr lang="pt-BR" sz="1200" dirty="0">
                <a:latin typeface="Poppins"/>
                <a:cs typeface="Poppins"/>
              </a:rPr>
              <a:t> }} cruzetas simples para </a:t>
            </a:r>
            <a:r>
              <a:rPr lang="pt-BR" sz="1200" dirty="0" err="1">
                <a:latin typeface="Poppins"/>
                <a:cs typeface="Poppins"/>
              </a:rPr>
              <a:t>xx</a:t>
            </a:r>
            <a:r>
              <a:rPr lang="pt-BR" sz="1200" dirty="0">
                <a:latin typeface="Poppins"/>
                <a:cs typeface="Poppins"/>
              </a:rPr>
              <a:t> projetores, galvanizadas a fogo, com pintura especial na cor verde.</a:t>
            </a:r>
            <a:endParaRPr lang="en-US" sz="1200" dirty="0">
              <a:latin typeface="Poppins"/>
              <a:cs typeface="Poppins"/>
            </a:endParaRPr>
          </a:p>
        </p:txBody>
      </p:sp>
      <p:sp>
        <p:nvSpPr>
          <p:cNvPr id="5" name="CaixaDeTexto 15">
            <a:extLst>
              <a:ext uri="{FF2B5EF4-FFF2-40B4-BE49-F238E27FC236}">
                <a16:creationId xmlns:a16="http://schemas.microsoft.com/office/drawing/2014/main" id="{361091E6-987F-4B57-83D1-8511A27F632F}"/>
              </a:ext>
            </a:extLst>
          </p:cNvPr>
          <p:cNvSpPr txBox="1"/>
          <p:nvPr/>
        </p:nvSpPr>
        <p:spPr>
          <a:xfrm>
            <a:off x="2080733" y="4456711"/>
            <a:ext cx="52108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Iluminação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2" name="CaixaDeTexto 15">
            <a:extLst>
              <a:ext uri="{FF2B5EF4-FFF2-40B4-BE49-F238E27FC236}">
                <a16:creationId xmlns:a16="http://schemas.microsoft.com/office/drawing/2014/main" id="{7A11B827-5F64-AFF2-D0B2-94E7D10B215C}"/>
              </a:ext>
            </a:extLst>
          </p:cNvPr>
          <p:cNvSpPr txBox="1"/>
          <p:nvPr/>
        </p:nvSpPr>
        <p:spPr>
          <a:xfrm>
            <a:off x="2104811" y="3065367"/>
            <a:ext cx="64590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 dirty="0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Tela de proteção superior</a:t>
            </a:r>
            <a:endParaRPr lang="pt-BR" sz="2800" b="1" dirty="0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3E2FD3B-C389-61DD-EC5A-11F5CF727DFF}"/>
              </a:ext>
            </a:extLst>
          </p:cNvPr>
          <p:cNvSpPr txBox="1"/>
          <p:nvPr/>
        </p:nvSpPr>
        <p:spPr>
          <a:xfrm>
            <a:off x="2080732" y="3612243"/>
            <a:ext cx="9688481" cy="7817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9870" indent="-229870" algn="just">
              <a:lnSpc>
                <a:spcPct val="200000"/>
              </a:lnSpc>
              <a:spcAft>
                <a:spcPts val="10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 b="0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Rede de cobertura 100% polipropileno, malha 10 x 10, fio 2mm, na cor </a:t>
            </a:r>
            <a:r>
              <a:rPr lang="pt-BR" sz="1200" dirty="0">
                <a:latin typeface="Poppins "/>
                <a:ea typeface="Times New Roman" panose="02020603050405020304" pitchFamily="18" charset="0"/>
                <a:cs typeface="Poppins Light"/>
              </a:rPr>
              <a:t>{{ </a:t>
            </a:r>
            <a:r>
              <a:rPr lang="pt-BR" sz="1200" dirty="0" err="1">
                <a:latin typeface="Poppins "/>
                <a:ea typeface="Times New Roman" panose="02020603050405020304" pitchFamily="18" charset="0"/>
                <a:cs typeface="Poppins Light"/>
              </a:rPr>
              <a:t>cor_tela_superior</a:t>
            </a:r>
            <a:r>
              <a:rPr lang="pt-BR" sz="1200" dirty="0">
                <a:latin typeface="Poppins "/>
                <a:ea typeface="Times New Roman" panose="02020603050405020304" pitchFamily="18" charset="0"/>
                <a:cs typeface="Poppins Light"/>
              </a:rPr>
              <a:t> }},</a:t>
            </a:r>
            <a:r>
              <a:rPr lang="pt-BR" sz="1200" b="0" dirty="0">
                <a:effectLst/>
                <a:latin typeface="Poppins "/>
                <a:ea typeface="Times New Roman" panose="02020603050405020304" pitchFamily="18" charset="0"/>
                <a:cs typeface="Poppins Light"/>
              </a:rPr>
              <a:t> sustentada por cabos metálicos interligando os vértices formando um X.</a:t>
            </a:r>
            <a:endParaRPr lang="pt-BR" sz="1200" b="1" dirty="0">
              <a:effectLst/>
              <a:latin typeface="Poppins "/>
              <a:ea typeface="Times New Roman" panose="02020603050405020304" pitchFamily="18" charset="0"/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1099407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34</cp:revision>
  <dcterms:created xsi:type="dcterms:W3CDTF">2026-05-19T16:02:37Z</dcterms:created>
  <dcterms:modified xsi:type="dcterms:W3CDTF">2026-05-19T16:17:14Z</dcterms:modified>
</cp:coreProperties>
</file>