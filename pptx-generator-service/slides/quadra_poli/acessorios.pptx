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54" r:id="rId2"/>
    <p:sldId id="345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25E7D-40D9-CF44-DB31-1C01038BBA60}" v="947" dt="2026-05-19T17:24:39.8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B58FC-6199-4481-AE05-143CE4D4EDAB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C3D7D-6A6F-4DDA-8EAF-22802233670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15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endParaRPr lang="en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841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endParaRPr lang="en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92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44588" y="922721"/>
            <a:ext cx="9622732" cy="45341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BASQUETE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Estruturas metálicas fixas, </a:t>
            </a: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galvanizadas</a:t>
            </a:r>
            <a:r>
              <a:rPr lang="pt-BR" sz="1200" b="1" dirty="0"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a </a:t>
            </a: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fogo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, altura de 3,48m, confeccionadas com tubo de 4”, espessura 3,65, avanço de 1,30, reforçado com mão francesa e chapa de ferro para fixação da tabela, acabamento com pintura </a:t>
            </a: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verde.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Tabela acrílica i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ncolor, 10mm de espessura, modelo oficial, com dimensões de 1,80m x 1,05m x 0,10cm (</a:t>
            </a:r>
            <a:r>
              <a:rPr lang="pt-BR" sz="1200" dirty="0" err="1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AxLxP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), peso 45kg, com aro retrátil, rede tipo </a:t>
            </a:r>
            <a:r>
              <a:rPr lang="pt-BR" sz="1200" dirty="0" err="1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chua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e parafusos para fixação.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endParaRPr lang="pt-BR" sz="800" dirty="0">
              <a:latin typeface="Poppins" pitchFamily="2" charset="77"/>
              <a:ea typeface="Times New Roman" panose="02020603050405020304" pitchFamily="18" charset="0"/>
              <a:cs typeface="Poppins" pitchFamily="2" charset="77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V</a:t>
            </a:r>
            <a:r>
              <a:rPr lang="pt-BR" sz="1200" b="1" dirty="0"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Ô</a:t>
            </a: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LEI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P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ostes tamanho oficial, confeccionados em tubos de aço 3”, chapa 11, </a:t>
            </a: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galvanizados a fogo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, com pintura sintética </a:t>
            </a: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na cor verde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, com argolas para fixação da rede;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Rede com malha 10cm, fio de nylon virgem 2,5mm, tamanho oficial 10 x 1m, </a:t>
            </a: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(medida variável de acordo com as dimensões da quadra),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extensores em nylon e cabo de aço para fixação, 4 lonas confeccionadas em PVC emborrachado com costura dupla - “Lona” superior 7cm e inferior 6cm.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endParaRPr lang="pt-BR" sz="800" dirty="0">
              <a:effectLst/>
              <a:latin typeface="Poppins" pitchFamily="2" charset="77"/>
              <a:ea typeface="Times New Roman" panose="02020603050405020304" pitchFamily="18" charset="0"/>
              <a:cs typeface="Poppins" pitchFamily="2" charset="77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FUTSAL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Traves confeccionadas em tubo de aço 3”, chapa 13, </a:t>
            </a: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galvanizadas a fogo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, com pintura sintética na </a:t>
            </a:r>
            <a:r>
              <a:rPr lang="pt-BR" sz="1200" b="1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cor branca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, tamanho oficial 3m x 2m</a:t>
            </a:r>
            <a:r>
              <a:rPr lang="pt-BR" sz="1200" dirty="0"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,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 haste de 0,50m e profundidade 0,90m, desmontável;</a:t>
            </a:r>
            <a:endParaRPr lang="pt-BR" sz="1200" dirty="0">
              <a:latin typeface="Poppins" pitchFamily="2" charset="77"/>
              <a:ea typeface="Times New Roman" panose="02020603050405020304" pitchFamily="18" charset="0"/>
              <a:cs typeface="Poppins" pitchFamily="2" charset="77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Redes para futsal fio 4, nylon virgem, ma</a:t>
            </a:r>
            <a:r>
              <a:rPr lang="pt-BR" sz="1200" dirty="0"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lha </a:t>
            </a:r>
            <a:r>
              <a:rPr lang="pt-BR" sz="1200" dirty="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12 x 12, recuo 30/70</a:t>
            </a:r>
            <a:r>
              <a:rPr lang="pt-BR" sz="1200" dirty="0"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.</a:t>
            </a:r>
            <a:endParaRPr lang="pt-BR" sz="1200" dirty="0">
              <a:effectLst/>
              <a:latin typeface="Poppins" pitchFamily="2" charset="77"/>
              <a:ea typeface="Times New Roman" panose="02020603050405020304" pitchFamily="18" charset="0"/>
              <a:cs typeface="Poppins" pitchFamily="2" charset="77"/>
            </a:endParaRP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Acessórios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9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04811" y="922720"/>
            <a:ext cx="9608218" cy="4563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BR" sz="1200" b="1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BASQUETE – ESTRUTURA AÉREA</a:t>
            </a:r>
          </a:p>
          <a:p>
            <a:pPr marL="171450" lvl="0" indent="-1714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Basculante, confeccionada em perfil tubular, cabos de aço laterais estabilizadores e cabos de aço central para elevação através de </a:t>
            </a:r>
            <a:r>
              <a:rPr lang="pt-BR" sz="1200" b="1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guinchos </a:t>
            </a:r>
            <a:r>
              <a:rPr lang="pt-BR" sz="1200" b="1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elétricos </a:t>
            </a: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personalizados para quadras cobertas;</a:t>
            </a:r>
          </a:p>
          <a:p>
            <a:pPr marL="171450" lvl="0" indent="-1714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02 tabelas em vidro temperado, aros flexíveis e redes com avanço de 3,50m.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endParaRPr lang="pt-BR" sz="800"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BR" sz="1200" b="1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TÊNIS</a:t>
            </a:r>
            <a:endParaRPr lang="pt-BR" sz="1200" b="1">
              <a:latin typeface="Poppins" pitchFamily="2" charset="77"/>
              <a:ea typeface="Times New Roman" panose="02020603050405020304" pitchFamily="18" charset="0"/>
              <a:cs typeface="Poppins" pitchFamily="2" charset="77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Postes em tubo de aço 3", chapa 11, tamanho de 1,07m, galvanizados a fogo, com pintura sintética na </a:t>
            </a:r>
            <a:r>
              <a:rPr lang="pt-BR" sz="1200" b="1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cor verde</a:t>
            </a:r>
            <a:r>
              <a:rPr lang="pt-BR" sz="120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, buchas para fixação no piso, ponteira confeccionada em plástico injetado, catraca ajustável</a:t>
            </a:r>
            <a:r>
              <a:rPr lang="pt-BR" sz="1200"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;</a:t>
            </a:r>
            <a:endParaRPr lang="pt-BR" sz="1200">
              <a:effectLst/>
              <a:latin typeface="Poppins" pitchFamily="2" charset="77"/>
              <a:ea typeface="Times New Roman" panose="02020603050405020304" pitchFamily="18" charset="0"/>
              <a:cs typeface="Poppins" pitchFamily="2" charset="77"/>
            </a:endParaRPr>
          </a:p>
          <a:p>
            <a:pPr lvl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effectLst/>
                <a:latin typeface="Poppins" pitchFamily="2" charset="77"/>
                <a:ea typeface="Times New Roman" panose="02020603050405020304" pitchFamily="18" charset="0"/>
                <a:cs typeface="Poppins" pitchFamily="2" charset="77"/>
              </a:rPr>
              <a:t>Rede malha 4 cm, tamanho 12,80m x 1,08m, fio de nylon virgem 2,5mm, 03 lonas confeccionadas em laminado plástico revestida com PVC emborrachado, reforçada com 4 costuras, abraçadeira plástica para facilitar a instalação, cabo de aço para fixação da rede revestido em PVC;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endParaRPr lang="pt-BR" sz="800">
              <a:effectLst/>
              <a:latin typeface="Poppins" pitchFamily="2" charset="77"/>
              <a:ea typeface="Times New Roman" panose="02020603050405020304" pitchFamily="18" charset="0"/>
              <a:cs typeface="Poppins" pitchFamily="2" charset="77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BR" sz="1200" b="1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FUTSAL – MINI TRAVE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Traves confeccionadas em tudo de aço</a:t>
            </a:r>
            <a:r>
              <a:rPr lang="pt-BR" sz="1200" b="1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galvanizada a fogo</a:t>
            </a: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,</a:t>
            </a:r>
            <a:r>
              <a:rPr lang="pt-BR" sz="1200" b="1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</a:t>
            </a: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1,20 x 0,90, com requadro</a:t>
            </a: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</a:t>
            </a:r>
            <a:r>
              <a:rPr lang="pt-BR" sz="1200" b="1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(medida variável de acordo com o tamanho da quadra)</a:t>
            </a: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Redes</a:t>
            </a:r>
            <a:r>
              <a:rPr lang="pt-BR" sz="1200" b="1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</a:t>
            </a: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para futsal</a:t>
            </a: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</a:t>
            </a: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fio 4mm</a:t>
            </a: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,</a:t>
            </a: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malha 10;</a:t>
            </a:r>
            <a:endParaRPr lang="pt-BR" sz="1200"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Acessórios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1779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98</cp:revision>
  <dcterms:created xsi:type="dcterms:W3CDTF">2026-05-19T16:02:37Z</dcterms:created>
  <dcterms:modified xsi:type="dcterms:W3CDTF">2026-05-19T17:25:07Z</dcterms:modified>
</cp:coreProperties>
</file>