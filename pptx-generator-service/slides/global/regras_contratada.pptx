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B9A96-E10D-0D75-75EE-444517B64839}" v="44" dt="2026-05-18T17:52:29.156"/>
    <p1510:client id="{500DB933-E33D-C64E-46A5-AA127D80DE03}" v="377" dt="2026-05-18T18:17:40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32E84-E70D-451F-96C2-9AF65BF910CD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62C59-2F09-4850-9455-F4B3034F395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NO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5754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3">
            <a:extLst>
              <a:ext uri="{FF2B5EF4-FFF2-40B4-BE49-F238E27FC236}">
                <a16:creationId xmlns:a16="http://schemas.microsoft.com/office/drawing/2014/main" id="{C5E4E1BB-A7E5-F34E-BECF-5D495771C952}"/>
              </a:ext>
            </a:extLst>
          </p:cNvPr>
          <p:cNvSpPr txBox="1"/>
          <p:nvPr/>
        </p:nvSpPr>
        <p:spPr>
          <a:xfrm>
            <a:off x="2104811" y="1184478"/>
            <a:ext cx="9577437" cy="262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0400" lvl="0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Frete dos materiais e equipamentos necessários  à execução dos serviços;</a:t>
            </a:r>
          </a:p>
          <a:p>
            <a:pPr marL="230400" lvl="0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Transporte e condução para equipe de serviços;</a:t>
            </a:r>
          </a:p>
          <a:p>
            <a:pPr marL="230400" lvl="0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Alojamento e alimentação para equipe de serviços;</a:t>
            </a:r>
          </a:p>
          <a:p>
            <a:pPr marL="230400" lvl="0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Visitas de engenheiro na obra;</a:t>
            </a:r>
          </a:p>
          <a:p>
            <a:pPr marL="230400" lvl="0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Fornecimento de mão de obra especializada, maquinário, ferramentas necessárias à execução dos serviços de acordo com as especificações técnicas acima descritas;</a:t>
            </a:r>
          </a:p>
          <a:p>
            <a:pPr marL="230400" lvl="0" indent="-230400" algn="just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Encargos sociais, operacionais e tributos devidos, limpeza final da obra e </a:t>
            </a:r>
            <a:r>
              <a:rPr lang="pt-BR" sz="120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EPI’s</a:t>
            </a: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(equipamentos de proteção individual); </a:t>
            </a:r>
          </a:p>
        </p:txBody>
      </p:sp>
      <p:sp>
        <p:nvSpPr>
          <p:cNvPr id="2" name="CaixaDeTexto 15">
            <a:extLst>
              <a:ext uri="{FF2B5EF4-FFF2-40B4-BE49-F238E27FC236}">
                <a16:creationId xmlns:a16="http://schemas.microsoft.com/office/drawing/2014/main" id="{EBC378A7-E18A-3AAC-BC83-0730793DB6AD}"/>
              </a:ext>
            </a:extLst>
          </p:cNvPr>
          <p:cNvSpPr txBox="1"/>
          <p:nvPr/>
        </p:nvSpPr>
        <p:spPr>
          <a:xfrm>
            <a:off x="2104811" y="322704"/>
            <a:ext cx="627801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6. Regras do Jogo</a:t>
            </a:r>
            <a:endParaRPr lang="pt-BR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  <a:p>
            <a:pPr>
              <a:defRPr/>
            </a:pPr>
            <a:r>
              <a:rPr lang="pt-BR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Responsabilidades da Contratada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2C39D7C8-AC8B-F430-7095-C4FE5FE4C5D4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CE4C9C5-A7AB-5413-F8B2-2D160D965F3D}"/>
              </a:ext>
            </a:extLst>
          </p:cNvPr>
          <p:cNvSpPr txBox="1"/>
          <p:nvPr/>
        </p:nvSpPr>
        <p:spPr>
          <a:xfrm>
            <a:off x="39778" y="4431263"/>
            <a:ext cx="1063214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Proposta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 </a:t>
            </a:r>
          </a:p>
        </p:txBody>
      </p:sp>
      <p:pic>
        <p:nvPicPr>
          <p:cNvPr id="9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EA0AEE6C-72F4-0B24-79FB-CD8B04E53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1" name="CaixaDeTexto 1">
            <a:extLst>
              <a:ext uri="{FF2B5EF4-FFF2-40B4-BE49-F238E27FC236}">
                <a16:creationId xmlns:a16="http://schemas.microsoft.com/office/drawing/2014/main" id="{2DB783BF-87D4-CED5-573C-D12044ED3AD4}"/>
              </a:ext>
            </a:extLst>
          </p:cNvPr>
          <p:cNvSpPr txBox="1"/>
          <p:nvPr/>
        </p:nvSpPr>
        <p:spPr>
          <a:xfrm>
            <a:off x="39778" y="5231827"/>
            <a:ext cx="1239132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Solicitação</a:t>
            </a:r>
          </a:p>
          <a:p>
            <a:pPr algn="just">
              <a:lnSpc>
                <a:spcPct val="150000"/>
              </a:lnSpc>
            </a:pP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CaixaDeTexto 1">
            <a:extLst>
              <a:ext uri="{FF2B5EF4-FFF2-40B4-BE49-F238E27FC236}">
                <a16:creationId xmlns:a16="http://schemas.microsoft.com/office/drawing/2014/main" id="{0AEA38E2-CB6E-3C87-2EA5-88DBE11B0FD9}"/>
              </a:ext>
            </a:extLst>
          </p:cNvPr>
          <p:cNvSpPr txBox="1"/>
          <p:nvPr/>
        </p:nvSpPr>
        <p:spPr>
          <a:xfrm>
            <a:off x="39778" y="6032391"/>
            <a:ext cx="1239132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Envio</a:t>
            </a:r>
          </a:p>
          <a:p>
            <a:pPr algn="just">
              <a:lnSpc>
                <a:spcPct val="150000"/>
              </a:lnSpc>
            </a:pP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F1C492DC-FBB7-85E4-1B2D-27BD1E9D22D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25" name="CaixaDeTexto 10">
            <a:extLst>
              <a:ext uri="{FF2B5EF4-FFF2-40B4-BE49-F238E27FC236}">
                <a16:creationId xmlns:a16="http://schemas.microsoft.com/office/drawing/2014/main" id="{9ED4D0B9-BD79-02E7-6CFE-FA2EE3A92429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27" name="CaixaDeTexto 10">
            <a:extLst>
              <a:ext uri="{FF2B5EF4-FFF2-40B4-BE49-F238E27FC236}">
                <a16:creationId xmlns:a16="http://schemas.microsoft.com/office/drawing/2014/main" id="{5F5C6DD9-DD4D-A75B-A54E-E488D6585C4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29" name="CaixaDeTexto 10">
            <a:extLst>
              <a:ext uri="{FF2B5EF4-FFF2-40B4-BE49-F238E27FC236}">
                <a16:creationId xmlns:a16="http://schemas.microsoft.com/office/drawing/2014/main" id="{B707CC57-BBED-DE84-7206-10F2A391BDD1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31" name="CaixaDeTexto 10">
            <a:extLst>
              <a:ext uri="{FF2B5EF4-FFF2-40B4-BE49-F238E27FC236}">
                <a16:creationId xmlns:a16="http://schemas.microsoft.com/office/drawing/2014/main" id="{8252427E-F2B6-EB71-4D59-06C8D5096795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33" name="CaixaDeTexto 10">
            <a:extLst>
              <a:ext uri="{FF2B5EF4-FFF2-40B4-BE49-F238E27FC236}">
                <a16:creationId xmlns:a16="http://schemas.microsoft.com/office/drawing/2014/main" id="{429D265D-C8B4-3EB0-C701-6B71687088DB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</p:spTree>
    <p:extLst>
      <p:ext uri="{BB962C8B-B14F-4D97-AF65-F5344CB8AC3E}">
        <p14:creationId xmlns:p14="http://schemas.microsoft.com/office/powerpoint/2010/main" val="5301619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65</cp:revision>
  <dcterms:created xsi:type="dcterms:W3CDTF">2026-05-18T17:47:10Z</dcterms:created>
  <dcterms:modified xsi:type="dcterms:W3CDTF">2026-05-18T18:17:52Z</dcterms:modified>
</cp:coreProperties>
</file>