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"/>
  </p:notesMasterIdLst>
  <p:sldIdLst>
    <p:sldId id="340" r:id="rId2"/>
  </p:sldIdLst>
  <p:sldSz cx="12192000" cy="6858000"/>
  <p:notesSz cx="6858000" cy="9144000"/>
  <p:defaultTextStyle>
    <a:defPPr>
      <a:defRPr lang="de-D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423B9A96-E10D-0D75-75EE-444517B64839}" v="14" dt="2026-05-18T17:49:54.167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8959" autoAdjust="0"/>
    <p:restoredTop sz="94660"/>
  </p:normalViewPr>
  <p:slideViewPr>
    <p:cSldViewPr snapToGrid="0">
      <p:cViewPr varScale="1">
        <p:scale>
          <a:sx n="61" d="100"/>
          <a:sy n="61" d="100"/>
        </p:scale>
        <p:origin x="84" y="35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microsoft.com/office/2015/10/relationships/revisionInfo" Target="revisionInfo.xml"/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abeçalh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3" name="Espaço Reservado para Dat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FC32E84-E70D-451F-96C2-9AF65BF910CD}" type="datetimeFigureOut">
              <a:t>18/05/2026</a:t>
            </a:fld>
            <a:endParaRPr lang="pt-BR"/>
          </a:p>
        </p:txBody>
      </p:sp>
      <p:sp>
        <p:nvSpPr>
          <p:cNvPr id="4" name="Espaço Reservado para Imagem de Slide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pt-BR"/>
          </a:p>
        </p:txBody>
      </p:sp>
      <p:sp>
        <p:nvSpPr>
          <p:cNvPr id="5" name="Espaço Reservado para Anotaçõ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E062C59-2F09-4850-9455-F4B3034F3957}" type="slidenum"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33593796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BR" b="1"/>
              <a:t>NAO MEXER NESSE SLIDE - FIXO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27C740D-A4AF-9C40-8FFB-99FBBDFCF035}" type="slidenum">
              <a:rPr lang="pt-BR" smtClean="0"/>
              <a:t>2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05037598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t-BR"/>
              <a:t>Clique para editar o título mestre</a:t>
            </a:r>
            <a:endParaRPr lang="de-DE"/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/>
              <a:t>Clique para editar o estilo do subtítulo mestre</a:t>
            </a:r>
            <a:endParaRPr lang="de-DE"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E51C7C-CEA3-4CAA-BE4B-344879E7C377}" type="datetimeFigureOut">
              <a:rPr lang="de-DE" smtClean="0"/>
              <a:t>18.05.2026</a:t>
            </a:fld>
            <a:endParaRPr lang="de-DE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4FE2FE-B55E-4328-8F5C-2CEB8781A47B}" type="slidenum">
              <a:rPr lang="de-DE" smtClean="0"/>
              <a:t>‹nº›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87768387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de-DE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de-DE"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E51C7C-CEA3-4CAA-BE4B-344879E7C377}" type="datetimeFigureOut">
              <a:rPr lang="de-DE" smtClean="0"/>
              <a:t>18.05.2026</a:t>
            </a:fld>
            <a:endParaRPr lang="de-DE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4FE2FE-B55E-4328-8F5C-2CEB8781A47B}" type="slidenum">
              <a:rPr lang="de-DE" smtClean="0"/>
              <a:t>‹nº›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1400526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t-BR"/>
              <a:t>Clique para editar o título mestre</a:t>
            </a:r>
            <a:endParaRPr lang="de-DE"/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 texto mestre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E51C7C-CEA3-4CAA-BE4B-344879E7C377}" type="datetimeFigureOut">
              <a:rPr lang="de-DE" smtClean="0"/>
              <a:t>18.05.2026</a:t>
            </a:fld>
            <a:endParaRPr lang="de-DE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4FE2FE-B55E-4328-8F5C-2CEB8781A47B}" type="slidenum">
              <a:rPr lang="de-DE" smtClean="0"/>
              <a:t>‹nº›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78137576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de-DE"/>
          </a:p>
        </p:txBody>
      </p:sp>
      <p:sp>
        <p:nvSpPr>
          <p:cNvPr id="3" name="Espaço Reservado para Conteúdo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de-DE"/>
          </a:p>
        </p:txBody>
      </p:sp>
      <p:sp>
        <p:nvSpPr>
          <p:cNvPr id="4" name="Espaço Reservado para Conteúdo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de-DE"/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E51C7C-CEA3-4CAA-BE4B-344879E7C377}" type="datetimeFigureOut">
              <a:rPr lang="de-DE" smtClean="0"/>
              <a:t>18.05.2026</a:t>
            </a:fld>
            <a:endParaRPr lang="de-DE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4FE2FE-B55E-4328-8F5C-2CEB8781A47B}" type="slidenum">
              <a:rPr lang="de-DE" smtClean="0"/>
              <a:t>‹nº›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12461382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pt-BR"/>
              <a:t>Clique para editar o título mestre</a:t>
            </a:r>
            <a:endParaRPr lang="de-DE"/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 texto mestre</a:t>
            </a:r>
          </a:p>
        </p:txBody>
      </p:sp>
      <p:sp>
        <p:nvSpPr>
          <p:cNvPr id="4" name="Espaço Reservado para Conteúdo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de-DE"/>
          </a:p>
        </p:txBody>
      </p:sp>
      <p:sp>
        <p:nvSpPr>
          <p:cNvPr id="5" name="Espaço Reservado para Texto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 texto mestre</a:t>
            </a:r>
          </a:p>
        </p:txBody>
      </p:sp>
      <p:sp>
        <p:nvSpPr>
          <p:cNvPr id="6" name="Espaço Reservado para Conteúdo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de-DE"/>
          </a:p>
        </p:txBody>
      </p:sp>
      <p:sp>
        <p:nvSpPr>
          <p:cNvPr id="7" name="Espaço Reservado para Data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E51C7C-CEA3-4CAA-BE4B-344879E7C377}" type="datetimeFigureOut">
              <a:rPr lang="de-DE" smtClean="0"/>
              <a:t>18.05.2026</a:t>
            </a:fld>
            <a:endParaRPr lang="de-DE"/>
          </a:p>
        </p:txBody>
      </p:sp>
      <p:sp>
        <p:nvSpPr>
          <p:cNvPr id="8" name="Espaço Reservado para Rodapé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9" name="Espaço Reservado para Número de Slide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4FE2FE-B55E-4328-8F5C-2CEB8781A47B}" type="slidenum">
              <a:rPr lang="de-DE" smtClean="0"/>
              <a:t>‹nº›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69442105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de-DE"/>
          </a:p>
        </p:txBody>
      </p:sp>
      <p:sp>
        <p:nvSpPr>
          <p:cNvPr id="3" name="Espaço Reservado para Data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E51C7C-CEA3-4CAA-BE4B-344879E7C377}" type="datetimeFigureOut">
              <a:rPr lang="de-DE" smtClean="0"/>
              <a:t>18.05.2026</a:t>
            </a:fld>
            <a:endParaRPr lang="de-DE"/>
          </a:p>
        </p:txBody>
      </p:sp>
      <p:sp>
        <p:nvSpPr>
          <p:cNvPr id="4" name="Espaço Reservado para Rodapé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5" name="Espaço Reservado para Número de Slid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4FE2FE-B55E-4328-8F5C-2CEB8781A47B}" type="slidenum">
              <a:rPr lang="de-DE" smtClean="0"/>
              <a:t>‹nº›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10853349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E51C7C-CEA3-4CAA-BE4B-344879E7C377}" type="datetimeFigureOut">
              <a:rPr lang="de-DE" smtClean="0"/>
              <a:t>18.05.2026</a:t>
            </a:fld>
            <a:endParaRPr lang="de-DE"/>
          </a:p>
        </p:txBody>
      </p:sp>
      <p:sp>
        <p:nvSpPr>
          <p:cNvPr id="3" name="Espaço Reservado para Rodapé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4FE2FE-B55E-4328-8F5C-2CEB8781A47B}" type="slidenum">
              <a:rPr lang="de-DE" smtClean="0"/>
              <a:t>‹nº›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57828157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  <a:endParaRPr lang="de-DE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de-DE"/>
          </a:p>
        </p:txBody>
      </p:sp>
      <p:sp>
        <p:nvSpPr>
          <p:cNvPr id="4" name="Espaço Reservado para Texto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 texto mestre</a:t>
            </a:r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E51C7C-CEA3-4CAA-BE4B-344879E7C377}" type="datetimeFigureOut">
              <a:rPr lang="de-DE" smtClean="0"/>
              <a:t>18.05.2026</a:t>
            </a:fld>
            <a:endParaRPr lang="de-DE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4FE2FE-B55E-4328-8F5C-2CEB8781A47B}" type="slidenum">
              <a:rPr lang="de-DE" smtClean="0"/>
              <a:t>‹nº›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21783656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  <a:endParaRPr lang="de-DE"/>
          </a:p>
        </p:txBody>
      </p:sp>
      <p:sp>
        <p:nvSpPr>
          <p:cNvPr id="3" name="Espaço Reservado para Imagem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de-DE"/>
          </a:p>
        </p:txBody>
      </p:sp>
      <p:sp>
        <p:nvSpPr>
          <p:cNvPr id="4" name="Espaço Reservado para Texto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 texto mestre</a:t>
            </a:r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E51C7C-CEA3-4CAA-BE4B-344879E7C377}" type="datetimeFigureOut">
              <a:rPr lang="de-DE" smtClean="0"/>
              <a:t>18.05.2026</a:t>
            </a:fld>
            <a:endParaRPr lang="de-DE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4FE2FE-B55E-4328-8F5C-2CEB8781A47B}" type="slidenum">
              <a:rPr lang="de-DE" smtClean="0"/>
              <a:t>‹nº›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24556634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de-DE"/>
          </a:p>
        </p:txBody>
      </p:sp>
      <p:sp>
        <p:nvSpPr>
          <p:cNvPr id="3" name="Espaço Reservado para Texto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de-DE"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E51C7C-CEA3-4CAA-BE4B-344879E7C377}" type="datetimeFigureOut">
              <a:rPr lang="de-DE" smtClean="0"/>
              <a:t>18.05.2026</a:t>
            </a:fld>
            <a:endParaRPr lang="de-DE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4FE2FE-B55E-4328-8F5C-2CEB8781A47B}" type="slidenum">
              <a:rPr lang="de-DE" smtClean="0"/>
              <a:t>‹nº›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74658802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e texto verticai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  <a:endParaRPr lang="de-DE"/>
          </a:p>
        </p:txBody>
      </p:sp>
      <p:sp>
        <p:nvSpPr>
          <p:cNvPr id="3" name="Espaço Reservado para Texto Vertical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de-DE"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E51C7C-CEA3-4CAA-BE4B-344879E7C377}" type="datetimeFigureOut">
              <a:rPr lang="de-DE" smtClean="0"/>
              <a:t>18.05.2026</a:t>
            </a:fld>
            <a:endParaRPr lang="de-DE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4FE2FE-B55E-4328-8F5C-2CEB8781A47B}" type="slidenum">
              <a:rPr lang="de-DE" smtClean="0"/>
              <a:t>‹nº›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30639750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Título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/>
              <a:t>Clique para editar o título mestre</a:t>
            </a:r>
            <a:endParaRPr lang="de-DE"/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de-DE"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0E51C7C-CEA3-4CAA-BE4B-344879E7C377}" type="datetimeFigureOut">
              <a:rPr lang="de-DE" smtClean="0"/>
              <a:t>18.05.2026</a:t>
            </a:fld>
            <a:endParaRPr lang="de-DE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de-DE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54FE2FE-B55E-4328-8F5C-2CEB8781A47B}" type="slidenum">
              <a:rPr lang="de-DE" smtClean="0"/>
              <a:t>‹nº›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67574693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>
            <a:extLst>
              <a:ext uri="{FF2B5EF4-FFF2-40B4-BE49-F238E27FC236}">
                <a16:creationId xmlns:a16="http://schemas.microsoft.com/office/drawing/2014/main" id="{83996705-BF16-0664-19D1-2985AF6C2624}"/>
              </a:ext>
            </a:extLst>
          </p:cNvPr>
          <p:cNvSpPr/>
          <p:nvPr/>
        </p:nvSpPr>
        <p:spPr>
          <a:xfrm>
            <a:off x="659756" y="598990"/>
            <a:ext cx="3368233" cy="5660020"/>
          </a:xfrm>
          <a:prstGeom prst="roundRect">
            <a:avLst>
              <a:gd name="adj" fmla="val 3265"/>
            </a:avLst>
          </a:prstGeom>
          <a:solidFill>
            <a:schemeClr val="bg1"/>
          </a:solidFill>
          <a:ln>
            <a:solidFill>
              <a:schemeClr val="bg2">
                <a:lumMod val="9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BR"/>
          </a:p>
        </p:txBody>
      </p:sp>
      <p:sp>
        <p:nvSpPr>
          <p:cNvPr id="7" name="Rounded Rectangle 6">
            <a:extLst>
              <a:ext uri="{FF2B5EF4-FFF2-40B4-BE49-F238E27FC236}">
                <a16:creationId xmlns:a16="http://schemas.microsoft.com/office/drawing/2014/main" id="{2008A733-A905-8530-357C-7C7AF286C0B7}"/>
              </a:ext>
            </a:extLst>
          </p:cNvPr>
          <p:cNvSpPr/>
          <p:nvPr/>
        </p:nvSpPr>
        <p:spPr>
          <a:xfrm>
            <a:off x="4411883" y="598990"/>
            <a:ext cx="3368233" cy="5660020"/>
          </a:xfrm>
          <a:prstGeom prst="roundRect">
            <a:avLst>
              <a:gd name="adj" fmla="val 3265"/>
            </a:avLst>
          </a:prstGeom>
          <a:solidFill>
            <a:schemeClr val="bg1"/>
          </a:solidFill>
          <a:ln>
            <a:solidFill>
              <a:schemeClr val="bg2">
                <a:lumMod val="9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BR"/>
          </a:p>
        </p:txBody>
      </p:sp>
      <p:sp>
        <p:nvSpPr>
          <p:cNvPr id="8" name="Rounded Rectangle 7">
            <a:extLst>
              <a:ext uri="{FF2B5EF4-FFF2-40B4-BE49-F238E27FC236}">
                <a16:creationId xmlns:a16="http://schemas.microsoft.com/office/drawing/2014/main" id="{DC25BDFC-96E8-06F3-D43C-DBDFAC9F7FD4}"/>
              </a:ext>
            </a:extLst>
          </p:cNvPr>
          <p:cNvSpPr/>
          <p:nvPr/>
        </p:nvSpPr>
        <p:spPr>
          <a:xfrm>
            <a:off x="8164011" y="598990"/>
            <a:ext cx="3368233" cy="5660020"/>
          </a:xfrm>
          <a:prstGeom prst="roundRect">
            <a:avLst>
              <a:gd name="adj" fmla="val 3265"/>
            </a:avLst>
          </a:prstGeom>
          <a:solidFill>
            <a:schemeClr val="bg1"/>
          </a:solidFill>
          <a:ln>
            <a:solidFill>
              <a:schemeClr val="bg2">
                <a:lumMod val="9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BR"/>
          </a:p>
        </p:txBody>
      </p:sp>
      <p:sp>
        <p:nvSpPr>
          <p:cNvPr id="9" name="CaixaDeTexto 10">
            <a:extLst>
              <a:ext uri="{FF2B5EF4-FFF2-40B4-BE49-F238E27FC236}">
                <a16:creationId xmlns:a16="http://schemas.microsoft.com/office/drawing/2014/main" id="{3EE57450-28AA-4B17-9BED-178D07141E0F}"/>
              </a:ext>
            </a:extLst>
          </p:cNvPr>
          <p:cNvSpPr txBox="1"/>
          <p:nvPr/>
        </p:nvSpPr>
        <p:spPr>
          <a:xfrm>
            <a:off x="734509" y="2713662"/>
            <a:ext cx="321872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PT" sz="2800" b="1">
                <a:solidFill>
                  <a:srgbClr val="FF0000"/>
                </a:solidFill>
                <a:effectLst/>
                <a:latin typeface="Poppins" pitchFamily="2" charset="77"/>
                <a:cs typeface="Poppins" pitchFamily="2" charset="77"/>
              </a:rPr>
              <a:t>VAI NO DETALHE</a:t>
            </a:r>
          </a:p>
        </p:txBody>
      </p:sp>
      <p:sp>
        <p:nvSpPr>
          <p:cNvPr id="10" name="CaixaDeTexto 10">
            <a:extLst>
              <a:ext uri="{FF2B5EF4-FFF2-40B4-BE49-F238E27FC236}">
                <a16:creationId xmlns:a16="http://schemas.microsoft.com/office/drawing/2014/main" id="{E79EC017-EB72-F063-6A83-642AFEE6B17A}"/>
              </a:ext>
            </a:extLst>
          </p:cNvPr>
          <p:cNvSpPr txBox="1"/>
          <p:nvPr/>
        </p:nvSpPr>
        <p:spPr>
          <a:xfrm>
            <a:off x="4486636" y="2713662"/>
            <a:ext cx="321872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PT" sz="2800" b="1">
                <a:solidFill>
                  <a:srgbClr val="FF0000"/>
                </a:solidFill>
                <a:effectLst/>
                <a:latin typeface="Poppins" pitchFamily="2" charset="77"/>
                <a:cs typeface="Poppins" pitchFamily="2" charset="77"/>
              </a:rPr>
              <a:t>JOGA BONITO</a:t>
            </a:r>
          </a:p>
        </p:txBody>
      </p:sp>
      <p:sp>
        <p:nvSpPr>
          <p:cNvPr id="12" name="CaixaDeTexto 10">
            <a:extLst>
              <a:ext uri="{FF2B5EF4-FFF2-40B4-BE49-F238E27FC236}">
                <a16:creationId xmlns:a16="http://schemas.microsoft.com/office/drawing/2014/main" id="{CB29F30F-7B40-DA68-F91B-890879DB47A0}"/>
              </a:ext>
            </a:extLst>
          </p:cNvPr>
          <p:cNvSpPr txBox="1"/>
          <p:nvPr/>
        </p:nvSpPr>
        <p:spPr>
          <a:xfrm>
            <a:off x="8238764" y="2713662"/>
            <a:ext cx="321872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PT" sz="2800" b="1">
                <a:solidFill>
                  <a:srgbClr val="FF0000"/>
                </a:solidFill>
                <a:effectLst/>
                <a:latin typeface="Poppins" pitchFamily="2" charset="77"/>
                <a:cs typeface="Poppins" pitchFamily="2" charset="77"/>
              </a:rPr>
              <a:t>FAZ ACONTECER</a:t>
            </a:r>
          </a:p>
        </p:txBody>
      </p:sp>
      <p:sp>
        <p:nvSpPr>
          <p:cNvPr id="13" name="CaixaDeTexto 10">
            <a:extLst>
              <a:ext uri="{FF2B5EF4-FFF2-40B4-BE49-F238E27FC236}">
                <a16:creationId xmlns:a16="http://schemas.microsoft.com/office/drawing/2014/main" id="{019422D5-3385-B3F0-3801-6908213FAB51}"/>
              </a:ext>
            </a:extLst>
          </p:cNvPr>
          <p:cNvSpPr txBox="1"/>
          <p:nvPr/>
        </p:nvSpPr>
        <p:spPr>
          <a:xfrm>
            <a:off x="918500" y="3721546"/>
            <a:ext cx="2854847" cy="22467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PT" sz="14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Pra gente, todo detalhe importa. Desde o entendimento profundo do local e das condições onde o piso será instalado ao olhar rigoroso para cada especificação técnica, levamos nossa experiência e tecnologia para tudo que falamos.</a:t>
            </a:r>
            <a:endParaRPr lang="pt-PT" sz="1400">
              <a:solidFill>
                <a:schemeClr val="tx1">
                  <a:lumMod val="65000"/>
                  <a:lumOff val="35000"/>
                </a:schemeClr>
              </a:solidFill>
              <a:effectLst/>
              <a:latin typeface="Poppins" pitchFamily="2" charset="77"/>
              <a:cs typeface="Poppins" pitchFamily="2" charset="77"/>
            </a:endParaRPr>
          </a:p>
        </p:txBody>
      </p:sp>
      <p:sp>
        <p:nvSpPr>
          <p:cNvPr id="16" name="CaixaDeTexto 10">
            <a:extLst>
              <a:ext uri="{FF2B5EF4-FFF2-40B4-BE49-F238E27FC236}">
                <a16:creationId xmlns:a16="http://schemas.microsoft.com/office/drawing/2014/main" id="{9C6650AF-293D-4AD3-5A6A-FD4E6883AA80}"/>
              </a:ext>
            </a:extLst>
          </p:cNvPr>
          <p:cNvSpPr txBox="1"/>
          <p:nvPr/>
        </p:nvSpPr>
        <p:spPr>
          <a:xfrm>
            <a:off x="4629873" y="3721546"/>
            <a:ext cx="2893671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PT" sz="14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A gente tem um jeito de fazer único, que nasce do nosso olhar cuidadoso, do nosso apuro estético e da nossa vivência em diferentes tipos de projetos. Quem joga em um piso nosso sabe que ele foi feito pensando em quem usa.</a:t>
            </a:r>
            <a:endParaRPr lang="pt-PT" sz="1400">
              <a:solidFill>
                <a:schemeClr val="tx1">
                  <a:lumMod val="65000"/>
                  <a:lumOff val="35000"/>
                </a:schemeClr>
              </a:solidFill>
              <a:effectLst/>
              <a:latin typeface="Poppins" pitchFamily="2" charset="77"/>
              <a:cs typeface="Poppins" pitchFamily="2" charset="77"/>
            </a:endParaRPr>
          </a:p>
        </p:txBody>
      </p:sp>
      <p:sp>
        <p:nvSpPr>
          <p:cNvPr id="17" name="CaixaDeTexto 10">
            <a:extLst>
              <a:ext uri="{FF2B5EF4-FFF2-40B4-BE49-F238E27FC236}">
                <a16:creationId xmlns:a16="http://schemas.microsoft.com/office/drawing/2014/main" id="{C0E81C64-6F33-D859-3E6E-CF5F3D9E42D0}"/>
              </a:ext>
            </a:extLst>
          </p:cNvPr>
          <p:cNvSpPr txBox="1"/>
          <p:nvPr/>
        </p:nvSpPr>
        <p:spPr>
          <a:xfrm>
            <a:off x="8422751" y="3721545"/>
            <a:ext cx="2850749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PT" sz="14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Nossa história está aí para provar: somos capazes de realizar projetos de diferentes complexidades com qualidade, segurança e ritmo. Encaramos todos os desafios porque temos conhecimento para torna-los possíveis.</a:t>
            </a:r>
            <a:endParaRPr lang="pt-PT" sz="1400">
              <a:solidFill>
                <a:schemeClr val="tx1">
                  <a:lumMod val="65000"/>
                  <a:lumOff val="35000"/>
                </a:schemeClr>
              </a:solidFill>
              <a:effectLst/>
              <a:latin typeface="Poppins" pitchFamily="2" charset="77"/>
              <a:cs typeface="Poppins" pitchFamily="2" charset="77"/>
            </a:endParaRPr>
          </a:p>
        </p:txBody>
      </p:sp>
      <p:pic>
        <p:nvPicPr>
          <p:cNvPr id="46" name="Picture 45" descr="Icon, rectangle&#10;&#10;Description automatically generated">
            <a:extLst>
              <a:ext uri="{FF2B5EF4-FFF2-40B4-BE49-F238E27FC236}">
                <a16:creationId xmlns:a16="http://schemas.microsoft.com/office/drawing/2014/main" id="{3322BC9C-370C-8CF2-461D-4F00F596E10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18000000">
            <a:off x="1368923" y="-42155"/>
            <a:ext cx="2726740" cy="1712545"/>
          </a:xfrm>
          <a:prstGeom prst="rect">
            <a:avLst/>
          </a:prstGeom>
        </p:spPr>
      </p:pic>
      <p:pic>
        <p:nvPicPr>
          <p:cNvPr id="48" name="Picture 47" descr="Text, icon&#10;&#10;Description automatically generated">
            <a:extLst>
              <a:ext uri="{FF2B5EF4-FFF2-40B4-BE49-F238E27FC236}">
                <a16:creationId xmlns:a16="http://schemas.microsoft.com/office/drawing/2014/main" id="{3E9C9978-F2AC-646A-F36B-BA7483A3C9B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1800000">
            <a:off x="9231866" y="-214373"/>
            <a:ext cx="1682381" cy="2322804"/>
          </a:xfrm>
          <a:prstGeom prst="rect">
            <a:avLst/>
          </a:prstGeom>
        </p:spPr>
      </p:pic>
      <p:pic>
        <p:nvPicPr>
          <p:cNvPr id="50" name="Picture 49" descr="A black and white logo&#10;&#10;Description automatically generated with medium confidence">
            <a:extLst>
              <a:ext uri="{FF2B5EF4-FFF2-40B4-BE49-F238E27FC236}">
                <a16:creationId xmlns:a16="http://schemas.microsoft.com/office/drawing/2014/main" id="{44CBAF89-B17C-2F93-40EA-956B9659282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 rot="18000000">
            <a:off x="5194824" y="86807"/>
            <a:ext cx="2632509" cy="1720444"/>
          </a:xfrm>
          <a:prstGeom prst="rect">
            <a:avLst/>
          </a:prstGeom>
        </p:spPr>
      </p:pic>
      <p:sp>
        <p:nvSpPr>
          <p:cNvPr id="53" name="Rectangle 52">
            <a:extLst>
              <a:ext uri="{FF2B5EF4-FFF2-40B4-BE49-F238E27FC236}">
                <a16:creationId xmlns:a16="http://schemas.microsoft.com/office/drawing/2014/main" id="{DC085A74-4323-045D-B885-A6DF470F437C}"/>
              </a:ext>
            </a:extLst>
          </p:cNvPr>
          <p:cNvSpPr/>
          <p:nvPr/>
        </p:nvSpPr>
        <p:spPr>
          <a:xfrm>
            <a:off x="734509" y="0"/>
            <a:ext cx="11457491" cy="598990"/>
          </a:xfrm>
          <a:prstGeom prst="rect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BR"/>
          </a:p>
        </p:txBody>
      </p:sp>
      <p:sp>
        <p:nvSpPr>
          <p:cNvPr id="54" name="Rectangle 53">
            <a:extLst>
              <a:ext uri="{FF2B5EF4-FFF2-40B4-BE49-F238E27FC236}">
                <a16:creationId xmlns:a16="http://schemas.microsoft.com/office/drawing/2014/main" id="{577C4B0A-33AE-4FE2-758D-93DD09B516A3}"/>
              </a:ext>
            </a:extLst>
          </p:cNvPr>
          <p:cNvSpPr/>
          <p:nvPr/>
        </p:nvSpPr>
        <p:spPr>
          <a:xfrm rot="5400000">
            <a:off x="2287799" y="1922540"/>
            <a:ext cx="3735464" cy="205525"/>
          </a:xfrm>
          <a:prstGeom prst="rect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BR"/>
          </a:p>
        </p:txBody>
      </p:sp>
      <p:sp>
        <p:nvSpPr>
          <p:cNvPr id="55" name="Rectangle 54">
            <a:extLst>
              <a:ext uri="{FF2B5EF4-FFF2-40B4-BE49-F238E27FC236}">
                <a16:creationId xmlns:a16="http://schemas.microsoft.com/office/drawing/2014/main" id="{6B525513-5D40-C5DE-39B2-AD40EA2ECCCC}"/>
              </a:ext>
            </a:extLst>
          </p:cNvPr>
          <p:cNvSpPr/>
          <p:nvPr/>
        </p:nvSpPr>
        <p:spPr>
          <a:xfrm rot="5400000">
            <a:off x="6036138" y="1922540"/>
            <a:ext cx="3735464" cy="205525"/>
          </a:xfrm>
          <a:prstGeom prst="rect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BR"/>
          </a:p>
        </p:txBody>
      </p:sp>
      <p:sp>
        <p:nvSpPr>
          <p:cNvPr id="56" name="Rectangle 55">
            <a:extLst>
              <a:ext uri="{FF2B5EF4-FFF2-40B4-BE49-F238E27FC236}">
                <a16:creationId xmlns:a16="http://schemas.microsoft.com/office/drawing/2014/main" id="{E16D99D1-3CE2-789B-75F9-02BAD8C70A2A}"/>
              </a:ext>
            </a:extLst>
          </p:cNvPr>
          <p:cNvSpPr/>
          <p:nvPr/>
        </p:nvSpPr>
        <p:spPr>
          <a:xfrm rot="5400000">
            <a:off x="9883437" y="1797829"/>
            <a:ext cx="3735464" cy="405090"/>
          </a:xfrm>
          <a:prstGeom prst="rect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BR"/>
          </a:p>
        </p:txBody>
      </p:sp>
    </p:spTree>
    <p:extLst>
      <p:ext uri="{BB962C8B-B14F-4D97-AF65-F5344CB8AC3E}">
        <p14:creationId xmlns:p14="http://schemas.microsoft.com/office/powerpoint/2010/main" val="1222609755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Escritório">
      <a:majorFont>
        <a:latin typeface="Aptos Display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ptos" panose="020B0004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Escritório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Widescreen</PresentationFormat>
  <Paragraphs>0</Paragraphs>
  <Slides>1</Slides>
  <Notes>1</Notes>
  <HiddenSlides>0</HiddenSlides>
  <MMClips>0</MMClips>
  <ScaleCrop>false</ScaleCrop>
  <HeadingPairs>
    <vt:vector size="4" baseType="variant">
      <vt:variant>
        <vt:lpstr>Tema</vt:lpstr>
      </vt:variant>
      <vt:variant>
        <vt:i4>1</vt:i4>
      </vt:variant>
      <vt:variant>
        <vt:lpstr>Títulos de slides</vt:lpstr>
      </vt:variant>
      <vt:variant>
        <vt:i4>1</vt:i4>
      </vt:variant>
    </vt:vector>
  </HeadingPairs>
  <TitlesOfParts>
    <vt:vector size="2" baseType="lpstr">
      <vt:lpstr>Tema do Office</vt:lpstr>
      <vt:lpstr>Apresentação do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/>
  <cp:revision>12</cp:revision>
  <dcterms:created xsi:type="dcterms:W3CDTF">2026-05-18T17:47:10Z</dcterms:created>
  <dcterms:modified xsi:type="dcterms:W3CDTF">2026-05-18T17:50:01Z</dcterms:modified>
</cp:coreProperties>
</file>