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61" r:id="rId2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9AED55A-0459-2EC7-26D8-58244682698A}" v="87" dt="2026-05-18T20:47:59.838"/>
    <p1510:client id="{C9D069B7-4F04-5F58-5642-D4549FB126FD}" v="255" dt="2026-05-18T19:44:09.51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7" Type="http://schemas.microsoft.com/office/2015/10/relationships/revisionInfo" Target="revisionInfo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tângulo 1">
            <a:extLst>
              <a:ext uri="{FF2B5EF4-FFF2-40B4-BE49-F238E27FC236}">
                <a16:creationId xmlns:a16="http://schemas.microsoft.com/office/drawing/2014/main" id="{57C794CD-198E-483B-C773-A70F811F0012}"/>
              </a:ext>
            </a:extLst>
          </p:cNvPr>
          <p:cNvSpPr/>
          <p:nvPr/>
        </p:nvSpPr>
        <p:spPr>
          <a:xfrm>
            <a:off x="1" y="0"/>
            <a:ext cx="1914523" cy="6858000"/>
          </a:xfrm>
          <a:prstGeom prst="rect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CaixaDeTexto 15">
            <a:extLst>
              <a:ext uri="{FF2B5EF4-FFF2-40B4-BE49-F238E27FC236}">
                <a16:creationId xmlns:a16="http://schemas.microsoft.com/office/drawing/2014/main" id="{21C38951-D3F2-567C-5204-785DDF8D14D8}"/>
              </a:ext>
            </a:extLst>
          </p:cNvPr>
          <p:cNvSpPr txBox="1"/>
          <p:nvPr/>
        </p:nvSpPr>
        <p:spPr>
          <a:xfrm>
            <a:off x="2325282" y="922720"/>
            <a:ext cx="2847132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pt-BR" sz="3200" b="1">
                <a:solidFill>
                  <a:srgbClr val="FF0000"/>
                </a:solidFill>
                <a:latin typeface="Poppins Bold" panose="00000800000000000000" pitchFamily="2" charset="0"/>
                <a:cs typeface="Poppins Bold" panose="00000800000000000000" pitchFamily="2" charset="0"/>
              </a:rPr>
              <a:t>Dados</a:t>
            </a:r>
            <a:endParaRPr lang="pt-BR" sz="2800" b="1">
              <a:solidFill>
                <a:srgbClr val="FF0000"/>
              </a:solidFill>
              <a:latin typeface="Poppins Bold" panose="00000800000000000000" pitchFamily="2" charset="0"/>
              <a:cs typeface="Poppins Bold" panose="00000800000000000000" pitchFamily="2" charset="0"/>
            </a:endParaRPr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704E3E7C-16D0-F8AF-0BC6-C16CCD5FE8A8}"/>
              </a:ext>
            </a:extLst>
          </p:cNvPr>
          <p:cNvSpPr txBox="1"/>
          <p:nvPr/>
        </p:nvSpPr>
        <p:spPr>
          <a:xfrm>
            <a:off x="39778" y="4431263"/>
            <a:ext cx="1063214" cy="6886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pt-BR" sz="1300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Proposta</a:t>
            </a:r>
          </a:p>
          <a:p>
            <a:pPr algn="just">
              <a:lnSpc>
                <a:spcPct val="150000"/>
              </a:lnSpc>
            </a:pPr>
            <a:r>
              <a:rPr lang="pt-BR" sz="1400" b="1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P </a:t>
            </a:r>
          </a:p>
        </p:txBody>
      </p:sp>
      <p:pic>
        <p:nvPicPr>
          <p:cNvPr id="10" name="Imagem 5" descr="Desenho de um círculo&#10;&#10;Descrição gerada automaticamente com confiança baixa">
            <a:extLst>
              <a:ext uri="{FF2B5EF4-FFF2-40B4-BE49-F238E27FC236}">
                <a16:creationId xmlns:a16="http://schemas.microsoft.com/office/drawing/2014/main" id="{64FE3FD9-232F-03D1-D474-238BA66AC50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7394" y="322704"/>
            <a:ext cx="622719" cy="600016"/>
          </a:xfrm>
          <a:prstGeom prst="rect">
            <a:avLst/>
          </a:prstGeom>
        </p:spPr>
      </p:pic>
      <p:sp>
        <p:nvSpPr>
          <p:cNvPr id="11" name="CaixaDeTexto 1">
            <a:extLst>
              <a:ext uri="{FF2B5EF4-FFF2-40B4-BE49-F238E27FC236}">
                <a16:creationId xmlns:a16="http://schemas.microsoft.com/office/drawing/2014/main" id="{51F9E1A7-30A1-4A82-90B8-CA0EEAF1C43D}"/>
              </a:ext>
            </a:extLst>
          </p:cNvPr>
          <p:cNvSpPr txBox="1"/>
          <p:nvPr/>
        </p:nvSpPr>
        <p:spPr>
          <a:xfrm>
            <a:off x="39778" y="5231827"/>
            <a:ext cx="1239132" cy="6886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pt-BR" sz="1300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Solicitação</a:t>
            </a:r>
          </a:p>
          <a:p>
            <a:pPr algn="just">
              <a:lnSpc>
                <a:spcPct val="150000"/>
              </a:lnSpc>
            </a:pPr>
            <a:r>
              <a:rPr lang="pt-BR" sz="1400" b="1" err="1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xx</a:t>
            </a:r>
            <a:r>
              <a:rPr lang="pt-BR" sz="1400" b="1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/</a:t>
            </a:r>
            <a:r>
              <a:rPr lang="pt-BR" sz="1400" b="1" err="1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xx</a:t>
            </a:r>
            <a:r>
              <a:rPr lang="pt-BR" sz="1400" b="1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/</a:t>
            </a:r>
            <a:r>
              <a:rPr lang="pt-BR" sz="1400" b="1" err="1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xx</a:t>
            </a:r>
            <a:endParaRPr lang="pt-BR" sz="1400" b="1">
              <a:solidFill>
                <a:schemeClr val="bg1"/>
              </a:solidFill>
              <a:latin typeface="Poppins" pitchFamily="2" charset="77"/>
              <a:cs typeface="Poppins" pitchFamily="2" charset="77"/>
            </a:endParaRPr>
          </a:p>
        </p:txBody>
      </p:sp>
      <p:sp>
        <p:nvSpPr>
          <p:cNvPr id="12" name="CaixaDeTexto 1">
            <a:extLst>
              <a:ext uri="{FF2B5EF4-FFF2-40B4-BE49-F238E27FC236}">
                <a16:creationId xmlns:a16="http://schemas.microsoft.com/office/drawing/2014/main" id="{ECC26BC3-322D-E73D-F9CD-1F6646F05552}"/>
              </a:ext>
            </a:extLst>
          </p:cNvPr>
          <p:cNvSpPr txBox="1"/>
          <p:nvPr/>
        </p:nvSpPr>
        <p:spPr>
          <a:xfrm>
            <a:off x="39778" y="6032391"/>
            <a:ext cx="1239132" cy="6886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pt-BR" sz="1300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Envio</a:t>
            </a:r>
          </a:p>
          <a:p>
            <a:pPr algn="just">
              <a:lnSpc>
                <a:spcPct val="150000"/>
              </a:lnSpc>
            </a:pPr>
            <a:r>
              <a:rPr lang="pt-BR" sz="1400" b="1" err="1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xx</a:t>
            </a:r>
            <a:r>
              <a:rPr lang="pt-BR" sz="1400" b="1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/</a:t>
            </a:r>
            <a:r>
              <a:rPr lang="pt-BR" sz="1400" b="1" err="1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xx</a:t>
            </a:r>
            <a:r>
              <a:rPr lang="pt-BR" sz="1400" b="1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/</a:t>
            </a:r>
            <a:r>
              <a:rPr lang="pt-BR" sz="1400" b="1" err="1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xx</a:t>
            </a:r>
            <a:endParaRPr lang="pt-BR" sz="1400" b="1">
              <a:solidFill>
                <a:schemeClr val="bg1"/>
              </a:solidFill>
              <a:latin typeface="Poppins" pitchFamily="2" charset="77"/>
              <a:cs typeface="Poppins" pitchFamily="2" charset="77"/>
            </a:endParaRPr>
          </a:p>
        </p:txBody>
      </p:sp>
      <p:sp>
        <p:nvSpPr>
          <p:cNvPr id="32" name="CaixaDeTexto 10">
            <a:extLst>
              <a:ext uri="{FF2B5EF4-FFF2-40B4-BE49-F238E27FC236}">
                <a16:creationId xmlns:a16="http://schemas.microsoft.com/office/drawing/2014/main" id="{F2C5E29A-D10C-CA36-B091-DE492AE735E2}"/>
              </a:ext>
            </a:extLst>
          </p:cNvPr>
          <p:cNvSpPr txBox="1"/>
          <p:nvPr/>
        </p:nvSpPr>
        <p:spPr>
          <a:xfrm>
            <a:off x="39778" y="1911638"/>
            <a:ext cx="206503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1400">
                <a:solidFill>
                  <a:schemeClr val="bg1"/>
                </a:solidFill>
                <a:effectLst/>
                <a:latin typeface="Poppins" pitchFamily="2" charset="77"/>
                <a:cs typeface="Poppins" pitchFamily="2" charset="77"/>
              </a:rPr>
              <a:t>Projeto</a:t>
            </a:r>
          </a:p>
        </p:txBody>
      </p:sp>
      <p:sp>
        <p:nvSpPr>
          <p:cNvPr id="33" name="CaixaDeTexto 10">
            <a:extLst>
              <a:ext uri="{FF2B5EF4-FFF2-40B4-BE49-F238E27FC236}">
                <a16:creationId xmlns:a16="http://schemas.microsoft.com/office/drawing/2014/main" id="{4819A0C1-836E-23D3-ED0D-F7EA7716142B}"/>
              </a:ext>
            </a:extLst>
          </p:cNvPr>
          <p:cNvSpPr txBox="1"/>
          <p:nvPr/>
        </p:nvSpPr>
        <p:spPr>
          <a:xfrm>
            <a:off x="39778" y="2660340"/>
            <a:ext cx="206503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1400">
                <a:solidFill>
                  <a:schemeClr val="bg1"/>
                </a:solidFill>
                <a:effectLst/>
                <a:latin typeface="Poppins" pitchFamily="2" charset="77"/>
                <a:cs typeface="Poppins" pitchFamily="2" charset="77"/>
              </a:rPr>
              <a:t>Pagamento</a:t>
            </a:r>
          </a:p>
        </p:txBody>
      </p:sp>
      <p:sp>
        <p:nvSpPr>
          <p:cNvPr id="34" name="CaixaDeTexto 10">
            <a:extLst>
              <a:ext uri="{FF2B5EF4-FFF2-40B4-BE49-F238E27FC236}">
                <a16:creationId xmlns:a16="http://schemas.microsoft.com/office/drawing/2014/main" id="{40318AF3-2BC7-A1F7-3085-F5560888ECEF}"/>
              </a:ext>
            </a:extLst>
          </p:cNvPr>
          <p:cNvSpPr txBox="1"/>
          <p:nvPr/>
        </p:nvSpPr>
        <p:spPr>
          <a:xfrm>
            <a:off x="39778" y="2285989"/>
            <a:ext cx="206503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1400">
                <a:solidFill>
                  <a:schemeClr val="bg1"/>
                </a:solidFill>
                <a:effectLst/>
                <a:latin typeface="Poppins" pitchFamily="2" charset="77"/>
                <a:cs typeface="Poppins" pitchFamily="2" charset="77"/>
              </a:rPr>
              <a:t>Investimento</a:t>
            </a:r>
          </a:p>
        </p:txBody>
      </p:sp>
      <p:sp>
        <p:nvSpPr>
          <p:cNvPr id="37" name="CaixaDeTexto 10">
            <a:extLst>
              <a:ext uri="{FF2B5EF4-FFF2-40B4-BE49-F238E27FC236}">
                <a16:creationId xmlns:a16="http://schemas.microsoft.com/office/drawing/2014/main" id="{9C363811-49CA-5743-DA48-87998438BA15}"/>
              </a:ext>
            </a:extLst>
          </p:cNvPr>
          <p:cNvSpPr txBox="1"/>
          <p:nvPr/>
        </p:nvSpPr>
        <p:spPr>
          <a:xfrm>
            <a:off x="39778" y="3034691"/>
            <a:ext cx="206503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1400">
                <a:solidFill>
                  <a:schemeClr val="bg1"/>
                </a:solidFill>
                <a:effectLst/>
                <a:latin typeface="Poppins" pitchFamily="2" charset="77"/>
                <a:cs typeface="Poppins" pitchFamily="2" charset="77"/>
              </a:rPr>
              <a:t>Prazos</a:t>
            </a:r>
          </a:p>
        </p:txBody>
      </p:sp>
      <p:sp>
        <p:nvSpPr>
          <p:cNvPr id="38" name="CaixaDeTexto 10">
            <a:extLst>
              <a:ext uri="{FF2B5EF4-FFF2-40B4-BE49-F238E27FC236}">
                <a16:creationId xmlns:a16="http://schemas.microsoft.com/office/drawing/2014/main" id="{FAFE0301-D765-A669-69FC-05454F548692}"/>
              </a:ext>
            </a:extLst>
          </p:cNvPr>
          <p:cNvSpPr txBox="1"/>
          <p:nvPr/>
        </p:nvSpPr>
        <p:spPr>
          <a:xfrm>
            <a:off x="39778" y="3409042"/>
            <a:ext cx="206503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1400">
                <a:solidFill>
                  <a:schemeClr val="bg1"/>
                </a:solidFill>
                <a:effectLst/>
                <a:latin typeface="Poppins" pitchFamily="2" charset="77"/>
                <a:cs typeface="Poppins" pitchFamily="2" charset="77"/>
              </a:rPr>
              <a:t>Garantia</a:t>
            </a:r>
          </a:p>
        </p:txBody>
      </p:sp>
      <p:sp>
        <p:nvSpPr>
          <p:cNvPr id="39" name="CaixaDeTexto 10">
            <a:extLst>
              <a:ext uri="{FF2B5EF4-FFF2-40B4-BE49-F238E27FC236}">
                <a16:creationId xmlns:a16="http://schemas.microsoft.com/office/drawing/2014/main" id="{2EAF200E-5E09-8C4C-BA5F-5FAB0D8CBFF3}"/>
              </a:ext>
            </a:extLst>
          </p:cNvPr>
          <p:cNvSpPr txBox="1"/>
          <p:nvPr/>
        </p:nvSpPr>
        <p:spPr>
          <a:xfrm>
            <a:off x="39778" y="3783395"/>
            <a:ext cx="206503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1400">
                <a:solidFill>
                  <a:schemeClr val="bg1"/>
                </a:solidFill>
                <a:effectLst/>
                <a:latin typeface="Poppins" pitchFamily="2" charset="77"/>
                <a:cs typeface="Poppins" pitchFamily="2" charset="77"/>
              </a:rPr>
              <a:t>Regras </a:t>
            </a:r>
          </a:p>
        </p:txBody>
      </p:sp>
      <p:graphicFrame>
        <p:nvGraphicFramePr>
          <p:cNvPr id="53" name="Table 53">
            <a:extLst>
              <a:ext uri="{FF2B5EF4-FFF2-40B4-BE49-F238E27FC236}">
                <a16:creationId xmlns:a16="http://schemas.microsoft.com/office/drawing/2014/main" id="{F56CF370-1E22-9BB8-50ED-F08B5CBE9DF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71940171"/>
              </p:ext>
            </p:extLst>
          </p:nvPr>
        </p:nvGraphicFramePr>
        <p:xfrm>
          <a:off x="2469627" y="1721928"/>
          <a:ext cx="8704972" cy="41249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352486">
                  <a:extLst>
                    <a:ext uri="{9D8B030D-6E8A-4147-A177-3AD203B41FA5}">
                      <a16:colId xmlns:a16="http://schemas.microsoft.com/office/drawing/2014/main" val="571116562"/>
                    </a:ext>
                  </a:extLst>
                </a:gridCol>
                <a:gridCol w="4352486">
                  <a:extLst>
                    <a:ext uri="{9D8B030D-6E8A-4147-A177-3AD203B41FA5}">
                      <a16:colId xmlns:a16="http://schemas.microsoft.com/office/drawing/2014/main" val="940068363"/>
                    </a:ext>
                  </a:extLst>
                </a:gridCol>
              </a:tblGrid>
              <a:tr h="1031225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BR" sz="1600">
                          <a:solidFill>
                            <a:srgbClr val="FF0000"/>
                          </a:solidFill>
                          <a:latin typeface="Poppins" pitchFamily="2" charset="77"/>
                          <a:cs typeface="Poppins" pitchFamily="2" charset="77"/>
                        </a:rPr>
                        <a:t>Nome</a:t>
                      </a:r>
                    </a:p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pt-BR" sz="1200" dirty="0">
                          <a:solidFill>
                            <a:schemeClr val="tx1"/>
                          </a:solidFill>
                          <a:latin typeface="Poppins"/>
                          <a:cs typeface="Poppins"/>
                        </a:rPr>
                        <a:t>{{ </a:t>
                      </a:r>
                      <a:r>
                        <a:rPr lang="pt-BR" sz="1200" dirty="0" err="1">
                          <a:solidFill>
                            <a:schemeClr val="tx1"/>
                          </a:solidFill>
                          <a:latin typeface="Poppins"/>
                          <a:cs typeface="Poppins"/>
                        </a:rPr>
                        <a:t>nome_razao_social</a:t>
                      </a:r>
                      <a:r>
                        <a:rPr lang="pt-BR" sz="1200" dirty="0">
                          <a:solidFill>
                            <a:schemeClr val="tx1"/>
                          </a:solidFill>
                          <a:latin typeface="Poppins"/>
                          <a:cs typeface="Poppins"/>
                        </a:rPr>
                        <a:t> }}</a:t>
                      </a:r>
                      <a:endParaRPr lang="en-BR" sz="1100" dirty="0">
                        <a:solidFill>
                          <a:schemeClr val="tx1"/>
                        </a:solidFill>
                        <a:latin typeface="Poppins" pitchFamily="2" charset="77"/>
                        <a:cs typeface="Poppins" pitchFamily="2" charset="77"/>
                      </a:endParaRPr>
                    </a:p>
                  </a:txBody>
                  <a:tcPr anchor="ctr">
                    <a:lnL w="5715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BR" sz="1600">
                          <a:solidFill>
                            <a:srgbClr val="FF0000"/>
                          </a:solidFill>
                          <a:latin typeface="Poppins" pitchFamily="2" charset="77"/>
                          <a:cs typeface="Poppins" pitchFamily="2" charset="77"/>
                        </a:rPr>
                        <a:t>Contato</a:t>
                      </a:r>
                    </a:p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200" b="1" i="0" u="none" strike="noStrike" kern="1200" noProof="0" dirty="0">
                          <a:solidFill>
                            <a:schemeClr val="tx1"/>
                          </a:solidFill>
                          <a:latin typeface="Poppins"/>
                          <a:ea typeface="+mn-ea"/>
                          <a:cs typeface="Poppins"/>
                        </a:rPr>
                        <a:t>{{ </a:t>
                      </a:r>
                      <a:r>
                        <a:rPr lang="pt-BR" sz="1200" b="1" i="0" u="none" strike="noStrike" kern="1200" noProof="0" dirty="0" err="1">
                          <a:solidFill>
                            <a:schemeClr val="tx1"/>
                          </a:solidFill>
                          <a:latin typeface="Poppins"/>
                          <a:ea typeface="+mn-ea"/>
                          <a:cs typeface="Poppins"/>
                        </a:rPr>
                        <a:t>nome_contato</a:t>
                      </a:r>
                      <a:r>
                        <a:rPr lang="pt-BR" sz="1200" b="1" i="0" u="none" strike="noStrike" kern="1200" noProof="0" dirty="0">
                          <a:solidFill>
                            <a:schemeClr val="tx1"/>
                          </a:solidFill>
                          <a:latin typeface="Poppins"/>
                          <a:ea typeface="+mn-ea"/>
                          <a:cs typeface="Poppins"/>
                        </a:rPr>
                        <a:t> }}</a:t>
                      </a:r>
                    </a:p>
                  </a:txBody>
                  <a:tcPr anchor="ctr">
                    <a:lnL w="5715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52128332"/>
                  </a:ext>
                </a:extLst>
              </a:tr>
              <a:tr h="1031225">
                <a:tc gridSpan="2"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BR" sz="1600" b="1" dirty="0" err="1">
                          <a:solidFill>
                            <a:srgbClr val="FF0000"/>
                          </a:solidFill>
                          <a:latin typeface="Poppins"/>
                          <a:cs typeface="Poppins"/>
                        </a:rPr>
                        <a:t>Endereço</a:t>
                      </a:r>
                    </a:p>
                    <a:p>
                      <a:pPr lv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200" b="1" i="0" u="none" strike="noStrike" noProof="0" dirty="0">
                          <a:solidFill>
                            <a:schemeClr val="tx1"/>
                          </a:solidFill>
                          <a:latin typeface="Poppins"/>
                          <a:cs typeface="Poppins"/>
                        </a:rPr>
                        <a:t>{{ </a:t>
                      </a:r>
                      <a:r>
                        <a:rPr lang="pt-BR" sz="1200" b="1" i="0" u="none" strike="noStrike" noProof="0" dirty="0" err="1">
                          <a:solidFill>
                            <a:schemeClr val="tx1"/>
                          </a:solidFill>
                          <a:latin typeface="Poppins"/>
                          <a:cs typeface="Poppins"/>
                        </a:rPr>
                        <a:t>endereco_obra</a:t>
                      </a:r>
                      <a:r>
                        <a:rPr lang="pt-BR" sz="1200" b="1" i="0" u="none" strike="noStrike" noProof="0" dirty="0">
                          <a:solidFill>
                            <a:schemeClr val="tx1"/>
                          </a:solidFill>
                          <a:latin typeface="Poppins"/>
                          <a:cs typeface="Poppins"/>
                        </a:rPr>
                        <a:t> }}</a:t>
                      </a:r>
                      <a:endParaRPr lang="pt-BR" dirty="0"/>
                    </a:p>
                  </a:txBody>
                  <a:tcPr anchor="ctr">
                    <a:lnL w="5715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BR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6204552"/>
                  </a:ext>
                </a:extLst>
              </a:tr>
              <a:tr h="1031225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BR" sz="1600" b="1">
                          <a:solidFill>
                            <a:srgbClr val="FF0000"/>
                          </a:solidFill>
                          <a:latin typeface="Poppins" pitchFamily="2" charset="77"/>
                          <a:cs typeface="Poppins" pitchFamily="2" charset="77"/>
                        </a:rPr>
                        <a:t>Telefone</a:t>
                      </a:r>
                    </a:p>
                    <a:p>
                      <a:pPr lv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200" b="1" i="0" u="none" strike="noStrike" noProof="0" dirty="0">
                          <a:solidFill>
                            <a:schemeClr val="tx1"/>
                          </a:solidFill>
                          <a:latin typeface="Poppins"/>
                          <a:cs typeface="Poppins"/>
                        </a:rPr>
                        <a:t>{{ telefone }}</a:t>
                      </a:r>
                      <a:endParaRPr lang="pt-BR" sz="1200" b="1" i="0" u="none" strike="noStrike" noProof="0" dirty="0">
                        <a:solidFill>
                          <a:srgbClr val="FFFFFF"/>
                        </a:solidFill>
                        <a:latin typeface="Poppins"/>
                        <a:cs typeface="Poppins"/>
                      </a:endParaRPr>
                    </a:p>
                  </a:txBody>
                  <a:tcPr anchor="ctr">
                    <a:lnL w="5715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BR" sz="1600" b="1">
                          <a:solidFill>
                            <a:srgbClr val="FF0000"/>
                          </a:solidFill>
                          <a:latin typeface="Poppins"/>
                          <a:cs typeface="Poppins"/>
                        </a:rPr>
                        <a:t>E-Mail</a:t>
                      </a:r>
                    </a:p>
                    <a:p>
                      <a:pPr lv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200" b="1" i="0" u="none" strike="noStrike" noProof="0" dirty="0">
                          <a:solidFill>
                            <a:schemeClr val="tx1"/>
                          </a:solidFill>
                          <a:latin typeface="Poppins"/>
                          <a:cs typeface="Poppins"/>
                        </a:rPr>
                        <a:t>{{ </a:t>
                      </a:r>
                      <a:r>
                        <a:rPr lang="pt-BR" sz="1200" b="1" i="0" u="none" strike="noStrike" noProof="0" dirty="0" err="1">
                          <a:solidFill>
                            <a:schemeClr val="tx1"/>
                          </a:solidFill>
                          <a:latin typeface="Poppins"/>
                          <a:cs typeface="Poppins"/>
                        </a:rPr>
                        <a:t>email</a:t>
                      </a:r>
                      <a:r>
                        <a:rPr lang="pt-BR" sz="1200" b="1" i="0" u="none" strike="noStrike" noProof="0" dirty="0">
                          <a:solidFill>
                            <a:schemeClr val="tx1"/>
                          </a:solidFill>
                          <a:latin typeface="Poppins"/>
                          <a:cs typeface="Poppins"/>
                        </a:rPr>
                        <a:t> }}</a:t>
                      </a:r>
                    </a:p>
                  </a:txBody>
                  <a:tcPr anchor="ctr">
                    <a:lnL w="5715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17255450"/>
                  </a:ext>
                </a:extLst>
              </a:tr>
              <a:tr h="1031225">
                <a:tc gridSpan="2"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BR" sz="1600" b="1" dirty="0">
                          <a:solidFill>
                            <a:srgbClr val="FF0000"/>
                          </a:solidFill>
                          <a:latin typeface="Poppins"/>
                          <a:cs typeface="Poppins"/>
                        </a:rPr>
                        <a:t>Local da </a:t>
                      </a:r>
                      <a:r>
                        <a:rPr lang="en-BR" sz="1600" b="1">
                          <a:solidFill>
                            <a:srgbClr val="FF0000"/>
                          </a:solidFill>
                          <a:latin typeface="Poppins"/>
                          <a:cs typeface="Poppins"/>
                        </a:rPr>
                        <a:t>obra</a:t>
                      </a:r>
                      <a:endParaRPr lang="pt-BR"/>
                    </a:p>
                    <a:p>
                      <a:pPr lv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200" b="1" i="0" u="none" strike="noStrike" noProof="0" dirty="0">
                          <a:solidFill>
                            <a:schemeClr val="tx1"/>
                          </a:solidFill>
                          <a:latin typeface="Poppins"/>
                          <a:cs typeface="Poppins"/>
                        </a:rPr>
                        <a:t>{{ </a:t>
                      </a:r>
                      <a:r>
                        <a:rPr lang="pt-BR" sz="1200" b="1" i="0" u="none" strike="noStrike" noProof="0" dirty="0" err="1">
                          <a:solidFill>
                            <a:schemeClr val="tx1"/>
                          </a:solidFill>
                          <a:latin typeface="Poppins"/>
                          <a:cs typeface="Poppins"/>
                        </a:rPr>
                        <a:t>local_obra</a:t>
                      </a:r>
                      <a:r>
                        <a:rPr lang="pt-BR" sz="1200" b="1" i="0" u="none" strike="noStrike" noProof="0" dirty="0">
                          <a:solidFill>
                            <a:schemeClr val="tx1"/>
                          </a:solidFill>
                          <a:latin typeface="Poppins"/>
                          <a:cs typeface="Poppins"/>
                        </a:rPr>
                        <a:t> }}</a:t>
                      </a:r>
                      <a:endParaRPr lang="pt-BR" sz="1200" b="1" i="0" u="none" strike="noStrike" noProof="0">
                        <a:solidFill>
                          <a:srgbClr val="FFFFFF"/>
                        </a:solidFill>
                        <a:latin typeface="Poppins"/>
                        <a:cs typeface="Poppins"/>
                      </a:endParaRPr>
                    </a:p>
                  </a:txBody>
                  <a:tcPr anchor="ctr">
                    <a:lnL w="5715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BR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2390504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Personalizar</PresentationFormat>
  <Paragraphs>0</Paragraphs>
  <Slides>1</Slides>
  <Notes>0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slides</vt:lpstr>
      </vt:variant>
      <vt:variant>
        <vt:i4>1</vt:i4>
      </vt:variant>
    </vt:vector>
  </HeadingPairs>
  <TitlesOfParts>
    <vt:vector size="2" baseType="lpstr">
      <vt:lpstr>Office Theme</vt:lpstr>
      <vt:lpstr>Apresentação do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30</cp:revision>
  <dcterms:created xsi:type="dcterms:W3CDTF">2013-01-27T09:14:16Z</dcterms:created>
  <dcterms:modified xsi:type="dcterms:W3CDTF">2026-05-18T20:48:03Z</dcterms:modified>
  <cp:category/>
</cp:coreProperties>
</file>