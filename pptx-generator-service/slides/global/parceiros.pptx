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39" r:id="rId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3B9A96-E10D-0D75-75EE-444517B64839}" v="16" dt="2026-05-18T17:50:39.3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32E84-E70D-451F-96C2-9AF65BF910CD}" type="datetimeFigureOut">
              <a:t>18/05/2026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62C59-2F09-4850-9455-F4B3034F3957}" type="slidenum">
              <a:t>‹nº›</a:t>
            </a:fld>
            <a:endParaRPr lang="pt-BR"/>
          </a:p>
        </p:txBody>
      </p:sp>
    </p:spTree>
    <p:extLst>
      <p:ext uri="{BB962C8B-B14F-4D97-AF65-F5344CB8AC3E}">
        <p14:creationId xmlns:p14="http://schemas.microsoft.com/office/powerpoint/2010/main" val="1335937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BR" b="1"/>
              <a:t>NAO MEXER NESSE SLIDE - FIXO</a:t>
            </a:r>
          </a:p>
          <a:p>
            <a:endParaRPr lang="en-BR" b="1"/>
          </a:p>
        </p:txBody>
      </p:sp>
      <p:sp>
        <p:nvSpPr>
          <p:cNvPr id="4" name="Slide Number Placeholder 3"/>
          <p:cNvSpPr>
            <a:spLocks noGrp="1"/>
          </p:cNvSpPr>
          <p:nvPr>
            <p:ph type="sldNum" sz="quarter" idx="5"/>
          </p:nvPr>
        </p:nvSpPr>
        <p:spPr/>
        <p:txBody>
          <a:bodyPr/>
          <a:lstStyle/>
          <a:p>
            <a:fld id="{C27C740D-A4AF-9C40-8FFB-99FBBDFCF035}" type="slidenum">
              <a:rPr lang="pt-BR" smtClean="0"/>
              <a:t>2</a:t>
            </a:fld>
            <a:endParaRPr lang="pt-BR"/>
          </a:p>
        </p:txBody>
      </p:sp>
    </p:spTree>
    <p:extLst>
      <p:ext uri="{BB962C8B-B14F-4D97-AF65-F5344CB8AC3E}">
        <p14:creationId xmlns:p14="http://schemas.microsoft.com/office/powerpoint/2010/main" val="349901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de-D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18.05.2026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877683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18.05.2026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14005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de-DE"/>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F0E51C7C-CEA3-4CAA-BE4B-344879E7C377}" type="datetimeFigureOut">
              <a:rPr lang="de-DE" smtClean="0"/>
              <a:t>18.05.2026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78137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5" name="Espaço Reservado para Data 4"/>
          <p:cNvSpPr>
            <a:spLocks noGrp="1"/>
          </p:cNvSpPr>
          <p:nvPr>
            <p:ph type="dt" sz="half" idx="10"/>
          </p:nvPr>
        </p:nvSpPr>
        <p:spPr/>
        <p:txBody>
          <a:bodyPr/>
          <a:lstStyle/>
          <a:p>
            <a:fld id="{F0E51C7C-CEA3-4CAA-BE4B-344879E7C377}" type="datetimeFigureOut">
              <a:rPr lang="de-DE" smtClean="0"/>
              <a:t>18.05.2026</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124613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endParaRPr lang="de-DE"/>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7" name="Espaço Reservado para Data 6"/>
          <p:cNvSpPr>
            <a:spLocks noGrp="1"/>
          </p:cNvSpPr>
          <p:nvPr>
            <p:ph type="dt" sz="half" idx="10"/>
          </p:nvPr>
        </p:nvSpPr>
        <p:spPr/>
        <p:txBody>
          <a:bodyPr/>
          <a:lstStyle/>
          <a:p>
            <a:fld id="{F0E51C7C-CEA3-4CAA-BE4B-344879E7C377}" type="datetimeFigureOut">
              <a:rPr lang="de-DE" smtClean="0"/>
              <a:t>18.05.2026</a:t>
            </a:fld>
            <a:endParaRPr lang="de-DE"/>
          </a:p>
        </p:txBody>
      </p:sp>
      <p:sp>
        <p:nvSpPr>
          <p:cNvPr id="8" name="Espaço Reservado para Rodapé 7"/>
          <p:cNvSpPr>
            <a:spLocks noGrp="1"/>
          </p:cNvSpPr>
          <p:nvPr>
            <p:ph type="ftr" sz="quarter" idx="11"/>
          </p:nvPr>
        </p:nvSpPr>
        <p:spPr/>
        <p:txBody>
          <a:bodyPr/>
          <a:lstStyle/>
          <a:p>
            <a:endParaRPr lang="de-DE"/>
          </a:p>
        </p:txBody>
      </p:sp>
      <p:sp>
        <p:nvSpPr>
          <p:cNvPr id="9" name="Espaço Reservado para Número de Slide 8"/>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694421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Data 2"/>
          <p:cNvSpPr>
            <a:spLocks noGrp="1"/>
          </p:cNvSpPr>
          <p:nvPr>
            <p:ph type="dt" sz="half" idx="10"/>
          </p:nvPr>
        </p:nvSpPr>
        <p:spPr/>
        <p:txBody>
          <a:bodyPr/>
          <a:lstStyle/>
          <a:p>
            <a:fld id="{F0E51C7C-CEA3-4CAA-BE4B-344879E7C377}" type="datetimeFigureOut">
              <a:rPr lang="de-DE" smtClean="0"/>
              <a:t>18.05.2026</a:t>
            </a:fld>
            <a:endParaRPr lang="de-DE"/>
          </a:p>
        </p:txBody>
      </p:sp>
      <p:sp>
        <p:nvSpPr>
          <p:cNvPr id="4" name="Espaço Reservado para Rodapé 3"/>
          <p:cNvSpPr>
            <a:spLocks noGrp="1"/>
          </p:cNvSpPr>
          <p:nvPr>
            <p:ph type="ftr" sz="quarter" idx="11"/>
          </p:nvPr>
        </p:nvSpPr>
        <p:spPr/>
        <p:txBody>
          <a:bodyPr/>
          <a:lstStyle/>
          <a:p>
            <a:endParaRPr lang="de-DE"/>
          </a:p>
        </p:txBody>
      </p:sp>
      <p:sp>
        <p:nvSpPr>
          <p:cNvPr id="5" name="Espaço Reservado para Número de Slide 4"/>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310853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0E51C7C-CEA3-4CAA-BE4B-344879E7C377}" type="datetimeFigureOut">
              <a:rPr lang="de-DE" smtClean="0"/>
              <a:t>18.05.2026</a:t>
            </a:fld>
            <a:endParaRPr lang="de-DE"/>
          </a:p>
        </p:txBody>
      </p:sp>
      <p:sp>
        <p:nvSpPr>
          <p:cNvPr id="3" name="Espaço Reservado para Rodapé 2"/>
          <p:cNvSpPr>
            <a:spLocks noGrp="1"/>
          </p:cNvSpPr>
          <p:nvPr>
            <p:ph type="ftr" sz="quarter" idx="11"/>
          </p:nvPr>
        </p:nvSpPr>
        <p:spPr/>
        <p:txBody>
          <a:bodyPr/>
          <a:lstStyle/>
          <a:p>
            <a:endParaRPr lang="de-DE"/>
          </a:p>
        </p:txBody>
      </p:sp>
      <p:sp>
        <p:nvSpPr>
          <p:cNvPr id="4" name="Espaço Reservado para Número de Slide 3"/>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578281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de-DE"/>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E51C7C-CEA3-4CAA-BE4B-344879E7C377}" type="datetimeFigureOut">
              <a:rPr lang="de-DE" smtClean="0"/>
              <a:t>18.05.2026</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217836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de-DE"/>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F0E51C7C-CEA3-4CAA-BE4B-344879E7C377}" type="datetimeFigureOut">
              <a:rPr lang="de-DE" smtClean="0"/>
              <a:t>18.05.2026</a:t>
            </a:fld>
            <a:endParaRPr lang="de-DE"/>
          </a:p>
        </p:txBody>
      </p:sp>
      <p:sp>
        <p:nvSpPr>
          <p:cNvPr id="6" name="Espaço Reservado para Rodapé 5"/>
          <p:cNvSpPr>
            <a:spLocks noGrp="1"/>
          </p:cNvSpPr>
          <p:nvPr>
            <p:ph type="ftr" sz="quarter" idx="11"/>
          </p:nvPr>
        </p:nvSpPr>
        <p:spPr/>
        <p:txBody>
          <a:bodyPr/>
          <a:lstStyle/>
          <a:p>
            <a:endParaRPr lang="de-DE"/>
          </a:p>
        </p:txBody>
      </p:sp>
      <p:sp>
        <p:nvSpPr>
          <p:cNvPr id="7" name="Espaço Reservado para Número de Slide 6"/>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2245566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de-DE"/>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18.05.2026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746588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endParaRPr lang="de-DE"/>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10"/>
          </p:nvPr>
        </p:nvSpPr>
        <p:spPr/>
        <p:txBody>
          <a:bodyPr/>
          <a:lstStyle/>
          <a:p>
            <a:fld id="{F0E51C7C-CEA3-4CAA-BE4B-344879E7C377}" type="datetimeFigureOut">
              <a:rPr lang="de-DE" smtClean="0"/>
              <a:t>18.05.2026</a:t>
            </a:fld>
            <a:endParaRPr lang="de-DE"/>
          </a:p>
        </p:txBody>
      </p:sp>
      <p:sp>
        <p:nvSpPr>
          <p:cNvPr id="5" name="Espaço Reservado para Rodapé 4"/>
          <p:cNvSpPr>
            <a:spLocks noGrp="1"/>
          </p:cNvSpPr>
          <p:nvPr>
            <p:ph type="ftr" sz="quarter" idx="11"/>
          </p:nvPr>
        </p:nvSpPr>
        <p:spPr/>
        <p:txBody>
          <a:bodyPr/>
          <a:lstStyle/>
          <a:p>
            <a:endParaRPr lang="de-DE"/>
          </a:p>
        </p:txBody>
      </p:sp>
      <p:sp>
        <p:nvSpPr>
          <p:cNvPr id="6" name="Espaço Reservado para Número de Slide 5"/>
          <p:cNvSpPr>
            <a:spLocks noGrp="1"/>
          </p:cNvSpPr>
          <p:nvPr>
            <p:ph type="sldNum" sz="quarter" idx="12"/>
          </p:nvPr>
        </p:nvSpPr>
        <p:spPr/>
        <p:txBody>
          <a:bodyPr/>
          <a:lstStyle/>
          <a:p>
            <a:fld id="{754FE2FE-B55E-4328-8F5C-2CEB8781A47B}" type="slidenum">
              <a:rPr lang="de-DE" smtClean="0"/>
              <a:t>‹nº›</a:t>
            </a:fld>
            <a:endParaRPr lang="de-DE"/>
          </a:p>
        </p:txBody>
      </p:sp>
    </p:spTree>
    <p:extLst>
      <p:ext uri="{BB962C8B-B14F-4D97-AF65-F5344CB8AC3E}">
        <p14:creationId xmlns:p14="http://schemas.microsoft.com/office/powerpoint/2010/main" val="130639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de-DE"/>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de-DE"/>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E51C7C-CEA3-4CAA-BE4B-344879E7C377}" type="datetimeFigureOut">
              <a:rPr lang="de-DE" smtClean="0"/>
              <a:t>18.05.2026</a:t>
            </a:fld>
            <a:endParaRPr lang="de-DE"/>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4FE2FE-B55E-4328-8F5C-2CEB8781A47B}" type="slidenum">
              <a:rPr lang="de-DE" smtClean="0"/>
              <a:t>‹nº›</a:t>
            </a:fld>
            <a:endParaRPr lang="de-DE"/>
          </a:p>
        </p:txBody>
      </p:sp>
    </p:spTree>
    <p:extLst>
      <p:ext uri="{BB962C8B-B14F-4D97-AF65-F5344CB8AC3E}">
        <p14:creationId xmlns:p14="http://schemas.microsoft.com/office/powerpoint/2010/main" val="2675746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8DA63DA6-0F99-F49F-9682-8AF9611B22DD}"/>
              </a:ext>
            </a:extLst>
          </p:cNvPr>
          <p:cNvSpPr txBox="1"/>
          <p:nvPr/>
        </p:nvSpPr>
        <p:spPr>
          <a:xfrm>
            <a:off x="624070" y="2905780"/>
            <a:ext cx="4699322" cy="523220"/>
          </a:xfrm>
          <a:prstGeom prst="rect">
            <a:avLst/>
          </a:prstGeom>
          <a:noFill/>
        </p:spPr>
        <p:txBody>
          <a:bodyPr wrap="square" rtlCol="0">
            <a:spAutoFit/>
          </a:bodyPr>
          <a:lstStyle/>
          <a:p>
            <a:r>
              <a:rPr lang="pt-PT" sz="2800" b="1">
                <a:solidFill>
                  <a:schemeClr val="bg1"/>
                </a:solidFill>
                <a:effectLst/>
                <a:latin typeface="Poppins" pitchFamily="2" charset="77"/>
                <a:cs typeface="Poppins" pitchFamily="2" charset="77"/>
              </a:rPr>
              <a:t>Quem joga com a gente.</a:t>
            </a:r>
          </a:p>
        </p:txBody>
      </p:sp>
      <p:sp>
        <p:nvSpPr>
          <p:cNvPr id="4" name="Espaço Reservado para Número de Slide 3">
            <a:extLst>
              <a:ext uri="{FF2B5EF4-FFF2-40B4-BE49-F238E27FC236}">
                <a16:creationId xmlns:a16="http://schemas.microsoft.com/office/drawing/2014/main" id="{2301A39A-211C-AE6A-015E-763F746E8B0E}"/>
              </a:ext>
            </a:extLst>
          </p:cNvPr>
          <p:cNvSpPr>
            <a:spLocks noGrp="1"/>
          </p:cNvSpPr>
          <p:nvPr>
            <p:ph type="sldNum" sz="quarter" idx="12"/>
          </p:nvPr>
        </p:nvSpPr>
        <p:spPr/>
        <p:txBody>
          <a:bodyPr/>
          <a:lstStyle/>
          <a:p>
            <a:fld id="{A61860CD-27E2-CD44-A98A-136C5EDD503F}" type="slidenum">
              <a:rPr lang="pt-BR" smtClean="0"/>
              <a:t>1</a:t>
            </a:fld>
            <a:endParaRPr lang="pt-BR"/>
          </a:p>
        </p:txBody>
      </p:sp>
      <p:sp>
        <p:nvSpPr>
          <p:cNvPr id="7" name="Graphic 5">
            <a:extLst>
              <a:ext uri="{FF2B5EF4-FFF2-40B4-BE49-F238E27FC236}">
                <a16:creationId xmlns:a16="http://schemas.microsoft.com/office/drawing/2014/main" id="{E9BB0045-BFA4-7C3A-9AB5-0A2AA55D2F62}"/>
              </a:ext>
            </a:extLst>
          </p:cNvPr>
          <p:cNvSpPr/>
          <p:nvPr/>
        </p:nvSpPr>
        <p:spPr>
          <a:xfrm>
            <a:off x="624070" y="5860753"/>
            <a:ext cx="2125043" cy="513381"/>
          </a:xfrm>
          <a:custGeom>
            <a:avLst/>
            <a:gdLst>
              <a:gd name="connsiteX0" fmla="*/ 39053 w 5716904"/>
              <a:gd name="connsiteY0" fmla="*/ 95250 h 1381125"/>
              <a:gd name="connsiteX1" fmla="*/ 19050 w 5716904"/>
              <a:gd name="connsiteY1" fmla="*/ 188595 h 1381125"/>
              <a:gd name="connsiteX2" fmla="*/ 5715 w 5716904"/>
              <a:gd name="connsiteY2" fmla="*/ 282892 h 1381125"/>
              <a:gd name="connsiteX3" fmla="*/ 0 w 5716904"/>
              <a:gd name="connsiteY3" fmla="*/ 378142 h 1381125"/>
              <a:gd name="connsiteX4" fmla="*/ 0 w 5716904"/>
              <a:gd name="connsiteY4" fmla="*/ 473392 h 1381125"/>
              <a:gd name="connsiteX5" fmla="*/ 6668 w 5716904"/>
              <a:gd name="connsiteY5" fmla="*/ 568642 h 1381125"/>
              <a:gd name="connsiteX6" fmla="*/ 20003 w 5716904"/>
              <a:gd name="connsiteY6" fmla="*/ 662940 h 1381125"/>
              <a:gd name="connsiteX7" fmla="*/ 40005 w 5716904"/>
              <a:gd name="connsiteY7" fmla="*/ 756285 h 1381125"/>
              <a:gd name="connsiteX8" fmla="*/ 65723 w 5716904"/>
              <a:gd name="connsiteY8" fmla="*/ 847725 h 1381125"/>
              <a:gd name="connsiteX9" fmla="*/ 91440 w 5716904"/>
              <a:gd name="connsiteY9" fmla="*/ 756285 h 1381125"/>
              <a:gd name="connsiteX10" fmla="*/ 110490 w 5716904"/>
              <a:gd name="connsiteY10" fmla="*/ 662940 h 1381125"/>
              <a:gd name="connsiteX11" fmla="*/ 123825 w 5716904"/>
              <a:gd name="connsiteY11" fmla="*/ 568642 h 1381125"/>
              <a:gd name="connsiteX12" fmla="*/ 130492 w 5716904"/>
              <a:gd name="connsiteY12" fmla="*/ 473392 h 1381125"/>
              <a:gd name="connsiteX13" fmla="*/ 130492 w 5716904"/>
              <a:gd name="connsiteY13" fmla="*/ 378142 h 1381125"/>
              <a:gd name="connsiteX14" fmla="*/ 123825 w 5716904"/>
              <a:gd name="connsiteY14" fmla="*/ 283845 h 1381125"/>
              <a:gd name="connsiteX15" fmla="*/ 110490 w 5716904"/>
              <a:gd name="connsiteY15" fmla="*/ 189547 h 1381125"/>
              <a:gd name="connsiteX16" fmla="*/ 91440 w 5716904"/>
              <a:gd name="connsiteY16" fmla="*/ 96203 h 1381125"/>
              <a:gd name="connsiteX17" fmla="*/ 64770 w 5716904"/>
              <a:gd name="connsiteY17" fmla="*/ 3810 h 1381125"/>
              <a:gd name="connsiteX18" fmla="*/ 39053 w 5716904"/>
              <a:gd name="connsiteY18" fmla="*/ 95250 h 1381125"/>
              <a:gd name="connsiteX19" fmla="*/ 208598 w 5716904"/>
              <a:gd name="connsiteY19" fmla="*/ 95250 h 1381125"/>
              <a:gd name="connsiteX20" fmla="*/ 188595 w 5716904"/>
              <a:gd name="connsiteY20" fmla="*/ 188595 h 1381125"/>
              <a:gd name="connsiteX21" fmla="*/ 175260 w 5716904"/>
              <a:gd name="connsiteY21" fmla="*/ 282892 h 1381125"/>
              <a:gd name="connsiteX22" fmla="*/ 168592 w 5716904"/>
              <a:gd name="connsiteY22" fmla="*/ 377190 h 1381125"/>
              <a:gd name="connsiteX23" fmla="*/ 168592 w 5716904"/>
              <a:gd name="connsiteY23" fmla="*/ 472440 h 1381125"/>
              <a:gd name="connsiteX24" fmla="*/ 175260 w 5716904"/>
              <a:gd name="connsiteY24" fmla="*/ 567690 h 1381125"/>
              <a:gd name="connsiteX25" fmla="*/ 188595 w 5716904"/>
              <a:gd name="connsiteY25" fmla="*/ 661988 h 1381125"/>
              <a:gd name="connsiteX26" fmla="*/ 208598 w 5716904"/>
              <a:gd name="connsiteY26" fmla="*/ 755332 h 1381125"/>
              <a:gd name="connsiteX27" fmla="*/ 234315 w 5716904"/>
              <a:gd name="connsiteY27" fmla="*/ 846772 h 1381125"/>
              <a:gd name="connsiteX28" fmla="*/ 260033 w 5716904"/>
              <a:gd name="connsiteY28" fmla="*/ 755332 h 1381125"/>
              <a:gd name="connsiteX29" fmla="*/ 279083 w 5716904"/>
              <a:gd name="connsiteY29" fmla="*/ 661988 h 1381125"/>
              <a:gd name="connsiteX30" fmla="*/ 292418 w 5716904"/>
              <a:gd name="connsiteY30" fmla="*/ 567690 h 1381125"/>
              <a:gd name="connsiteX31" fmla="*/ 299085 w 5716904"/>
              <a:gd name="connsiteY31" fmla="*/ 472440 h 1381125"/>
              <a:gd name="connsiteX32" fmla="*/ 299085 w 5716904"/>
              <a:gd name="connsiteY32" fmla="*/ 378142 h 1381125"/>
              <a:gd name="connsiteX33" fmla="*/ 292418 w 5716904"/>
              <a:gd name="connsiteY33" fmla="*/ 283845 h 1381125"/>
              <a:gd name="connsiteX34" fmla="*/ 279083 w 5716904"/>
              <a:gd name="connsiteY34" fmla="*/ 189547 h 1381125"/>
              <a:gd name="connsiteX35" fmla="*/ 260033 w 5716904"/>
              <a:gd name="connsiteY35" fmla="*/ 96203 h 1381125"/>
              <a:gd name="connsiteX36" fmla="*/ 234315 w 5716904"/>
              <a:gd name="connsiteY36" fmla="*/ 3810 h 1381125"/>
              <a:gd name="connsiteX37" fmla="*/ 208598 w 5716904"/>
              <a:gd name="connsiteY37" fmla="*/ 95250 h 1381125"/>
              <a:gd name="connsiteX38" fmla="*/ 376238 w 5716904"/>
              <a:gd name="connsiteY38" fmla="*/ 95250 h 1381125"/>
              <a:gd name="connsiteX39" fmla="*/ 357188 w 5716904"/>
              <a:gd name="connsiteY39" fmla="*/ 188595 h 1381125"/>
              <a:gd name="connsiteX40" fmla="*/ 343853 w 5716904"/>
              <a:gd name="connsiteY40" fmla="*/ 282892 h 1381125"/>
              <a:gd name="connsiteX41" fmla="*/ 337185 w 5716904"/>
              <a:gd name="connsiteY41" fmla="*/ 377190 h 1381125"/>
              <a:gd name="connsiteX42" fmla="*/ 337185 w 5716904"/>
              <a:gd name="connsiteY42" fmla="*/ 472440 h 1381125"/>
              <a:gd name="connsiteX43" fmla="*/ 343853 w 5716904"/>
              <a:gd name="connsiteY43" fmla="*/ 567690 h 1381125"/>
              <a:gd name="connsiteX44" fmla="*/ 357188 w 5716904"/>
              <a:gd name="connsiteY44" fmla="*/ 661988 h 1381125"/>
              <a:gd name="connsiteX45" fmla="*/ 376238 w 5716904"/>
              <a:gd name="connsiteY45" fmla="*/ 755332 h 1381125"/>
              <a:gd name="connsiteX46" fmla="*/ 401955 w 5716904"/>
              <a:gd name="connsiteY46" fmla="*/ 846772 h 1381125"/>
              <a:gd name="connsiteX47" fmla="*/ 427673 w 5716904"/>
              <a:gd name="connsiteY47" fmla="*/ 755332 h 1381125"/>
              <a:gd name="connsiteX48" fmla="*/ 447675 w 5716904"/>
              <a:gd name="connsiteY48" fmla="*/ 661988 h 1381125"/>
              <a:gd name="connsiteX49" fmla="*/ 461010 w 5716904"/>
              <a:gd name="connsiteY49" fmla="*/ 567690 h 1381125"/>
              <a:gd name="connsiteX50" fmla="*/ 467678 w 5716904"/>
              <a:gd name="connsiteY50" fmla="*/ 472440 h 1381125"/>
              <a:gd name="connsiteX51" fmla="*/ 467678 w 5716904"/>
              <a:gd name="connsiteY51" fmla="*/ 378142 h 1381125"/>
              <a:gd name="connsiteX52" fmla="*/ 461010 w 5716904"/>
              <a:gd name="connsiteY52" fmla="*/ 283845 h 1381125"/>
              <a:gd name="connsiteX53" fmla="*/ 447675 w 5716904"/>
              <a:gd name="connsiteY53" fmla="*/ 189547 h 1381125"/>
              <a:gd name="connsiteX54" fmla="*/ 427673 w 5716904"/>
              <a:gd name="connsiteY54" fmla="*/ 96203 h 1381125"/>
              <a:gd name="connsiteX55" fmla="*/ 402908 w 5716904"/>
              <a:gd name="connsiteY55" fmla="*/ 3810 h 1381125"/>
              <a:gd name="connsiteX56" fmla="*/ 376238 w 5716904"/>
              <a:gd name="connsiteY56" fmla="*/ 95250 h 1381125"/>
              <a:gd name="connsiteX57" fmla="*/ 545783 w 5716904"/>
              <a:gd name="connsiteY57" fmla="*/ 95250 h 1381125"/>
              <a:gd name="connsiteX58" fmla="*/ 526733 w 5716904"/>
              <a:gd name="connsiteY58" fmla="*/ 188595 h 1381125"/>
              <a:gd name="connsiteX59" fmla="*/ 513398 w 5716904"/>
              <a:gd name="connsiteY59" fmla="*/ 282892 h 1381125"/>
              <a:gd name="connsiteX60" fmla="*/ 506730 w 5716904"/>
              <a:gd name="connsiteY60" fmla="*/ 377190 h 1381125"/>
              <a:gd name="connsiteX61" fmla="*/ 506730 w 5716904"/>
              <a:gd name="connsiteY61" fmla="*/ 472440 h 1381125"/>
              <a:gd name="connsiteX62" fmla="*/ 513398 w 5716904"/>
              <a:gd name="connsiteY62" fmla="*/ 567690 h 1381125"/>
              <a:gd name="connsiteX63" fmla="*/ 526733 w 5716904"/>
              <a:gd name="connsiteY63" fmla="*/ 661988 h 1381125"/>
              <a:gd name="connsiteX64" fmla="*/ 545783 w 5716904"/>
              <a:gd name="connsiteY64" fmla="*/ 755332 h 1381125"/>
              <a:gd name="connsiteX65" fmla="*/ 571500 w 5716904"/>
              <a:gd name="connsiteY65" fmla="*/ 846772 h 1381125"/>
              <a:gd name="connsiteX66" fmla="*/ 597218 w 5716904"/>
              <a:gd name="connsiteY66" fmla="*/ 755332 h 1381125"/>
              <a:gd name="connsiteX67" fmla="*/ 617220 w 5716904"/>
              <a:gd name="connsiteY67" fmla="*/ 661988 h 1381125"/>
              <a:gd name="connsiteX68" fmla="*/ 630555 w 5716904"/>
              <a:gd name="connsiteY68" fmla="*/ 567690 h 1381125"/>
              <a:gd name="connsiteX69" fmla="*/ 637223 w 5716904"/>
              <a:gd name="connsiteY69" fmla="*/ 472440 h 1381125"/>
              <a:gd name="connsiteX70" fmla="*/ 637223 w 5716904"/>
              <a:gd name="connsiteY70" fmla="*/ 378142 h 1381125"/>
              <a:gd name="connsiteX71" fmla="*/ 630555 w 5716904"/>
              <a:gd name="connsiteY71" fmla="*/ 283845 h 1381125"/>
              <a:gd name="connsiteX72" fmla="*/ 617220 w 5716904"/>
              <a:gd name="connsiteY72" fmla="*/ 189547 h 1381125"/>
              <a:gd name="connsiteX73" fmla="*/ 597218 w 5716904"/>
              <a:gd name="connsiteY73" fmla="*/ 96203 h 1381125"/>
              <a:gd name="connsiteX74" fmla="*/ 571500 w 5716904"/>
              <a:gd name="connsiteY74" fmla="*/ 3810 h 1381125"/>
              <a:gd name="connsiteX75" fmla="*/ 545783 w 5716904"/>
              <a:gd name="connsiteY75" fmla="*/ 95250 h 1381125"/>
              <a:gd name="connsiteX76" fmla="*/ 715328 w 5716904"/>
              <a:gd name="connsiteY76" fmla="*/ 95250 h 1381125"/>
              <a:gd name="connsiteX77" fmla="*/ 695325 w 5716904"/>
              <a:gd name="connsiteY77" fmla="*/ 188595 h 1381125"/>
              <a:gd name="connsiteX78" fmla="*/ 681990 w 5716904"/>
              <a:gd name="connsiteY78" fmla="*/ 282892 h 1381125"/>
              <a:gd name="connsiteX79" fmla="*/ 675323 w 5716904"/>
              <a:gd name="connsiteY79" fmla="*/ 377190 h 1381125"/>
              <a:gd name="connsiteX80" fmla="*/ 675323 w 5716904"/>
              <a:gd name="connsiteY80" fmla="*/ 472440 h 1381125"/>
              <a:gd name="connsiteX81" fmla="*/ 681990 w 5716904"/>
              <a:gd name="connsiteY81" fmla="*/ 567690 h 1381125"/>
              <a:gd name="connsiteX82" fmla="*/ 695325 w 5716904"/>
              <a:gd name="connsiteY82" fmla="*/ 661988 h 1381125"/>
              <a:gd name="connsiteX83" fmla="*/ 715328 w 5716904"/>
              <a:gd name="connsiteY83" fmla="*/ 755332 h 1381125"/>
              <a:gd name="connsiteX84" fmla="*/ 741045 w 5716904"/>
              <a:gd name="connsiteY84" fmla="*/ 846772 h 1381125"/>
              <a:gd name="connsiteX85" fmla="*/ 766763 w 5716904"/>
              <a:gd name="connsiteY85" fmla="*/ 755332 h 1381125"/>
              <a:gd name="connsiteX86" fmla="*/ 786765 w 5716904"/>
              <a:gd name="connsiteY86" fmla="*/ 661988 h 1381125"/>
              <a:gd name="connsiteX87" fmla="*/ 800100 w 5716904"/>
              <a:gd name="connsiteY87" fmla="*/ 567690 h 1381125"/>
              <a:gd name="connsiteX88" fmla="*/ 806768 w 5716904"/>
              <a:gd name="connsiteY88" fmla="*/ 472440 h 1381125"/>
              <a:gd name="connsiteX89" fmla="*/ 806768 w 5716904"/>
              <a:gd name="connsiteY89" fmla="*/ 378142 h 1381125"/>
              <a:gd name="connsiteX90" fmla="*/ 800100 w 5716904"/>
              <a:gd name="connsiteY90" fmla="*/ 283845 h 1381125"/>
              <a:gd name="connsiteX91" fmla="*/ 786765 w 5716904"/>
              <a:gd name="connsiteY91" fmla="*/ 189547 h 1381125"/>
              <a:gd name="connsiteX92" fmla="*/ 766763 w 5716904"/>
              <a:gd name="connsiteY92" fmla="*/ 95250 h 1381125"/>
              <a:gd name="connsiteX93" fmla="*/ 741045 w 5716904"/>
              <a:gd name="connsiteY93" fmla="*/ 3810 h 1381125"/>
              <a:gd name="connsiteX94" fmla="*/ 715328 w 5716904"/>
              <a:gd name="connsiteY94" fmla="*/ 95250 h 1381125"/>
              <a:gd name="connsiteX95" fmla="*/ 1636395 w 5716904"/>
              <a:gd name="connsiteY95" fmla="*/ 3810 h 1381125"/>
              <a:gd name="connsiteX96" fmla="*/ 1530668 w 5716904"/>
              <a:gd name="connsiteY96" fmla="*/ 465772 h 1381125"/>
              <a:gd name="connsiteX97" fmla="*/ 1424940 w 5716904"/>
              <a:gd name="connsiteY97" fmla="*/ 3810 h 1381125"/>
              <a:gd name="connsiteX98" fmla="*/ 963930 w 5716904"/>
              <a:gd name="connsiteY98" fmla="*/ 3810 h 1381125"/>
              <a:gd name="connsiteX99" fmla="*/ 963930 w 5716904"/>
              <a:gd name="connsiteY99" fmla="*/ 850582 h 1381125"/>
              <a:gd name="connsiteX100" fmla="*/ 1220153 w 5716904"/>
              <a:gd name="connsiteY100" fmla="*/ 850582 h 1381125"/>
              <a:gd name="connsiteX101" fmla="*/ 1220153 w 5716904"/>
              <a:gd name="connsiteY101" fmla="*/ 256222 h 1381125"/>
              <a:gd name="connsiteX102" fmla="*/ 1389698 w 5716904"/>
              <a:gd name="connsiteY102" fmla="*/ 850582 h 1381125"/>
              <a:gd name="connsiteX103" fmla="*/ 1671638 w 5716904"/>
              <a:gd name="connsiteY103" fmla="*/ 850582 h 1381125"/>
              <a:gd name="connsiteX104" fmla="*/ 1841183 w 5716904"/>
              <a:gd name="connsiteY104" fmla="*/ 256222 h 1381125"/>
              <a:gd name="connsiteX105" fmla="*/ 1841183 w 5716904"/>
              <a:gd name="connsiteY105" fmla="*/ 850582 h 1381125"/>
              <a:gd name="connsiteX106" fmla="*/ 2097405 w 5716904"/>
              <a:gd name="connsiteY106" fmla="*/ 850582 h 1381125"/>
              <a:gd name="connsiteX107" fmla="*/ 2097405 w 5716904"/>
              <a:gd name="connsiteY107" fmla="*/ 3810 h 1381125"/>
              <a:gd name="connsiteX108" fmla="*/ 1636395 w 5716904"/>
              <a:gd name="connsiteY108" fmla="*/ 3810 h 1381125"/>
              <a:gd name="connsiteX109" fmla="*/ 2577465 w 5716904"/>
              <a:gd name="connsiteY109" fmla="*/ 681038 h 1381125"/>
              <a:gd name="connsiteX110" fmla="*/ 2558415 w 5716904"/>
              <a:gd name="connsiteY110" fmla="*/ 673417 h 1381125"/>
              <a:gd name="connsiteX111" fmla="*/ 2542223 w 5716904"/>
              <a:gd name="connsiteY111" fmla="*/ 661035 h 1381125"/>
              <a:gd name="connsiteX112" fmla="*/ 2529840 w 5716904"/>
              <a:gd name="connsiteY112" fmla="*/ 644842 h 1381125"/>
              <a:gd name="connsiteX113" fmla="*/ 2522220 w 5716904"/>
              <a:gd name="connsiteY113" fmla="*/ 625792 h 1381125"/>
              <a:gd name="connsiteX114" fmla="*/ 2519363 w 5716904"/>
              <a:gd name="connsiteY114" fmla="*/ 605790 h 1381125"/>
              <a:gd name="connsiteX115" fmla="*/ 2519363 w 5716904"/>
              <a:gd name="connsiteY115" fmla="*/ 246697 h 1381125"/>
              <a:gd name="connsiteX116" fmla="*/ 2522220 w 5716904"/>
              <a:gd name="connsiteY116" fmla="*/ 226695 h 1381125"/>
              <a:gd name="connsiteX117" fmla="*/ 2529840 w 5716904"/>
              <a:gd name="connsiteY117" fmla="*/ 208597 h 1381125"/>
              <a:gd name="connsiteX118" fmla="*/ 2542223 w 5716904"/>
              <a:gd name="connsiteY118" fmla="*/ 192405 h 1381125"/>
              <a:gd name="connsiteX119" fmla="*/ 2558415 w 5716904"/>
              <a:gd name="connsiteY119" fmla="*/ 180022 h 1381125"/>
              <a:gd name="connsiteX120" fmla="*/ 2577465 w 5716904"/>
              <a:gd name="connsiteY120" fmla="*/ 172403 h 1381125"/>
              <a:gd name="connsiteX121" fmla="*/ 2597468 w 5716904"/>
              <a:gd name="connsiteY121" fmla="*/ 169545 h 1381125"/>
              <a:gd name="connsiteX122" fmla="*/ 2617470 w 5716904"/>
              <a:gd name="connsiteY122" fmla="*/ 172403 h 1381125"/>
              <a:gd name="connsiteX123" fmla="*/ 2636520 w 5716904"/>
              <a:gd name="connsiteY123" fmla="*/ 180022 h 1381125"/>
              <a:gd name="connsiteX124" fmla="*/ 2652713 w 5716904"/>
              <a:gd name="connsiteY124" fmla="*/ 192405 h 1381125"/>
              <a:gd name="connsiteX125" fmla="*/ 2665095 w 5716904"/>
              <a:gd name="connsiteY125" fmla="*/ 208597 h 1381125"/>
              <a:gd name="connsiteX126" fmla="*/ 2672715 w 5716904"/>
              <a:gd name="connsiteY126" fmla="*/ 226695 h 1381125"/>
              <a:gd name="connsiteX127" fmla="*/ 2675573 w 5716904"/>
              <a:gd name="connsiteY127" fmla="*/ 246697 h 1381125"/>
              <a:gd name="connsiteX128" fmla="*/ 2675573 w 5716904"/>
              <a:gd name="connsiteY128" fmla="*/ 606742 h 1381125"/>
              <a:gd name="connsiteX129" fmla="*/ 2672715 w 5716904"/>
              <a:gd name="connsiteY129" fmla="*/ 626745 h 1381125"/>
              <a:gd name="connsiteX130" fmla="*/ 2665095 w 5716904"/>
              <a:gd name="connsiteY130" fmla="*/ 645795 h 1381125"/>
              <a:gd name="connsiteX131" fmla="*/ 2652713 w 5716904"/>
              <a:gd name="connsiteY131" fmla="*/ 661988 h 1381125"/>
              <a:gd name="connsiteX132" fmla="*/ 2636520 w 5716904"/>
              <a:gd name="connsiteY132" fmla="*/ 674370 h 1381125"/>
              <a:gd name="connsiteX133" fmla="*/ 2617470 w 5716904"/>
              <a:gd name="connsiteY133" fmla="*/ 681990 h 1381125"/>
              <a:gd name="connsiteX134" fmla="*/ 2597468 w 5716904"/>
              <a:gd name="connsiteY134" fmla="*/ 684847 h 1381125"/>
              <a:gd name="connsiteX135" fmla="*/ 2577465 w 5716904"/>
              <a:gd name="connsiteY135" fmla="*/ 681038 h 1381125"/>
              <a:gd name="connsiteX136" fmla="*/ 2520315 w 5716904"/>
              <a:gd name="connsiteY136" fmla="*/ 3810 h 1381125"/>
              <a:gd name="connsiteX137" fmla="*/ 2476500 w 5716904"/>
              <a:gd name="connsiteY137" fmla="*/ 6667 h 1381125"/>
              <a:gd name="connsiteX138" fmla="*/ 2433638 w 5716904"/>
              <a:gd name="connsiteY138" fmla="*/ 16192 h 1381125"/>
              <a:gd name="connsiteX139" fmla="*/ 2391728 w 5716904"/>
              <a:gd name="connsiteY139" fmla="*/ 31432 h 1381125"/>
              <a:gd name="connsiteX140" fmla="*/ 2352675 w 5716904"/>
              <a:gd name="connsiteY140" fmla="*/ 52388 h 1381125"/>
              <a:gd name="connsiteX141" fmla="*/ 2317433 w 5716904"/>
              <a:gd name="connsiteY141" fmla="*/ 79057 h 1381125"/>
              <a:gd name="connsiteX142" fmla="*/ 2286000 w 5716904"/>
              <a:gd name="connsiteY142" fmla="*/ 110490 h 1381125"/>
              <a:gd name="connsiteX143" fmla="*/ 2259330 w 5716904"/>
              <a:gd name="connsiteY143" fmla="*/ 145732 h 1381125"/>
              <a:gd name="connsiteX144" fmla="*/ 2238375 w 5716904"/>
              <a:gd name="connsiteY144" fmla="*/ 184785 h 1381125"/>
              <a:gd name="connsiteX145" fmla="*/ 2223135 w 5716904"/>
              <a:gd name="connsiteY145" fmla="*/ 225742 h 1381125"/>
              <a:gd name="connsiteX146" fmla="*/ 2213610 w 5716904"/>
              <a:gd name="connsiteY146" fmla="*/ 269557 h 1381125"/>
              <a:gd name="connsiteX147" fmla="*/ 2210753 w 5716904"/>
              <a:gd name="connsiteY147" fmla="*/ 313372 h 1381125"/>
              <a:gd name="connsiteX148" fmla="*/ 2210753 w 5716904"/>
              <a:gd name="connsiteY148" fmla="*/ 541972 h 1381125"/>
              <a:gd name="connsiteX149" fmla="*/ 2213610 w 5716904"/>
              <a:gd name="connsiteY149" fmla="*/ 585788 h 1381125"/>
              <a:gd name="connsiteX150" fmla="*/ 2223135 w 5716904"/>
              <a:gd name="connsiteY150" fmla="*/ 628650 h 1381125"/>
              <a:gd name="connsiteX151" fmla="*/ 2238375 w 5716904"/>
              <a:gd name="connsiteY151" fmla="*/ 670560 h 1381125"/>
              <a:gd name="connsiteX152" fmla="*/ 2259330 w 5716904"/>
              <a:gd name="connsiteY152" fmla="*/ 709613 h 1381125"/>
              <a:gd name="connsiteX153" fmla="*/ 2286000 w 5716904"/>
              <a:gd name="connsiteY153" fmla="*/ 744855 h 1381125"/>
              <a:gd name="connsiteX154" fmla="*/ 2317433 w 5716904"/>
              <a:gd name="connsiteY154" fmla="*/ 776288 h 1381125"/>
              <a:gd name="connsiteX155" fmla="*/ 2352675 w 5716904"/>
              <a:gd name="connsiteY155" fmla="*/ 802957 h 1381125"/>
              <a:gd name="connsiteX156" fmla="*/ 2391728 w 5716904"/>
              <a:gd name="connsiteY156" fmla="*/ 823913 h 1381125"/>
              <a:gd name="connsiteX157" fmla="*/ 2433638 w 5716904"/>
              <a:gd name="connsiteY157" fmla="*/ 839153 h 1381125"/>
              <a:gd name="connsiteX158" fmla="*/ 2476500 w 5716904"/>
              <a:gd name="connsiteY158" fmla="*/ 848678 h 1381125"/>
              <a:gd name="connsiteX159" fmla="*/ 2520315 w 5716904"/>
              <a:gd name="connsiteY159" fmla="*/ 851535 h 1381125"/>
              <a:gd name="connsiteX160" fmla="*/ 2673668 w 5716904"/>
              <a:gd name="connsiteY160" fmla="*/ 851535 h 1381125"/>
              <a:gd name="connsiteX161" fmla="*/ 2717483 w 5716904"/>
              <a:gd name="connsiteY161" fmla="*/ 848678 h 1381125"/>
              <a:gd name="connsiteX162" fmla="*/ 2761298 w 5716904"/>
              <a:gd name="connsiteY162" fmla="*/ 839153 h 1381125"/>
              <a:gd name="connsiteX163" fmla="*/ 2802255 w 5716904"/>
              <a:gd name="connsiteY163" fmla="*/ 823913 h 1381125"/>
              <a:gd name="connsiteX164" fmla="*/ 2841308 w 5716904"/>
              <a:gd name="connsiteY164" fmla="*/ 802957 h 1381125"/>
              <a:gd name="connsiteX165" fmla="*/ 2876550 w 5716904"/>
              <a:gd name="connsiteY165" fmla="*/ 776288 h 1381125"/>
              <a:gd name="connsiteX166" fmla="*/ 2907983 w 5716904"/>
              <a:gd name="connsiteY166" fmla="*/ 744855 h 1381125"/>
              <a:gd name="connsiteX167" fmla="*/ 2934653 w 5716904"/>
              <a:gd name="connsiteY167" fmla="*/ 709613 h 1381125"/>
              <a:gd name="connsiteX168" fmla="*/ 2955608 w 5716904"/>
              <a:gd name="connsiteY168" fmla="*/ 670560 h 1381125"/>
              <a:gd name="connsiteX169" fmla="*/ 2970848 w 5716904"/>
              <a:gd name="connsiteY169" fmla="*/ 628650 h 1381125"/>
              <a:gd name="connsiteX170" fmla="*/ 2980373 w 5716904"/>
              <a:gd name="connsiteY170" fmla="*/ 585788 h 1381125"/>
              <a:gd name="connsiteX171" fmla="*/ 2983230 w 5716904"/>
              <a:gd name="connsiteY171" fmla="*/ 541972 h 1381125"/>
              <a:gd name="connsiteX172" fmla="*/ 2983230 w 5716904"/>
              <a:gd name="connsiteY172" fmla="*/ 311467 h 1381125"/>
              <a:gd name="connsiteX173" fmla="*/ 2980373 w 5716904"/>
              <a:gd name="connsiteY173" fmla="*/ 267653 h 1381125"/>
              <a:gd name="connsiteX174" fmla="*/ 2970848 w 5716904"/>
              <a:gd name="connsiteY174" fmla="*/ 223838 h 1381125"/>
              <a:gd name="connsiteX175" fmla="*/ 2955608 w 5716904"/>
              <a:gd name="connsiteY175" fmla="*/ 182880 h 1381125"/>
              <a:gd name="connsiteX176" fmla="*/ 2934653 w 5716904"/>
              <a:gd name="connsiteY176" fmla="*/ 143828 h 1381125"/>
              <a:gd name="connsiteX177" fmla="*/ 2907983 w 5716904"/>
              <a:gd name="connsiteY177" fmla="*/ 108585 h 1381125"/>
              <a:gd name="connsiteX178" fmla="*/ 2876550 w 5716904"/>
              <a:gd name="connsiteY178" fmla="*/ 77153 h 1381125"/>
              <a:gd name="connsiteX179" fmla="*/ 2841308 w 5716904"/>
              <a:gd name="connsiteY179" fmla="*/ 50482 h 1381125"/>
              <a:gd name="connsiteX180" fmla="*/ 2802255 w 5716904"/>
              <a:gd name="connsiteY180" fmla="*/ 29527 h 1381125"/>
              <a:gd name="connsiteX181" fmla="*/ 2761298 w 5716904"/>
              <a:gd name="connsiteY181" fmla="*/ 14288 h 1381125"/>
              <a:gd name="connsiteX182" fmla="*/ 2717483 w 5716904"/>
              <a:gd name="connsiteY182" fmla="*/ 4763 h 1381125"/>
              <a:gd name="connsiteX183" fmla="*/ 2674620 w 5716904"/>
              <a:gd name="connsiteY183" fmla="*/ 1905 h 1381125"/>
              <a:gd name="connsiteX184" fmla="*/ 2520315 w 5716904"/>
              <a:gd name="connsiteY184" fmla="*/ 1905 h 1381125"/>
              <a:gd name="connsiteX185" fmla="*/ 3713798 w 5716904"/>
              <a:gd name="connsiteY185" fmla="*/ 3810 h 1381125"/>
              <a:gd name="connsiteX186" fmla="*/ 3713798 w 5716904"/>
              <a:gd name="connsiteY186" fmla="*/ 597217 h 1381125"/>
              <a:gd name="connsiteX187" fmla="*/ 3544253 w 5716904"/>
              <a:gd name="connsiteY187" fmla="*/ 3810 h 1381125"/>
              <a:gd name="connsiteX188" fmla="*/ 3097530 w 5716904"/>
              <a:gd name="connsiteY188" fmla="*/ 3810 h 1381125"/>
              <a:gd name="connsiteX189" fmla="*/ 3097530 w 5716904"/>
              <a:gd name="connsiteY189" fmla="*/ 850582 h 1381125"/>
              <a:gd name="connsiteX190" fmla="*/ 3353753 w 5716904"/>
              <a:gd name="connsiteY190" fmla="*/ 850582 h 1381125"/>
              <a:gd name="connsiteX191" fmla="*/ 3353753 w 5716904"/>
              <a:gd name="connsiteY191" fmla="*/ 256222 h 1381125"/>
              <a:gd name="connsiteX192" fmla="*/ 3524250 w 5716904"/>
              <a:gd name="connsiteY192" fmla="*/ 850582 h 1381125"/>
              <a:gd name="connsiteX193" fmla="*/ 3970973 w 5716904"/>
              <a:gd name="connsiteY193" fmla="*/ 850582 h 1381125"/>
              <a:gd name="connsiteX194" fmla="*/ 3970973 w 5716904"/>
              <a:gd name="connsiteY194" fmla="*/ 3810 h 1381125"/>
              <a:gd name="connsiteX195" fmla="*/ 3713798 w 5716904"/>
              <a:gd name="connsiteY195" fmla="*/ 3810 h 1381125"/>
              <a:gd name="connsiteX196" fmla="*/ 4369118 w 5716904"/>
              <a:gd name="connsiteY196" fmla="*/ 169545 h 1381125"/>
              <a:gd name="connsiteX197" fmla="*/ 4445318 w 5716904"/>
              <a:gd name="connsiteY197" fmla="*/ 169545 h 1381125"/>
              <a:gd name="connsiteX198" fmla="*/ 4465320 w 5716904"/>
              <a:gd name="connsiteY198" fmla="*/ 172403 h 1381125"/>
              <a:gd name="connsiteX199" fmla="*/ 4484370 w 5716904"/>
              <a:gd name="connsiteY199" fmla="*/ 180022 h 1381125"/>
              <a:gd name="connsiteX200" fmla="*/ 4500563 w 5716904"/>
              <a:gd name="connsiteY200" fmla="*/ 192405 h 1381125"/>
              <a:gd name="connsiteX201" fmla="*/ 4512945 w 5716904"/>
              <a:gd name="connsiteY201" fmla="*/ 208597 h 1381125"/>
              <a:gd name="connsiteX202" fmla="*/ 4520565 w 5716904"/>
              <a:gd name="connsiteY202" fmla="*/ 226695 h 1381125"/>
              <a:gd name="connsiteX203" fmla="*/ 4523423 w 5716904"/>
              <a:gd name="connsiteY203" fmla="*/ 246697 h 1381125"/>
              <a:gd name="connsiteX204" fmla="*/ 4523423 w 5716904"/>
              <a:gd name="connsiteY204" fmla="*/ 606742 h 1381125"/>
              <a:gd name="connsiteX205" fmla="*/ 4520565 w 5716904"/>
              <a:gd name="connsiteY205" fmla="*/ 626745 h 1381125"/>
              <a:gd name="connsiteX206" fmla="*/ 4512945 w 5716904"/>
              <a:gd name="connsiteY206" fmla="*/ 645795 h 1381125"/>
              <a:gd name="connsiteX207" fmla="*/ 4500563 w 5716904"/>
              <a:gd name="connsiteY207" fmla="*/ 661988 h 1381125"/>
              <a:gd name="connsiteX208" fmla="*/ 4484370 w 5716904"/>
              <a:gd name="connsiteY208" fmla="*/ 674370 h 1381125"/>
              <a:gd name="connsiteX209" fmla="*/ 4465320 w 5716904"/>
              <a:gd name="connsiteY209" fmla="*/ 681990 h 1381125"/>
              <a:gd name="connsiteX210" fmla="*/ 4445318 w 5716904"/>
              <a:gd name="connsiteY210" fmla="*/ 684847 h 1381125"/>
              <a:gd name="connsiteX211" fmla="*/ 4369118 w 5716904"/>
              <a:gd name="connsiteY211" fmla="*/ 684847 h 1381125"/>
              <a:gd name="connsiteX212" fmla="*/ 4369118 w 5716904"/>
              <a:gd name="connsiteY212" fmla="*/ 169545 h 1381125"/>
              <a:gd name="connsiteX213" fmla="*/ 4087178 w 5716904"/>
              <a:gd name="connsiteY213" fmla="*/ 3810 h 1381125"/>
              <a:gd name="connsiteX214" fmla="*/ 4087178 w 5716904"/>
              <a:gd name="connsiteY214" fmla="*/ 850582 h 1381125"/>
              <a:gd name="connsiteX215" fmla="*/ 4523423 w 5716904"/>
              <a:gd name="connsiteY215" fmla="*/ 850582 h 1381125"/>
              <a:gd name="connsiteX216" fmla="*/ 4567238 w 5716904"/>
              <a:gd name="connsiteY216" fmla="*/ 847725 h 1381125"/>
              <a:gd name="connsiteX217" fmla="*/ 4610100 w 5716904"/>
              <a:gd name="connsiteY217" fmla="*/ 838200 h 1381125"/>
              <a:gd name="connsiteX218" fmla="*/ 4651058 w 5716904"/>
              <a:gd name="connsiteY218" fmla="*/ 822960 h 1381125"/>
              <a:gd name="connsiteX219" fmla="*/ 4690110 w 5716904"/>
              <a:gd name="connsiteY219" fmla="*/ 802005 h 1381125"/>
              <a:gd name="connsiteX220" fmla="*/ 4725353 w 5716904"/>
              <a:gd name="connsiteY220" fmla="*/ 775335 h 1381125"/>
              <a:gd name="connsiteX221" fmla="*/ 4756785 w 5716904"/>
              <a:gd name="connsiteY221" fmla="*/ 743903 h 1381125"/>
              <a:gd name="connsiteX222" fmla="*/ 4783455 w 5716904"/>
              <a:gd name="connsiteY222" fmla="*/ 708660 h 1381125"/>
              <a:gd name="connsiteX223" fmla="*/ 4804410 w 5716904"/>
              <a:gd name="connsiteY223" fmla="*/ 669607 h 1381125"/>
              <a:gd name="connsiteX224" fmla="*/ 4819650 w 5716904"/>
              <a:gd name="connsiteY224" fmla="*/ 627697 h 1381125"/>
              <a:gd name="connsiteX225" fmla="*/ 4829175 w 5716904"/>
              <a:gd name="connsiteY225" fmla="*/ 584835 h 1381125"/>
              <a:gd name="connsiteX226" fmla="*/ 4832033 w 5716904"/>
              <a:gd name="connsiteY226" fmla="*/ 541020 h 1381125"/>
              <a:gd name="connsiteX227" fmla="*/ 4832033 w 5716904"/>
              <a:gd name="connsiteY227" fmla="*/ 309563 h 1381125"/>
              <a:gd name="connsiteX228" fmla="*/ 4829175 w 5716904"/>
              <a:gd name="connsiteY228" fmla="*/ 265747 h 1381125"/>
              <a:gd name="connsiteX229" fmla="*/ 4819650 w 5716904"/>
              <a:gd name="connsiteY229" fmla="*/ 221932 h 1381125"/>
              <a:gd name="connsiteX230" fmla="*/ 4804410 w 5716904"/>
              <a:gd name="connsiteY230" fmla="*/ 180975 h 1381125"/>
              <a:gd name="connsiteX231" fmla="*/ 4783455 w 5716904"/>
              <a:gd name="connsiteY231" fmla="*/ 141922 h 1381125"/>
              <a:gd name="connsiteX232" fmla="*/ 4756785 w 5716904"/>
              <a:gd name="connsiteY232" fmla="*/ 106680 h 1381125"/>
              <a:gd name="connsiteX233" fmla="*/ 4725353 w 5716904"/>
              <a:gd name="connsiteY233" fmla="*/ 75247 h 1381125"/>
              <a:gd name="connsiteX234" fmla="*/ 4690110 w 5716904"/>
              <a:gd name="connsiteY234" fmla="*/ 48577 h 1381125"/>
              <a:gd name="connsiteX235" fmla="*/ 4651058 w 5716904"/>
              <a:gd name="connsiteY235" fmla="*/ 27622 h 1381125"/>
              <a:gd name="connsiteX236" fmla="*/ 4610100 w 5716904"/>
              <a:gd name="connsiteY236" fmla="*/ 12382 h 1381125"/>
              <a:gd name="connsiteX237" fmla="*/ 4567238 w 5716904"/>
              <a:gd name="connsiteY237" fmla="*/ 2857 h 1381125"/>
              <a:gd name="connsiteX238" fmla="*/ 4522470 w 5716904"/>
              <a:gd name="connsiteY238" fmla="*/ 0 h 1381125"/>
              <a:gd name="connsiteX239" fmla="*/ 4087178 w 5716904"/>
              <a:gd name="connsiteY239" fmla="*/ 0 h 1381125"/>
              <a:gd name="connsiteX240" fmla="*/ 5310188 w 5716904"/>
              <a:gd name="connsiteY240" fmla="*/ 681038 h 1381125"/>
              <a:gd name="connsiteX241" fmla="*/ 5291138 w 5716904"/>
              <a:gd name="connsiteY241" fmla="*/ 673417 h 1381125"/>
              <a:gd name="connsiteX242" fmla="*/ 5274945 w 5716904"/>
              <a:gd name="connsiteY242" fmla="*/ 661035 h 1381125"/>
              <a:gd name="connsiteX243" fmla="*/ 5262563 w 5716904"/>
              <a:gd name="connsiteY243" fmla="*/ 644842 h 1381125"/>
              <a:gd name="connsiteX244" fmla="*/ 5254943 w 5716904"/>
              <a:gd name="connsiteY244" fmla="*/ 625792 h 1381125"/>
              <a:gd name="connsiteX245" fmla="*/ 5252085 w 5716904"/>
              <a:gd name="connsiteY245" fmla="*/ 605790 h 1381125"/>
              <a:gd name="connsiteX246" fmla="*/ 5252085 w 5716904"/>
              <a:gd name="connsiteY246" fmla="*/ 246697 h 1381125"/>
              <a:gd name="connsiteX247" fmla="*/ 5254943 w 5716904"/>
              <a:gd name="connsiteY247" fmla="*/ 226695 h 1381125"/>
              <a:gd name="connsiteX248" fmla="*/ 5262563 w 5716904"/>
              <a:gd name="connsiteY248" fmla="*/ 208597 h 1381125"/>
              <a:gd name="connsiteX249" fmla="*/ 5274945 w 5716904"/>
              <a:gd name="connsiteY249" fmla="*/ 192405 h 1381125"/>
              <a:gd name="connsiteX250" fmla="*/ 5291138 w 5716904"/>
              <a:gd name="connsiteY250" fmla="*/ 180022 h 1381125"/>
              <a:gd name="connsiteX251" fmla="*/ 5310188 w 5716904"/>
              <a:gd name="connsiteY251" fmla="*/ 172403 h 1381125"/>
              <a:gd name="connsiteX252" fmla="*/ 5330190 w 5716904"/>
              <a:gd name="connsiteY252" fmla="*/ 169545 h 1381125"/>
              <a:gd name="connsiteX253" fmla="*/ 5350193 w 5716904"/>
              <a:gd name="connsiteY253" fmla="*/ 172403 h 1381125"/>
              <a:gd name="connsiteX254" fmla="*/ 5369243 w 5716904"/>
              <a:gd name="connsiteY254" fmla="*/ 180022 h 1381125"/>
              <a:gd name="connsiteX255" fmla="*/ 5385435 w 5716904"/>
              <a:gd name="connsiteY255" fmla="*/ 192405 h 1381125"/>
              <a:gd name="connsiteX256" fmla="*/ 5397818 w 5716904"/>
              <a:gd name="connsiteY256" fmla="*/ 208597 h 1381125"/>
              <a:gd name="connsiteX257" fmla="*/ 5405438 w 5716904"/>
              <a:gd name="connsiteY257" fmla="*/ 226695 h 1381125"/>
              <a:gd name="connsiteX258" fmla="*/ 5408295 w 5716904"/>
              <a:gd name="connsiteY258" fmla="*/ 246697 h 1381125"/>
              <a:gd name="connsiteX259" fmla="*/ 5408295 w 5716904"/>
              <a:gd name="connsiteY259" fmla="*/ 605790 h 1381125"/>
              <a:gd name="connsiteX260" fmla="*/ 5405438 w 5716904"/>
              <a:gd name="connsiteY260" fmla="*/ 625792 h 1381125"/>
              <a:gd name="connsiteX261" fmla="*/ 5397818 w 5716904"/>
              <a:gd name="connsiteY261" fmla="*/ 644842 h 1381125"/>
              <a:gd name="connsiteX262" fmla="*/ 5385435 w 5716904"/>
              <a:gd name="connsiteY262" fmla="*/ 661035 h 1381125"/>
              <a:gd name="connsiteX263" fmla="*/ 5369243 w 5716904"/>
              <a:gd name="connsiteY263" fmla="*/ 673417 h 1381125"/>
              <a:gd name="connsiteX264" fmla="*/ 5350193 w 5716904"/>
              <a:gd name="connsiteY264" fmla="*/ 681038 h 1381125"/>
              <a:gd name="connsiteX265" fmla="*/ 5330190 w 5716904"/>
              <a:gd name="connsiteY265" fmla="*/ 683895 h 1381125"/>
              <a:gd name="connsiteX266" fmla="*/ 5310188 w 5716904"/>
              <a:gd name="connsiteY266" fmla="*/ 681038 h 1381125"/>
              <a:gd name="connsiteX267" fmla="*/ 5253990 w 5716904"/>
              <a:gd name="connsiteY267" fmla="*/ 3810 h 1381125"/>
              <a:gd name="connsiteX268" fmla="*/ 5210175 w 5716904"/>
              <a:gd name="connsiteY268" fmla="*/ 6667 h 1381125"/>
              <a:gd name="connsiteX269" fmla="*/ 5167313 w 5716904"/>
              <a:gd name="connsiteY269" fmla="*/ 16192 h 1381125"/>
              <a:gd name="connsiteX270" fmla="*/ 5125403 w 5716904"/>
              <a:gd name="connsiteY270" fmla="*/ 31432 h 1381125"/>
              <a:gd name="connsiteX271" fmla="*/ 5086350 w 5716904"/>
              <a:gd name="connsiteY271" fmla="*/ 52388 h 1381125"/>
              <a:gd name="connsiteX272" fmla="*/ 5051108 w 5716904"/>
              <a:gd name="connsiteY272" fmla="*/ 79057 h 1381125"/>
              <a:gd name="connsiteX273" fmla="*/ 5019675 w 5716904"/>
              <a:gd name="connsiteY273" fmla="*/ 110490 h 1381125"/>
              <a:gd name="connsiteX274" fmla="*/ 4993005 w 5716904"/>
              <a:gd name="connsiteY274" fmla="*/ 145732 h 1381125"/>
              <a:gd name="connsiteX275" fmla="*/ 4972050 w 5716904"/>
              <a:gd name="connsiteY275" fmla="*/ 184785 h 1381125"/>
              <a:gd name="connsiteX276" fmla="*/ 4956810 w 5716904"/>
              <a:gd name="connsiteY276" fmla="*/ 225742 h 1381125"/>
              <a:gd name="connsiteX277" fmla="*/ 4947285 w 5716904"/>
              <a:gd name="connsiteY277" fmla="*/ 269557 h 1381125"/>
              <a:gd name="connsiteX278" fmla="*/ 4944428 w 5716904"/>
              <a:gd name="connsiteY278" fmla="*/ 313372 h 1381125"/>
              <a:gd name="connsiteX279" fmla="*/ 4944428 w 5716904"/>
              <a:gd name="connsiteY279" fmla="*/ 541972 h 1381125"/>
              <a:gd name="connsiteX280" fmla="*/ 4947285 w 5716904"/>
              <a:gd name="connsiteY280" fmla="*/ 585788 h 1381125"/>
              <a:gd name="connsiteX281" fmla="*/ 4956810 w 5716904"/>
              <a:gd name="connsiteY281" fmla="*/ 628650 h 1381125"/>
              <a:gd name="connsiteX282" fmla="*/ 4972050 w 5716904"/>
              <a:gd name="connsiteY282" fmla="*/ 670560 h 1381125"/>
              <a:gd name="connsiteX283" fmla="*/ 4993005 w 5716904"/>
              <a:gd name="connsiteY283" fmla="*/ 709613 h 1381125"/>
              <a:gd name="connsiteX284" fmla="*/ 5019675 w 5716904"/>
              <a:gd name="connsiteY284" fmla="*/ 744855 h 1381125"/>
              <a:gd name="connsiteX285" fmla="*/ 5051108 w 5716904"/>
              <a:gd name="connsiteY285" fmla="*/ 776288 h 1381125"/>
              <a:gd name="connsiteX286" fmla="*/ 5086350 w 5716904"/>
              <a:gd name="connsiteY286" fmla="*/ 802957 h 1381125"/>
              <a:gd name="connsiteX287" fmla="*/ 5125403 w 5716904"/>
              <a:gd name="connsiteY287" fmla="*/ 823913 h 1381125"/>
              <a:gd name="connsiteX288" fmla="*/ 5167313 w 5716904"/>
              <a:gd name="connsiteY288" fmla="*/ 839153 h 1381125"/>
              <a:gd name="connsiteX289" fmla="*/ 5210175 w 5716904"/>
              <a:gd name="connsiteY289" fmla="*/ 848678 h 1381125"/>
              <a:gd name="connsiteX290" fmla="*/ 5253990 w 5716904"/>
              <a:gd name="connsiteY290" fmla="*/ 851535 h 1381125"/>
              <a:gd name="connsiteX291" fmla="*/ 5407343 w 5716904"/>
              <a:gd name="connsiteY291" fmla="*/ 851535 h 1381125"/>
              <a:gd name="connsiteX292" fmla="*/ 5451158 w 5716904"/>
              <a:gd name="connsiteY292" fmla="*/ 848678 h 1381125"/>
              <a:gd name="connsiteX293" fmla="*/ 5494973 w 5716904"/>
              <a:gd name="connsiteY293" fmla="*/ 839153 h 1381125"/>
              <a:gd name="connsiteX294" fmla="*/ 5535930 w 5716904"/>
              <a:gd name="connsiteY294" fmla="*/ 823913 h 1381125"/>
              <a:gd name="connsiteX295" fmla="*/ 5574983 w 5716904"/>
              <a:gd name="connsiteY295" fmla="*/ 802957 h 1381125"/>
              <a:gd name="connsiteX296" fmla="*/ 5610225 w 5716904"/>
              <a:gd name="connsiteY296" fmla="*/ 776288 h 1381125"/>
              <a:gd name="connsiteX297" fmla="*/ 5641658 w 5716904"/>
              <a:gd name="connsiteY297" fmla="*/ 744855 h 1381125"/>
              <a:gd name="connsiteX298" fmla="*/ 5668328 w 5716904"/>
              <a:gd name="connsiteY298" fmla="*/ 709613 h 1381125"/>
              <a:gd name="connsiteX299" fmla="*/ 5689283 w 5716904"/>
              <a:gd name="connsiteY299" fmla="*/ 670560 h 1381125"/>
              <a:gd name="connsiteX300" fmla="*/ 5704523 w 5716904"/>
              <a:gd name="connsiteY300" fmla="*/ 628650 h 1381125"/>
              <a:gd name="connsiteX301" fmla="*/ 5714048 w 5716904"/>
              <a:gd name="connsiteY301" fmla="*/ 585788 h 1381125"/>
              <a:gd name="connsiteX302" fmla="*/ 5716905 w 5716904"/>
              <a:gd name="connsiteY302" fmla="*/ 541972 h 1381125"/>
              <a:gd name="connsiteX303" fmla="*/ 5716905 w 5716904"/>
              <a:gd name="connsiteY303" fmla="*/ 311467 h 1381125"/>
              <a:gd name="connsiteX304" fmla="*/ 5714048 w 5716904"/>
              <a:gd name="connsiteY304" fmla="*/ 267653 h 1381125"/>
              <a:gd name="connsiteX305" fmla="*/ 5704523 w 5716904"/>
              <a:gd name="connsiteY305" fmla="*/ 223838 h 1381125"/>
              <a:gd name="connsiteX306" fmla="*/ 5689283 w 5716904"/>
              <a:gd name="connsiteY306" fmla="*/ 182880 h 1381125"/>
              <a:gd name="connsiteX307" fmla="*/ 5668328 w 5716904"/>
              <a:gd name="connsiteY307" fmla="*/ 143828 h 1381125"/>
              <a:gd name="connsiteX308" fmla="*/ 5641658 w 5716904"/>
              <a:gd name="connsiteY308" fmla="*/ 108585 h 1381125"/>
              <a:gd name="connsiteX309" fmla="*/ 5610225 w 5716904"/>
              <a:gd name="connsiteY309" fmla="*/ 77153 h 1381125"/>
              <a:gd name="connsiteX310" fmla="*/ 5574983 w 5716904"/>
              <a:gd name="connsiteY310" fmla="*/ 50482 h 1381125"/>
              <a:gd name="connsiteX311" fmla="*/ 5535930 w 5716904"/>
              <a:gd name="connsiteY311" fmla="*/ 29527 h 1381125"/>
              <a:gd name="connsiteX312" fmla="*/ 5494973 w 5716904"/>
              <a:gd name="connsiteY312" fmla="*/ 14288 h 1381125"/>
              <a:gd name="connsiteX313" fmla="*/ 5451158 w 5716904"/>
              <a:gd name="connsiteY313" fmla="*/ 4763 h 1381125"/>
              <a:gd name="connsiteX314" fmla="*/ 5407343 w 5716904"/>
              <a:gd name="connsiteY314" fmla="*/ 1905 h 1381125"/>
              <a:gd name="connsiteX315" fmla="*/ 5253990 w 5716904"/>
              <a:gd name="connsiteY315" fmla="*/ 1905 h 1381125"/>
              <a:gd name="connsiteX316" fmla="*/ 99060 w 5716904"/>
              <a:gd name="connsiteY316" fmla="*/ 1058228 h 1381125"/>
              <a:gd name="connsiteX317" fmla="*/ 172403 w 5716904"/>
              <a:gd name="connsiteY317" fmla="*/ 1137285 h 1381125"/>
              <a:gd name="connsiteX318" fmla="*/ 172403 w 5716904"/>
              <a:gd name="connsiteY318" fmla="*/ 1146810 h 1381125"/>
              <a:gd name="connsiteX319" fmla="*/ 124778 w 5716904"/>
              <a:gd name="connsiteY319" fmla="*/ 1146810 h 1381125"/>
              <a:gd name="connsiteX320" fmla="*/ 124778 w 5716904"/>
              <a:gd name="connsiteY320" fmla="*/ 1133475 h 1381125"/>
              <a:gd name="connsiteX321" fmla="*/ 100013 w 5716904"/>
              <a:gd name="connsiteY321" fmla="*/ 1102042 h 1381125"/>
              <a:gd name="connsiteX322" fmla="*/ 75248 w 5716904"/>
              <a:gd name="connsiteY322" fmla="*/ 1133475 h 1381125"/>
              <a:gd name="connsiteX323" fmla="*/ 172403 w 5716904"/>
              <a:gd name="connsiteY323" fmla="*/ 1301115 h 1381125"/>
              <a:gd name="connsiteX324" fmla="*/ 98108 w 5716904"/>
              <a:gd name="connsiteY324" fmla="*/ 1380173 h 1381125"/>
              <a:gd name="connsiteX325" fmla="*/ 23813 w 5716904"/>
              <a:gd name="connsiteY325" fmla="*/ 1301115 h 1381125"/>
              <a:gd name="connsiteX326" fmla="*/ 23813 w 5716904"/>
              <a:gd name="connsiteY326" fmla="*/ 1281113 h 1381125"/>
              <a:gd name="connsiteX327" fmla="*/ 71438 w 5716904"/>
              <a:gd name="connsiteY327" fmla="*/ 1281113 h 1381125"/>
              <a:gd name="connsiteX328" fmla="*/ 71438 w 5716904"/>
              <a:gd name="connsiteY328" fmla="*/ 1303973 h 1381125"/>
              <a:gd name="connsiteX329" fmla="*/ 97155 w 5716904"/>
              <a:gd name="connsiteY329" fmla="*/ 1334453 h 1381125"/>
              <a:gd name="connsiteX330" fmla="*/ 122873 w 5716904"/>
              <a:gd name="connsiteY330" fmla="*/ 1303973 h 1381125"/>
              <a:gd name="connsiteX331" fmla="*/ 25718 w 5716904"/>
              <a:gd name="connsiteY331" fmla="*/ 1136332 h 1381125"/>
              <a:gd name="connsiteX332" fmla="*/ 99060 w 5716904"/>
              <a:gd name="connsiteY332" fmla="*/ 1058228 h 1381125"/>
              <a:gd name="connsiteX333" fmla="*/ 597218 w 5716904"/>
              <a:gd name="connsiteY333" fmla="*/ 1139190 h 1381125"/>
              <a:gd name="connsiteX334" fmla="*/ 597218 w 5716904"/>
              <a:gd name="connsiteY334" fmla="*/ 1180148 h 1381125"/>
              <a:gd name="connsiteX335" fmla="*/ 522923 w 5716904"/>
              <a:gd name="connsiteY335" fmla="*/ 1257300 h 1381125"/>
              <a:gd name="connsiteX336" fmla="*/ 499110 w 5716904"/>
              <a:gd name="connsiteY336" fmla="*/ 1257300 h 1381125"/>
              <a:gd name="connsiteX337" fmla="*/ 499110 w 5716904"/>
              <a:gd name="connsiteY337" fmla="*/ 1375410 h 1381125"/>
              <a:gd name="connsiteX338" fmla="*/ 449580 w 5716904"/>
              <a:gd name="connsiteY338" fmla="*/ 1375410 h 1381125"/>
              <a:gd name="connsiteX339" fmla="*/ 449580 w 5716904"/>
              <a:gd name="connsiteY339" fmla="*/ 1059180 h 1381125"/>
              <a:gd name="connsiteX340" fmla="*/ 522923 w 5716904"/>
              <a:gd name="connsiteY340" fmla="*/ 1059180 h 1381125"/>
              <a:gd name="connsiteX341" fmla="*/ 597218 w 5716904"/>
              <a:gd name="connsiteY341" fmla="*/ 1139190 h 1381125"/>
              <a:gd name="connsiteX342" fmla="*/ 500063 w 5716904"/>
              <a:gd name="connsiteY342" fmla="*/ 1105853 h 1381125"/>
              <a:gd name="connsiteX343" fmla="*/ 500063 w 5716904"/>
              <a:gd name="connsiteY343" fmla="*/ 1212532 h 1381125"/>
              <a:gd name="connsiteX344" fmla="*/ 523875 w 5716904"/>
              <a:gd name="connsiteY344" fmla="*/ 1212532 h 1381125"/>
              <a:gd name="connsiteX345" fmla="*/ 548640 w 5716904"/>
              <a:gd name="connsiteY345" fmla="*/ 1183005 h 1381125"/>
              <a:gd name="connsiteX346" fmla="*/ 548640 w 5716904"/>
              <a:gd name="connsiteY346" fmla="*/ 1135380 h 1381125"/>
              <a:gd name="connsiteX347" fmla="*/ 523875 w 5716904"/>
              <a:gd name="connsiteY347" fmla="*/ 1105853 h 1381125"/>
              <a:gd name="connsiteX348" fmla="*/ 500063 w 5716904"/>
              <a:gd name="connsiteY348" fmla="*/ 1105853 h 1381125"/>
              <a:gd name="connsiteX349" fmla="*/ 500063 w 5716904"/>
              <a:gd name="connsiteY349" fmla="*/ 1105853 h 1381125"/>
              <a:gd name="connsiteX350" fmla="*/ 866775 w 5716904"/>
              <a:gd name="connsiteY350" fmla="*/ 1137285 h 1381125"/>
              <a:gd name="connsiteX351" fmla="*/ 942023 w 5716904"/>
              <a:gd name="connsiteY351" fmla="*/ 1058228 h 1381125"/>
              <a:gd name="connsiteX352" fmla="*/ 1017270 w 5716904"/>
              <a:gd name="connsiteY352" fmla="*/ 1137285 h 1381125"/>
              <a:gd name="connsiteX353" fmla="*/ 1017270 w 5716904"/>
              <a:gd name="connsiteY353" fmla="*/ 1302067 h 1381125"/>
              <a:gd name="connsiteX354" fmla="*/ 942023 w 5716904"/>
              <a:gd name="connsiteY354" fmla="*/ 1381125 h 1381125"/>
              <a:gd name="connsiteX355" fmla="*/ 866775 w 5716904"/>
              <a:gd name="connsiteY355" fmla="*/ 1302067 h 1381125"/>
              <a:gd name="connsiteX356" fmla="*/ 866775 w 5716904"/>
              <a:gd name="connsiteY356" fmla="*/ 1137285 h 1381125"/>
              <a:gd name="connsiteX357" fmla="*/ 916305 w 5716904"/>
              <a:gd name="connsiteY357" fmla="*/ 1304925 h 1381125"/>
              <a:gd name="connsiteX358" fmla="*/ 942023 w 5716904"/>
              <a:gd name="connsiteY358" fmla="*/ 1336357 h 1381125"/>
              <a:gd name="connsiteX359" fmla="*/ 967740 w 5716904"/>
              <a:gd name="connsiteY359" fmla="*/ 1304925 h 1381125"/>
              <a:gd name="connsiteX360" fmla="*/ 967740 w 5716904"/>
              <a:gd name="connsiteY360" fmla="*/ 1134428 h 1381125"/>
              <a:gd name="connsiteX361" fmla="*/ 942023 w 5716904"/>
              <a:gd name="connsiteY361" fmla="*/ 1102995 h 1381125"/>
              <a:gd name="connsiteX362" fmla="*/ 916305 w 5716904"/>
              <a:gd name="connsiteY362" fmla="*/ 1134428 h 1381125"/>
              <a:gd name="connsiteX363" fmla="*/ 916305 w 5716904"/>
              <a:gd name="connsiteY363" fmla="*/ 1304925 h 1381125"/>
              <a:gd name="connsiteX364" fmla="*/ 1402080 w 5716904"/>
              <a:gd name="connsiteY364" fmla="*/ 1377315 h 1381125"/>
              <a:gd name="connsiteX365" fmla="*/ 1397318 w 5716904"/>
              <a:gd name="connsiteY365" fmla="*/ 1338263 h 1381125"/>
              <a:gd name="connsiteX366" fmla="*/ 1397318 w 5716904"/>
              <a:gd name="connsiteY366" fmla="*/ 1288732 h 1381125"/>
              <a:gd name="connsiteX367" fmla="*/ 1364933 w 5716904"/>
              <a:gd name="connsiteY367" fmla="*/ 1248728 h 1381125"/>
              <a:gd name="connsiteX368" fmla="*/ 1347788 w 5716904"/>
              <a:gd name="connsiteY368" fmla="*/ 1248728 h 1381125"/>
              <a:gd name="connsiteX369" fmla="*/ 1347788 w 5716904"/>
              <a:gd name="connsiteY369" fmla="*/ 1377315 h 1381125"/>
              <a:gd name="connsiteX370" fmla="*/ 1298258 w 5716904"/>
              <a:gd name="connsiteY370" fmla="*/ 1377315 h 1381125"/>
              <a:gd name="connsiteX371" fmla="*/ 1298258 w 5716904"/>
              <a:gd name="connsiteY371" fmla="*/ 1061085 h 1381125"/>
              <a:gd name="connsiteX372" fmla="*/ 1373505 w 5716904"/>
              <a:gd name="connsiteY372" fmla="*/ 1061085 h 1381125"/>
              <a:gd name="connsiteX373" fmla="*/ 1447800 w 5716904"/>
              <a:gd name="connsiteY373" fmla="*/ 1134428 h 1381125"/>
              <a:gd name="connsiteX374" fmla="*/ 1447800 w 5716904"/>
              <a:gd name="connsiteY374" fmla="*/ 1159192 h 1381125"/>
              <a:gd name="connsiteX375" fmla="*/ 1415415 w 5716904"/>
              <a:gd name="connsiteY375" fmla="*/ 1223963 h 1381125"/>
              <a:gd name="connsiteX376" fmla="*/ 1448753 w 5716904"/>
              <a:gd name="connsiteY376" fmla="*/ 1291590 h 1381125"/>
              <a:gd name="connsiteX377" fmla="*/ 1448753 w 5716904"/>
              <a:gd name="connsiteY377" fmla="*/ 1341120 h 1381125"/>
              <a:gd name="connsiteX378" fmla="*/ 1454468 w 5716904"/>
              <a:gd name="connsiteY378" fmla="*/ 1380173 h 1381125"/>
              <a:gd name="connsiteX379" fmla="*/ 1402080 w 5716904"/>
              <a:gd name="connsiteY379" fmla="*/ 1380173 h 1381125"/>
              <a:gd name="connsiteX380" fmla="*/ 1402080 w 5716904"/>
              <a:gd name="connsiteY380" fmla="*/ 1377315 h 1381125"/>
              <a:gd name="connsiteX381" fmla="*/ 1346835 w 5716904"/>
              <a:gd name="connsiteY381" fmla="*/ 1105853 h 1381125"/>
              <a:gd name="connsiteX382" fmla="*/ 1346835 w 5716904"/>
              <a:gd name="connsiteY382" fmla="*/ 1203007 h 1381125"/>
              <a:gd name="connsiteX383" fmla="*/ 1366838 w 5716904"/>
              <a:gd name="connsiteY383" fmla="*/ 1203007 h 1381125"/>
              <a:gd name="connsiteX384" fmla="*/ 1396365 w 5716904"/>
              <a:gd name="connsiteY384" fmla="*/ 1169670 h 1381125"/>
              <a:gd name="connsiteX385" fmla="*/ 1396365 w 5716904"/>
              <a:gd name="connsiteY385" fmla="*/ 1138238 h 1381125"/>
              <a:gd name="connsiteX386" fmla="*/ 1370648 w 5716904"/>
              <a:gd name="connsiteY386" fmla="*/ 1105853 h 1381125"/>
              <a:gd name="connsiteX387" fmla="*/ 1346835 w 5716904"/>
              <a:gd name="connsiteY387" fmla="*/ 1105853 h 1381125"/>
              <a:gd name="connsiteX388" fmla="*/ 1346835 w 5716904"/>
              <a:gd name="connsiteY388" fmla="*/ 1105853 h 1381125"/>
              <a:gd name="connsiteX389" fmla="*/ 1713548 w 5716904"/>
              <a:gd name="connsiteY389" fmla="*/ 1062038 h 1381125"/>
              <a:gd name="connsiteX390" fmla="*/ 1866900 w 5716904"/>
              <a:gd name="connsiteY390" fmla="*/ 1062038 h 1381125"/>
              <a:gd name="connsiteX391" fmla="*/ 1866900 w 5716904"/>
              <a:gd name="connsiteY391" fmla="*/ 1106805 h 1381125"/>
              <a:gd name="connsiteX392" fmla="*/ 1814513 w 5716904"/>
              <a:gd name="connsiteY392" fmla="*/ 1106805 h 1381125"/>
              <a:gd name="connsiteX393" fmla="*/ 1814513 w 5716904"/>
              <a:gd name="connsiteY393" fmla="*/ 1378267 h 1381125"/>
              <a:gd name="connsiteX394" fmla="*/ 1764983 w 5716904"/>
              <a:gd name="connsiteY394" fmla="*/ 1378267 h 1381125"/>
              <a:gd name="connsiteX395" fmla="*/ 1764983 w 5716904"/>
              <a:gd name="connsiteY395" fmla="*/ 1106805 h 1381125"/>
              <a:gd name="connsiteX396" fmla="*/ 1712595 w 5716904"/>
              <a:gd name="connsiteY396" fmla="*/ 1106805 h 1381125"/>
              <a:gd name="connsiteX397" fmla="*/ 1712595 w 5716904"/>
              <a:gd name="connsiteY397" fmla="*/ 1062038 h 1381125"/>
              <a:gd name="connsiteX398" fmla="*/ 2772728 w 5716904"/>
              <a:gd name="connsiteY398" fmla="*/ 1193482 h 1381125"/>
              <a:gd name="connsiteX399" fmla="*/ 2837498 w 5716904"/>
              <a:gd name="connsiteY399" fmla="*/ 1193482 h 1381125"/>
              <a:gd name="connsiteX400" fmla="*/ 2837498 w 5716904"/>
              <a:gd name="connsiteY400" fmla="*/ 1239203 h 1381125"/>
              <a:gd name="connsiteX401" fmla="*/ 2772728 w 5716904"/>
              <a:gd name="connsiteY401" fmla="*/ 1239203 h 1381125"/>
              <a:gd name="connsiteX402" fmla="*/ 2772728 w 5716904"/>
              <a:gd name="connsiteY402" fmla="*/ 1369695 h 1381125"/>
              <a:gd name="connsiteX403" fmla="*/ 2722245 w 5716904"/>
              <a:gd name="connsiteY403" fmla="*/ 1369695 h 1381125"/>
              <a:gd name="connsiteX404" fmla="*/ 2722245 w 5716904"/>
              <a:gd name="connsiteY404" fmla="*/ 1053465 h 1381125"/>
              <a:gd name="connsiteX405" fmla="*/ 2853690 w 5716904"/>
              <a:gd name="connsiteY405" fmla="*/ 1053465 h 1381125"/>
              <a:gd name="connsiteX406" fmla="*/ 2853690 w 5716904"/>
              <a:gd name="connsiteY406" fmla="*/ 1099185 h 1381125"/>
              <a:gd name="connsiteX407" fmla="*/ 2772728 w 5716904"/>
              <a:gd name="connsiteY407" fmla="*/ 1099185 h 1381125"/>
              <a:gd name="connsiteX408" fmla="*/ 2772728 w 5716904"/>
              <a:gd name="connsiteY408" fmla="*/ 1193482 h 1381125"/>
              <a:gd name="connsiteX409" fmla="*/ 3103245 w 5716904"/>
              <a:gd name="connsiteY409" fmla="*/ 1053465 h 1381125"/>
              <a:gd name="connsiteX410" fmla="*/ 3152775 w 5716904"/>
              <a:gd name="connsiteY410" fmla="*/ 1053465 h 1381125"/>
              <a:gd name="connsiteX411" fmla="*/ 3152775 w 5716904"/>
              <a:gd name="connsiteY411" fmla="*/ 1323975 h 1381125"/>
              <a:gd name="connsiteX412" fmla="*/ 3234690 w 5716904"/>
              <a:gd name="connsiteY412" fmla="*/ 1323975 h 1381125"/>
              <a:gd name="connsiteX413" fmla="*/ 3234690 w 5716904"/>
              <a:gd name="connsiteY413" fmla="*/ 1369695 h 1381125"/>
              <a:gd name="connsiteX414" fmla="*/ 3103245 w 5716904"/>
              <a:gd name="connsiteY414" fmla="*/ 1369695 h 1381125"/>
              <a:gd name="connsiteX415" fmla="*/ 3103245 w 5716904"/>
              <a:gd name="connsiteY415" fmla="*/ 1053465 h 1381125"/>
              <a:gd name="connsiteX416" fmla="*/ 3478530 w 5716904"/>
              <a:gd name="connsiteY416" fmla="*/ 1128713 h 1381125"/>
              <a:gd name="connsiteX417" fmla="*/ 3553778 w 5716904"/>
              <a:gd name="connsiteY417" fmla="*/ 1049655 h 1381125"/>
              <a:gd name="connsiteX418" fmla="*/ 3629025 w 5716904"/>
              <a:gd name="connsiteY418" fmla="*/ 1128713 h 1381125"/>
              <a:gd name="connsiteX419" fmla="*/ 3629025 w 5716904"/>
              <a:gd name="connsiteY419" fmla="*/ 1293495 h 1381125"/>
              <a:gd name="connsiteX420" fmla="*/ 3553778 w 5716904"/>
              <a:gd name="connsiteY420" fmla="*/ 1372553 h 1381125"/>
              <a:gd name="connsiteX421" fmla="*/ 3478530 w 5716904"/>
              <a:gd name="connsiteY421" fmla="*/ 1293495 h 1381125"/>
              <a:gd name="connsiteX422" fmla="*/ 3478530 w 5716904"/>
              <a:gd name="connsiteY422" fmla="*/ 1128713 h 1381125"/>
              <a:gd name="connsiteX423" fmla="*/ 3528060 w 5716904"/>
              <a:gd name="connsiteY423" fmla="*/ 1296353 h 1381125"/>
              <a:gd name="connsiteX424" fmla="*/ 3553778 w 5716904"/>
              <a:gd name="connsiteY424" fmla="*/ 1327785 h 1381125"/>
              <a:gd name="connsiteX425" fmla="*/ 3579495 w 5716904"/>
              <a:gd name="connsiteY425" fmla="*/ 1296353 h 1381125"/>
              <a:gd name="connsiteX426" fmla="*/ 3579495 w 5716904"/>
              <a:gd name="connsiteY426" fmla="*/ 1125855 h 1381125"/>
              <a:gd name="connsiteX427" fmla="*/ 3553778 w 5716904"/>
              <a:gd name="connsiteY427" fmla="*/ 1094423 h 1381125"/>
              <a:gd name="connsiteX428" fmla="*/ 3528060 w 5716904"/>
              <a:gd name="connsiteY428" fmla="*/ 1125855 h 1381125"/>
              <a:gd name="connsiteX429" fmla="*/ 3528060 w 5716904"/>
              <a:gd name="connsiteY429" fmla="*/ 1296353 h 1381125"/>
              <a:gd name="connsiteX430" fmla="*/ 3882390 w 5716904"/>
              <a:gd name="connsiteY430" fmla="*/ 1128713 h 1381125"/>
              <a:gd name="connsiteX431" fmla="*/ 3957638 w 5716904"/>
              <a:gd name="connsiteY431" fmla="*/ 1049655 h 1381125"/>
              <a:gd name="connsiteX432" fmla="*/ 4032885 w 5716904"/>
              <a:gd name="connsiteY432" fmla="*/ 1128713 h 1381125"/>
              <a:gd name="connsiteX433" fmla="*/ 4032885 w 5716904"/>
              <a:gd name="connsiteY433" fmla="*/ 1293495 h 1381125"/>
              <a:gd name="connsiteX434" fmla="*/ 3957638 w 5716904"/>
              <a:gd name="connsiteY434" fmla="*/ 1372553 h 1381125"/>
              <a:gd name="connsiteX435" fmla="*/ 3882390 w 5716904"/>
              <a:gd name="connsiteY435" fmla="*/ 1293495 h 1381125"/>
              <a:gd name="connsiteX436" fmla="*/ 3882390 w 5716904"/>
              <a:gd name="connsiteY436" fmla="*/ 1128713 h 1381125"/>
              <a:gd name="connsiteX437" fmla="*/ 3931920 w 5716904"/>
              <a:gd name="connsiteY437" fmla="*/ 1296353 h 1381125"/>
              <a:gd name="connsiteX438" fmla="*/ 3957638 w 5716904"/>
              <a:gd name="connsiteY438" fmla="*/ 1327785 h 1381125"/>
              <a:gd name="connsiteX439" fmla="*/ 3983355 w 5716904"/>
              <a:gd name="connsiteY439" fmla="*/ 1296353 h 1381125"/>
              <a:gd name="connsiteX440" fmla="*/ 3983355 w 5716904"/>
              <a:gd name="connsiteY440" fmla="*/ 1125855 h 1381125"/>
              <a:gd name="connsiteX441" fmla="*/ 3957638 w 5716904"/>
              <a:gd name="connsiteY441" fmla="*/ 1094423 h 1381125"/>
              <a:gd name="connsiteX442" fmla="*/ 3931920 w 5716904"/>
              <a:gd name="connsiteY442" fmla="*/ 1125855 h 1381125"/>
              <a:gd name="connsiteX443" fmla="*/ 3931920 w 5716904"/>
              <a:gd name="connsiteY443" fmla="*/ 1296353 h 1381125"/>
              <a:gd name="connsiteX444" fmla="*/ 4394835 w 5716904"/>
              <a:gd name="connsiteY444" fmla="*/ 1369695 h 1381125"/>
              <a:gd name="connsiteX445" fmla="*/ 4390073 w 5716904"/>
              <a:gd name="connsiteY445" fmla="*/ 1330642 h 1381125"/>
              <a:gd name="connsiteX446" fmla="*/ 4390073 w 5716904"/>
              <a:gd name="connsiteY446" fmla="*/ 1281113 h 1381125"/>
              <a:gd name="connsiteX447" fmla="*/ 4357688 w 5716904"/>
              <a:gd name="connsiteY447" fmla="*/ 1241107 h 1381125"/>
              <a:gd name="connsiteX448" fmla="*/ 4340543 w 5716904"/>
              <a:gd name="connsiteY448" fmla="*/ 1241107 h 1381125"/>
              <a:gd name="connsiteX449" fmla="*/ 4340543 w 5716904"/>
              <a:gd name="connsiteY449" fmla="*/ 1369695 h 1381125"/>
              <a:gd name="connsiteX450" fmla="*/ 4291013 w 5716904"/>
              <a:gd name="connsiteY450" fmla="*/ 1369695 h 1381125"/>
              <a:gd name="connsiteX451" fmla="*/ 4291013 w 5716904"/>
              <a:gd name="connsiteY451" fmla="*/ 1053465 h 1381125"/>
              <a:gd name="connsiteX452" fmla="*/ 4366260 w 5716904"/>
              <a:gd name="connsiteY452" fmla="*/ 1053465 h 1381125"/>
              <a:gd name="connsiteX453" fmla="*/ 4440555 w 5716904"/>
              <a:gd name="connsiteY453" fmla="*/ 1126807 h 1381125"/>
              <a:gd name="connsiteX454" fmla="*/ 4440555 w 5716904"/>
              <a:gd name="connsiteY454" fmla="*/ 1151573 h 1381125"/>
              <a:gd name="connsiteX455" fmla="*/ 4408170 w 5716904"/>
              <a:gd name="connsiteY455" fmla="*/ 1216342 h 1381125"/>
              <a:gd name="connsiteX456" fmla="*/ 4441508 w 5716904"/>
              <a:gd name="connsiteY456" fmla="*/ 1283970 h 1381125"/>
              <a:gd name="connsiteX457" fmla="*/ 4441508 w 5716904"/>
              <a:gd name="connsiteY457" fmla="*/ 1333500 h 1381125"/>
              <a:gd name="connsiteX458" fmla="*/ 4447223 w 5716904"/>
              <a:gd name="connsiteY458" fmla="*/ 1372553 h 1381125"/>
              <a:gd name="connsiteX459" fmla="*/ 4394835 w 5716904"/>
              <a:gd name="connsiteY459" fmla="*/ 1372553 h 1381125"/>
              <a:gd name="connsiteX460" fmla="*/ 4394835 w 5716904"/>
              <a:gd name="connsiteY460" fmla="*/ 1369695 h 1381125"/>
              <a:gd name="connsiteX461" fmla="*/ 4340543 w 5716904"/>
              <a:gd name="connsiteY461" fmla="*/ 1098232 h 1381125"/>
              <a:gd name="connsiteX462" fmla="*/ 4340543 w 5716904"/>
              <a:gd name="connsiteY462" fmla="*/ 1195388 h 1381125"/>
              <a:gd name="connsiteX463" fmla="*/ 4360545 w 5716904"/>
              <a:gd name="connsiteY463" fmla="*/ 1195388 h 1381125"/>
              <a:gd name="connsiteX464" fmla="*/ 4390073 w 5716904"/>
              <a:gd name="connsiteY464" fmla="*/ 1162050 h 1381125"/>
              <a:gd name="connsiteX465" fmla="*/ 4390073 w 5716904"/>
              <a:gd name="connsiteY465" fmla="*/ 1130617 h 1381125"/>
              <a:gd name="connsiteX466" fmla="*/ 4364355 w 5716904"/>
              <a:gd name="connsiteY466" fmla="*/ 1098232 h 1381125"/>
              <a:gd name="connsiteX467" fmla="*/ 4340543 w 5716904"/>
              <a:gd name="connsiteY467" fmla="*/ 1098232 h 1381125"/>
              <a:gd name="connsiteX468" fmla="*/ 4340543 w 5716904"/>
              <a:gd name="connsiteY468" fmla="*/ 1098232 h 1381125"/>
              <a:gd name="connsiteX469" fmla="*/ 4698683 w 5716904"/>
              <a:gd name="connsiteY469" fmla="*/ 1053465 h 1381125"/>
              <a:gd name="connsiteX470" fmla="*/ 4748213 w 5716904"/>
              <a:gd name="connsiteY470" fmla="*/ 1053465 h 1381125"/>
              <a:gd name="connsiteX471" fmla="*/ 4748213 w 5716904"/>
              <a:gd name="connsiteY471" fmla="*/ 1369695 h 1381125"/>
              <a:gd name="connsiteX472" fmla="*/ 4698683 w 5716904"/>
              <a:gd name="connsiteY472" fmla="*/ 1369695 h 1381125"/>
              <a:gd name="connsiteX473" fmla="*/ 4698683 w 5716904"/>
              <a:gd name="connsiteY473" fmla="*/ 1053465 h 1381125"/>
              <a:gd name="connsiteX474" fmla="*/ 5053013 w 5716904"/>
              <a:gd name="connsiteY474" fmla="*/ 1140142 h 1381125"/>
              <a:gd name="connsiteX475" fmla="*/ 5053013 w 5716904"/>
              <a:gd name="connsiteY475" fmla="*/ 1368742 h 1381125"/>
              <a:gd name="connsiteX476" fmla="*/ 5008245 w 5716904"/>
              <a:gd name="connsiteY476" fmla="*/ 1368742 h 1381125"/>
              <a:gd name="connsiteX477" fmla="*/ 5008245 w 5716904"/>
              <a:gd name="connsiteY477" fmla="*/ 1052513 h 1381125"/>
              <a:gd name="connsiteX478" fmla="*/ 5071110 w 5716904"/>
              <a:gd name="connsiteY478" fmla="*/ 1052513 h 1381125"/>
              <a:gd name="connsiteX479" fmla="*/ 5122545 w 5716904"/>
              <a:gd name="connsiteY479" fmla="*/ 1242060 h 1381125"/>
              <a:gd name="connsiteX480" fmla="*/ 5122545 w 5716904"/>
              <a:gd name="connsiteY480" fmla="*/ 1052513 h 1381125"/>
              <a:gd name="connsiteX481" fmla="*/ 5167313 w 5716904"/>
              <a:gd name="connsiteY481" fmla="*/ 1052513 h 1381125"/>
              <a:gd name="connsiteX482" fmla="*/ 5167313 w 5716904"/>
              <a:gd name="connsiteY482" fmla="*/ 1368742 h 1381125"/>
              <a:gd name="connsiteX483" fmla="*/ 5115878 w 5716904"/>
              <a:gd name="connsiteY483" fmla="*/ 1368742 h 1381125"/>
              <a:gd name="connsiteX484" fmla="*/ 5053013 w 5716904"/>
              <a:gd name="connsiteY484" fmla="*/ 1140142 h 1381125"/>
              <a:gd name="connsiteX485" fmla="*/ 5501640 w 5716904"/>
              <a:gd name="connsiteY485" fmla="*/ 1193482 h 1381125"/>
              <a:gd name="connsiteX486" fmla="*/ 5571173 w 5716904"/>
              <a:gd name="connsiteY486" fmla="*/ 1193482 h 1381125"/>
              <a:gd name="connsiteX487" fmla="*/ 5571173 w 5716904"/>
              <a:gd name="connsiteY487" fmla="*/ 1293495 h 1381125"/>
              <a:gd name="connsiteX488" fmla="*/ 5496878 w 5716904"/>
              <a:gd name="connsiteY488" fmla="*/ 1372553 h 1381125"/>
              <a:gd name="connsiteX489" fmla="*/ 5422583 w 5716904"/>
              <a:gd name="connsiteY489" fmla="*/ 1293495 h 1381125"/>
              <a:gd name="connsiteX490" fmla="*/ 5422583 w 5716904"/>
              <a:gd name="connsiteY490" fmla="*/ 1128713 h 1381125"/>
              <a:gd name="connsiteX491" fmla="*/ 5496878 w 5716904"/>
              <a:gd name="connsiteY491" fmla="*/ 1049655 h 1381125"/>
              <a:gd name="connsiteX492" fmla="*/ 5571173 w 5716904"/>
              <a:gd name="connsiteY492" fmla="*/ 1128713 h 1381125"/>
              <a:gd name="connsiteX493" fmla="*/ 5571173 w 5716904"/>
              <a:gd name="connsiteY493" fmla="*/ 1159192 h 1381125"/>
              <a:gd name="connsiteX494" fmla="*/ 5523548 w 5716904"/>
              <a:gd name="connsiteY494" fmla="*/ 1159192 h 1381125"/>
              <a:gd name="connsiteX495" fmla="*/ 5523548 w 5716904"/>
              <a:gd name="connsiteY495" fmla="*/ 1124903 h 1381125"/>
              <a:gd name="connsiteX496" fmla="*/ 5497830 w 5716904"/>
              <a:gd name="connsiteY496" fmla="*/ 1093470 h 1381125"/>
              <a:gd name="connsiteX497" fmla="*/ 5472113 w 5716904"/>
              <a:gd name="connsiteY497" fmla="*/ 1124903 h 1381125"/>
              <a:gd name="connsiteX498" fmla="*/ 5472113 w 5716904"/>
              <a:gd name="connsiteY498" fmla="*/ 1295400 h 1381125"/>
              <a:gd name="connsiteX499" fmla="*/ 5497830 w 5716904"/>
              <a:gd name="connsiteY499" fmla="*/ 1325880 h 1381125"/>
              <a:gd name="connsiteX500" fmla="*/ 5523548 w 5716904"/>
              <a:gd name="connsiteY500" fmla="*/ 1295400 h 1381125"/>
              <a:gd name="connsiteX501" fmla="*/ 5523548 w 5716904"/>
              <a:gd name="connsiteY501" fmla="*/ 1236345 h 1381125"/>
              <a:gd name="connsiteX502" fmla="*/ 5500688 w 5716904"/>
              <a:gd name="connsiteY502" fmla="*/ 1236345 h 1381125"/>
              <a:gd name="connsiteX503" fmla="*/ 5501640 w 5716904"/>
              <a:gd name="connsiteY503" fmla="*/ 1193482 h 1381125"/>
              <a:gd name="connsiteX504" fmla="*/ 5501640 w 5716904"/>
              <a:gd name="connsiteY504" fmla="*/ 1193482 h 1381125"/>
              <a:gd name="connsiteX505" fmla="*/ 5648325 w 5716904"/>
              <a:gd name="connsiteY505" fmla="*/ 1321117 h 1381125"/>
              <a:gd name="connsiteX506" fmla="*/ 5696903 w 5716904"/>
              <a:gd name="connsiteY506" fmla="*/ 1321117 h 1381125"/>
              <a:gd name="connsiteX507" fmla="*/ 5696903 w 5716904"/>
              <a:gd name="connsiteY507" fmla="*/ 1369695 h 1381125"/>
              <a:gd name="connsiteX508" fmla="*/ 5648325 w 5716904"/>
              <a:gd name="connsiteY508" fmla="*/ 1369695 h 1381125"/>
              <a:gd name="connsiteX509" fmla="*/ 5648325 w 5716904"/>
              <a:gd name="connsiteY509" fmla="*/ 1321117 h 1381125"/>
              <a:gd name="connsiteX510" fmla="*/ 2446020 w 5716904"/>
              <a:gd name="connsiteY510" fmla="*/ 1359217 h 1381125"/>
              <a:gd name="connsiteX511" fmla="*/ 2375535 w 5716904"/>
              <a:gd name="connsiteY511" fmla="*/ 1359217 h 1381125"/>
              <a:gd name="connsiteX512" fmla="*/ 2353628 w 5716904"/>
              <a:gd name="connsiteY512" fmla="*/ 1337310 h 1381125"/>
              <a:gd name="connsiteX513" fmla="*/ 2275523 w 5716904"/>
              <a:gd name="connsiteY513" fmla="*/ 1363980 h 1381125"/>
              <a:gd name="connsiteX514" fmla="*/ 2206943 w 5716904"/>
              <a:gd name="connsiteY514" fmla="*/ 1342073 h 1381125"/>
              <a:gd name="connsiteX515" fmla="*/ 2180273 w 5716904"/>
              <a:gd name="connsiteY515" fmla="*/ 1280160 h 1381125"/>
              <a:gd name="connsiteX516" fmla="*/ 2197418 w 5716904"/>
              <a:gd name="connsiteY516" fmla="*/ 1230630 h 1381125"/>
              <a:gd name="connsiteX517" fmla="*/ 2243138 w 5716904"/>
              <a:gd name="connsiteY517" fmla="*/ 1196340 h 1381125"/>
              <a:gd name="connsiteX518" fmla="*/ 2224088 w 5716904"/>
              <a:gd name="connsiteY518" fmla="*/ 1133475 h 1381125"/>
              <a:gd name="connsiteX519" fmla="*/ 2247900 w 5716904"/>
              <a:gd name="connsiteY519" fmla="*/ 1083945 h 1381125"/>
              <a:gd name="connsiteX520" fmla="*/ 2306955 w 5716904"/>
              <a:gd name="connsiteY520" fmla="*/ 1063942 h 1381125"/>
              <a:gd name="connsiteX521" fmla="*/ 2361248 w 5716904"/>
              <a:gd name="connsiteY521" fmla="*/ 1081088 h 1381125"/>
              <a:gd name="connsiteX522" fmla="*/ 2383155 w 5716904"/>
              <a:gd name="connsiteY522" fmla="*/ 1125855 h 1381125"/>
              <a:gd name="connsiteX523" fmla="*/ 2377440 w 5716904"/>
              <a:gd name="connsiteY523" fmla="*/ 1154430 h 1381125"/>
              <a:gd name="connsiteX524" fmla="*/ 2360295 w 5716904"/>
              <a:gd name="connsiteY524" fmla="*/ 1176338 h 1381125"/>
              <a:gd name="connsiteX525" fmla="*/ 2338388 w 5716904"/>
              <a:gd name="connsiteY525" fmla="*/ 1191578 h 1381125"/>
              <a:gd name="connsiteX526" fmla="*/ 2311718 w 5716904"/>
              <a:gd name="connsiteY526" fmla="*/ 1204913 h 1381125"/>
              <a:gd name="connsiteX527" fmla="*/ 2336483 w 5716904"/>
              <a:gd name="connsiteY527" fmla="*/ 1236345 h 1381125"/>
              <a:gd name="connsiteX528" fmla="*/ 2349818 w 5716904"/>
              <a:gd name="connsiteY528" fmla="*/ 1252538 h 1381125"/>
              <a:gd name="connsiteX529" fmla="*/ 2360295 w 5716904"/>
              <a:gd name="connsiteY529" fmla="*/ 1265873 h 1381125"/>
              <a:gd name="connsiteX530" fmla="*/ 2386965 w 5716904"/>
              <a:gd name="connsiteY530" fmla="*/ 1209675 h 1381125"/>
              <a:gd name="connsiteX531" fmla="*/ 2431733 w 5716904"/>
              <a:gd name="connsiteY531" fmla="*/ 1229678 h 1381125"/>
              <a:gd name="connsiteX532" fmla="*/ 2391728 w 5716904"/>
              <a:gd name="connsiteY532" fmla="*/ 1299210 h 1381125"/>
              <a:gd name="connsiteX533" fmla="*/ 2446020 w 5716904"/>
              <a:gd name="connsiteY533" fmla="*/ 1359217 h 1381125"/>
              <a:gd name="connsiteX534" fmla="*/ 2284095 w 5716904"/>
              <a:gd name="connsiteY534" fmla="*/ 1321117 h 1381125"/>
              <a:gd name="connsiteX535" fmla="*/ 2326005 w 5716904"/>
              <a:gd name="connsiteY535" fmla="*/ 1306830 h 1381125"/>
              <a:gd name="connsiteX536" fmla="*/ 2293620 w 5716904"/>
              <a:gd name="connsiteY536" fmla="*/ 1269682 h 1381125"/>
              <a:gd name="connsiteX537" fmla="*/ 2264093 w 5716904"/>
              <a:gd name="connsiteY537" fmla="*/ 1231582 h 1381125"/>
              <a:gd name="connsiteX538" fmla="*/ 2239328 w 5716904"/>
              <a:gd name="connsiteY538" fmla="*/ 1276350 h 1381125"/>
              <a:gd name="connsiteX539" fmla="*/ 2252663 w 5716904"/>
              <a:gd name="connsiteY539" fmla="*/ 1309688 h 1381125"/>
              <a:gd name="connsiteX540" fmla="*/ 2284095 w 5716904"/>
              <a:gd name="connsiteY540" fmla="*/ 1321117 h 1381125"/>
              <a:gd name="connsiteX541" fmla="*/ 2278380 w 5716904"/>
              <a:gd name="connsiteY541" fmla="*/ 1137285 h 1381125"/>
              <a:gd name="connsiteX542" fmla="*/ 2290763 w 5716904"/>
              <a:gd name="connsiteY542" fmla="*/ 1176338 h 1381125"/>
              <a:gd name="connsiteX543" fmla="*/ 2323148 w 5716904"/>
              <a:gd name="connsiteY543" fmla="*/ 1156335 h 1381125"/>
              <a:gd name="connsiteX544" fmla="*/ 2334578 w 5716904"/>
              <a:gd name="connsiteY544" fmla="*/ 1131570 h 1381125"/>
              <a:gd name="connsiteX545" fmla="*/ 2326958 w 5716904"/>
              <a:gd name="connsiteY545" fmla="*/ 1113473 h 1381125"/>
              <a:gd name="connsiteX546" fmla="*/ 2308860 w 5716904"/>
              <a:gd name="connsiteY546" fmla="*/ 1106805 h 1381125"/>
              <a:gd name="connsiteX547" fmla="*/ 2286953 w 5716904"/>
              <a:gd name="connsiteY547" fmla="*/ 1115378 h 1381125"/>
              <a:gd name="connsiteX548" fmla="*/ 2278380 w 5716904"/>
              <a:gd name="connsiteY548" fmla="*/ 1137285 h 1381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Lst>
            <a:rect l="l" t="t" r="r" b="b"/>
            <a:pathLst>
              <a:path w="5716904" h="1381125">
                <a:moveTo>
                  <a:pt x="39053" y="95250"/>
                </a:moveTo>
                <a:lnTo>
                  <a:pt x="19050" y="188595"/>
                </a:lnTo>
                <a:lnTo>
                  <a:pt x="5715" y="282892"/>
                </a:lnTo>
                <a:lnTo>
                  <a:pt x="0" y="378142"/>
                </a:lnTo>
                <a:lnTo>
                  <a:pt x="0" y="473392"/>
                </a:lnTo>
                <a:lnTo>
                  <a:pt x="6668" y="568642"/>
                </a:lnTo>
                <a:lnTo>
                  <a:pt x="20003" y="662940"/>
                </a:lnTo>
                <a:lnTo>
                  <a:pt x="40005" y="756285"/>
                </a:lnTo>
                <a:lnTo>
                  <a:pt x="65723" y="847725"/>
                </a:lnTo>
                <a:lnTo>
                  <a:pt x="91440" y="756285"/>
                </a:lnTo>
                <a:lnTo>
                  <a:pt x="110490" y="662940"/>
                </a:lnTo>
                <a:lnTo>
                  <a:pt x="123825" y="568642"/>
                </a:lnTo>
                <a:lnTo>
                  <a:pt x="130492" y="473392"/>
                </a:lnTo>
                <a:lnTo>
                  <a:pt x="130492" y="378142"/>
                </a:lnTo>
                <a:lnTo>
                  <a:pt x="123825" y="283845"/>
                </a:lnTo>
                <a:lnTo>
                  <a:pt x="110490" y="189547"/>
                </a:lnTo>
                <a:lnTo>
                  <a:pt x="91440" y="96203"/>
                </a:lnTo>
                <a:lnTo>
                  <a:pt x="64770" y="3810"/>
                </a:lnTo>
                <a:lnTo>
                  <a:pt x="39053" y="95250"/>
                </a:lnTo>
                <a:close/>
                <a:moveTo>
                  <a:pt x="208598" y="95250"/>
                </a:moveTo>
                <a:lnTo>
                  <a:pt x="188595" y="188595"/>
                </a:lnTo>
                <a:lnTo>
                  <a:pt x="175260" y="282892"/>
                </a:lnTo>
                <a:lnTo>
                  <a:pt x="168592" y="377190"/>
                </a:lnTo>
                <a:lnTo>
                  <a:pt x="168592" y="472440"/>
                </a:lnTo>
                <a:lnTo>
                  <a:pt x="175260" y="567690"/>
                </a:lnTo>
                <a:lnTo>
                  <a:pt x="188595" y="661988"/>
                </a:lnTo>
                <a:lnTo>
                  <a:pt x="208598" y="755332"/>
                </a:lnTo>
                <a:lnTo>
                  <a:pt x="234315" y="846772"/>
                </a:lnTo>
                <a:lnTo>
                  <a:pt x="260033" y="755332"/>
                </a:lnTo>
                <a:lnTo>
                  <a:pt x="279083" y="661988"/>
                </a:lnTo>
                <a:lnTo>
                  <a:pt x="292418" y="567690"/>
                </a:lnTo>
                <a:lnTo>
                  <a:pt x="299085" y="472440"/>
                </a:lnTo>
                <a:lnTo>
                  <a:pt x="299085" y="378142"/>
                </a:lnTo>
                <a:lnTo>
                  <a:pt x="292418" y="283845"/>
                </a:lnTo>
                <a:lnTo>
                  <a:pt x="279083" y="189547"/>
                </a:lnTo>
                <a:lnTo>
                  <a:pt x="260033" y="96203"/>
                </a:lnTo>
                <a:lnTo>
                  <a:pt x="234315" y="3810"/>
                </a:lnTo>
                <a:lnTo>
                  <a:pt x="208598" y="95250"/>
                </a:lnTo>
                <a:close/>
                <a:moveTo>
                  <a:pt x="376238" y="95250"/>
                </a:moveTo>
                <a:lnTo>
                  <a:pt x="357188" y="188595"/>
                </a:lnTo>
                <a:lnTo>
                  <a:pt x="343853" y="282892"/>
                </a:lnTo>
                <a:lnTo>
                  <a:pt x="337185" y="377190"/>
                </a:lnTo>
                <a:lnTo>
                  <a:pt x="337185" y="472440"/>
                </a:lnTo>
                <a:lnTo>
                  <a:pt x="343853" y="567690"/>
                </a:lnTo>
                <a:lnTo>
                  <a:pt x="357188" y="661988"/>
                </a:lnTo>
                <a:lnTo>
                  <a:pt x="376238" y="755332"/>
                </a:lnTo>
                <a:lnTo>
                  <a:pt x="401955" y="846772"/>
                </a:lnTo>
                <a:lnTo>
                  <a:pt x="427673" y="755332"/>
                </a:lnTo>
                <a:lnTo>
                  <a:pt x="447675" y="661988"/>
                </a:lnTo>
                <a:lnTo>
                  <a:pt x="461010" y="567690"/>
                </a:lnTo>
                <a:lnTo>
                  <a:pt x="467678" y="472440"/>
                </a:lnTo>
                <a:lnTo>
                  <a:pt x="467678" y="378142"/>
                </a:lnTo>
                <a:lnTo>
                  <a:pt x="461010" y="283845"/>
                </a:lnTo>
                <a:lnTo>
                  <a:pt x="447675" y="189547"/>
                </a:lnTo>
                <a:lnTo>
                  <a:pt x="427673" y="96203"/>
                </a:lnTo>
                <a:lnTo>
                  <a:pt x="402908" y="3810"/>
                </a:lnTo>
                <a:lnTo>
                  <a:pt x="376238" y="95250"/>
                </a:lnTo>
                <a:close/>
                <a:moveTo>
                  <a:pt x="545783" y="95250"/>
                </a:moveTo>
                <a:lnTo>
                  <a:pt x="526733" y="188595"/>
                </a:lnTo>
                <a:lnTo>
                  <a:pt x="513398" y="282892"/>
                </a:lnTo>
                <a:lnTo>
                  <a:pt x="506730" y="377190"/>
                </a:lnTo>
                <a:lnTo>
                  <a:pt x="506730" y="472440"/>
                </a:lnTo>
                <a:lnTo>
                  <a:pt x="513398" y="567690"/>
                </a:lnTo>
                <a:lnTo>
                  <a:pt x="526733" y="661988"/>
                </a:lnTo>
                <a:lnTo>
                  <a:pt x="545783" y="755332"/>
                </a:lnTo>
                <a:lnTo>
                  <a:pt x="571500" y="846772"/>
                </a:lnTo>
                <a:lnTo>
                  <a:pt x="597218" y="755332"/>
                </a:lnTo>
                <a:lnTo>
                  <a:pt x="617220" y="661988"/>
                </a:lnTo>
                <a:lnTo>
                  <a:pt x="630555" y="567690"/>
                </a:lnTo>
                <a:lnTo>
                  <a:pt x="637223" y="472440"/>
                </a:lnTo>
                <a:lnTo>
                  <a:pt x="637223" y="378142"/>
                </a:lnTo>
                <a:lnTo>
                  <a:pt x="630555" y="283845"/>
                </a:lnTo>
                <a:lnTo>
                  <a:pt x="617220" y="189547"/>
                </a:lnTo>
                <a:lnTo>
                  <a:pt x="597218" y="96203"/>
                </a:lnTo>
                <a:lnTo>
                  <a:pt x="571500" y="3810"/>
                </a:lnTo>
                <a:lnTo>
                  <a:pt x="545783" y="95250"/>
                </a:lnTo>
                <a:close/>
                <a:moveTo>
                  <a:pt x="715328" y="95250"/>
                </a:moveTo>
                <a:lnTo>
                  <a:pt x="695325" y="188595"/>
                </a:lnTo>
                <a:lnTo>
                  <a:pt x="681990" y="282892"/>
                </a:lnTo>
                <a:lnTo>
                  <a:pt x="675323" y="377190"/>
                </a:lnTo>
                <a:lnTo>
                  <a:pt x="675323" y="472440"/>
                </a:lnTo>
                <a:lnTo>
                  <a:pt x="681990" y="567690"/>
                </a:lnTo>
                <a:lnTo>
                  <a:pt x="695325" y="661988"/>
                </a:lnTo>
                <a:lnTo>
                  <a:pt x="715328" y="755332"/>
                </a:lnTo>
                <a:lnTo>
                  <a:pt x="741045" y="846772"/>
                </a:lnTo>
                <a:lnTo>
                  <a:pt x="766763" y="755332"/>
                </a:lnTo>
                <a:lnTo>
                  <a:pt x="786765" y="661988"/>
                </a:lnTo>
                <a:lnTo>
                  <a:pt x="800100" y="567690"/>
                </a:lnTo>
                <a:lnTo>
                  <a:pt x="806768" y="472440"/>
                </a:lnTo>
                <a:lnTo>
                  <a:pt x="806768" y="378142"/>
                </a:lnTo>
                <a:lnTo>
                  <a:pt x="800100" y="283845"/>
                </a:lnTo>
                <a:lnTo>
                  <a:pt x="786765" y="189547"/>
                </a:lnTo>
                <a:lnTo>
                  <a:pt x="766763" y="95250"/>
                </a:lnTo>
                <a:lnTo>
                  <a:pt x="741045" y="3810"/>
                </a:lnTo>
                <a:lnTo>
                  <a:pt x="715328" y="95250"/>
                </a:lnTo>
                <a:close/>
                <a:moveTo>
                  <a:pt x="1636395" y="3810"/>
                </a:moveTo>
                <a:lnTo>
                  <a:pt x="1530668" y="465772"/>
                </a:lnTo>
                <a:lnTo>
                  <a:pt x="1424940" y="3810"/>
                </a:lnTo>
                <a:lnTo>
                  <a:pt x="963930" y="3810"/>
                </a:lnTo>
                <a:lnTo>
                  <a:pt x="963930" y="850582"/>
                </a:lnTo>
                <a:lnTo>
                  <a:pt x="1220153" y="850582"/>
                </a:lnTo>
                <a:lnTo>
                  <a:pt x="1220153" y="256222"/>
                </a:lnTo>
                <a:lnTo>
                  <a:pt x="1389698" y="850582"/>
                </a:lnTo>
                <a:lnTo>
                  <a:pt x="1671638" y="850582"/>
                </a:lnTo>
                <a:lnTo>
                  <a:pt x="1841183" y="256222"/>
                </a:lnTo>
                <a:lnTo>
                  <a:pt x="1841183" y="850582"/>
                </a:lnTo>
                <a:lnTo>
                  <a:pt x="2097405" y="850582"/>
                </a:lnTo>
                <a:lnTo>
                  <a:pt x="2097405" y="3810"/>
                </a:lnTo>
                <a:lnTo>
                  <a:pt x="1636395" y="3810"/>
                </a:lnTo>
                <a:close/>
                <a:moveTo>
                  <a:pt x="2577465" y="681038"/>
                </a:moveTo>
                <a:lnTo>
                  <a:pt x="2558415" y="673417"/>
                </a:lnTo>
                <a:lnTo>
                  <a:pt x="2542223" y="661035"/>
                </a:lnTo>
                <a:lnTo>
                  <a:pt x="2529840" y="644842"/>
                </a:lnTo>
                <a:lnTo>
                  <a:pt x="2522220" y="625792"/>
                </a:lnTo>
                <a:lnTo>
                  <a:pt x="2519363" y="605790"/>
                </a:lnTo>
                <a:lnTo>
                  <a:pt x="2519363" y="246697"/>
                </a:lnTo>
                <a:lnTo>
                  <a:pt x="2522220" y="226695"/>
                </a:lnTo>
                <a:lnTo>
                  <a:pt x="2529840" y="208597"/>
                </a:lnTo>
                <a:lnTo>
                  <a:pt x="2542223" y="192405"/>
                </a:lnTo>
                <a:lnTo>
                  <a:pt x="2558415" y="180022"/>
                </a:lnTo>
                <a:lnTo>
                  <a:pt x="2577465" y="172403"/>
                </a:lnTo>
                <a:lnTo>
                  <a:pt x="2597468" y="169545"/>
                </a:lnTo>
                <a:lnTo>
                  <a:pt x="2617470" y="172403"/>
                </a:lnTo>
                <a:lnTo>
                  <a:pt x="2636520" y="180022"/>
                </a:lnTo>
                <a:lnTo>
                  <a:pt x="2652713" y="192405"/>
                </a:lnTo>
                <a:lnTo>
                  <a:pt x="2665095" y="208597"/>
                </a:lnTo>
                <a:lnTo>
                  <a:pt x="2672715" y="226695"/>
                </a:lnTo>
                <a:lnTo>
                  <a:pt x="2675573" y="246697"/>
                </a:lnTo>
                <a:lnTo>
                  <a:pt x="2675573" y="606742"/>
                </a:lnTo>
                <a:lnTo>
                  <a:pt x="2672715" y="626745"/>
                </a:lnTo>
                <a:lnTo>
                  <a:pt x="2665095" y="645795"/>
                </a:lnTo>
                <a:lnTo>
                  <a:pt x="2652713" y="661988"/>
                </a:lnTo>
                <a:lnTo>
                  <a:pt x="2636520" y="674370"/>
                </a:lnTo>
                <a:lnTo>
                  <a:pt x="2617470" y="681990"/>
                </a:lnTo>
                <a:lnTo>
                  <a:pt x="2597468" y="684847"/>
                </a:lnTo>
                <a:lnTo>
                  <a:pt x="2577465" y="681038"/>
                </a:lnTo>
                <a:close/>
                <a:moveTo>
                  <a:pt x="2520315" y="3810"/>
                </a:moveTo>
                <a:lnTo>
                  <a:pt x="2476500" y="6667"/>
                </a:lnTo>
                <a:lnTo>
                  <a:pt x="2433638" y="16192"/>
                </a:lnTo>
                <a:lnTo>
                  <a:pt x="2391728" y="31432"/>
                </a:lnTo>
                <a:lnTo>
                  <a:pt x="2352675" y="52388"/>
                </a:lnTo>
                <a:lnTo>
                  <a:pt x="2317433" y="79057"/>
                </a:lnTo>
                <a:lnTo>
                  <a:pt x="2286000" y="110490"/>
                </a:lnTo>
                <a:lnTo>
                  <a:pt x="2259330" y="145732"/>
                </a:lnTo>
                <a:lnTo>
                  <a:pt x="2238375" y="184785"/>
                </a:lnTo>
                <a:lnTo>
                  <a:pt x="2223135" y="225742"/>
                </a:lnTo>
                <a:lnTo>
                  <a:pt x="2213610" y="269557"/>
                </a:lnTo>
                <a:lnTo>
                  <a:pt x="2210753" y="313372"/>
                </a:lnTo>
                <a:lnTo>
                  <a:pt x="2210753" y="541972"/>
                </a:lnTo>
                <a:lnTo>
                  <a:pt x="2213610" y="585788"/>
                </a:lnTo>
                <a:lnTo>
                  <a:pt x="2223135" y="628650"/>
                </a:lnTo>
                <a:lnTo>
                  <a:pt x="2238375" y="670560"/>
                </a:lnTo>
                <a:lnTo>
                  <a:pt x="2259330" y="709613"/>
                </a:lnTo>
                <a:lnTo>
                  <a:pt x="2286000" y="744855"/>
                </a:lnTo>
                <a:lnTo>
                  <a:pt x="2317433" y="776288"/>
                </a:lnTo>
                <a:lnTo>
                  <a:pt x="2352675" y="802957"/>
                </a:lnTo>
                <a:lnTo>
                  <a:pt x="2391728" y="823913"/>
                </a:lnTo>
                <a:lnTo>
                  <a:pt x="2433638" y="839153"/>
                </a:lnTo>
                <a:lnTo>
                  <a:pt x="2476500" y="848678"/>
                </a:lnTo>
                <a:lnTo>
                  <a:pt x="2520315" y="851535"/>
                </a:lnTo>
                <a:lnTo>
                  <a:pt x="2673668" y="851535"/>
                </a:lnTo>
                <a:lnTo>
                  <a:pt x="2717483" y="848678"/>
                </a:lnTo>
                <a:lnTo>
                  <a:pt x="2761298" y="839153"/>
                </a:lnTo>
                <a:lnTo>
                  <a:pt x="2802255" y="823913"/>
                </a:lnTo>
                <a:lnTo>
                  <a:pt x="2841308" y="802957"/>
                </a:lnTo>
                <a:lnTo>
                  <a:pt x="2876550" y="776288"/>
                </a:lnTo>
                <a:lnTo>
                  <a:pt x="2907983" y="744855"/>
                </a:lnTo>
                <a:lnTo>
                  <a:pt x="2934653" y="709613"/>
                </a:lnTo>
                <a:lnTo>
                  <a:pt x="2955608" y="670560"/>
                </a:lnTo>
                <a:lnTo>
                  <a:pt x="2970848" y="628650"/>
                </a:lnTo>
                <a:lnTo>
                  <a:pt x="2980373" y="585788"/>
                </a:lnTo>
                <a:lnTo>
                  <a:pt x="2983230" y="541972"/>
                </a:lnTo>
                <a:lnTo>
                  <a:pt x="2983230" y="311467"/>
                </a:lnTo>
                <a:lnTo>
                  <a:pt x="2980373" y="267653"/>
                </a:lnTo>
                <a:lnTo>
                  <a:pt x="2970848" y="223838"/>
                </a:lnTo>
                <a:lnTo>
                  <a:pt x="2955608" y="182880"/>
                </a:lnTo>
                <a:lnTo>
                  <a:pt x="2934653" y="143828"/>
                </a:lnTo>
                <a:lnTo>
                  <a:pt x="2907983" y="108585"/>
                </a:lnTo>
                <a:lnTo>
                  <a:pt x="2876550" y="77153"/>
                </a:lnTo>
                <a:lnTo>
                  <a:pt x="2841308" y="50482"/>
                </a:lnTo>
                <a:lnTo>
                  <a:pt x="2802255" y="29527"/>
                </a:lnTo>
                <a:lnTo>
                  <a:pt x="2761298" y="14288"/>
                </a:lnTo>
                <a:lnTo>
                  <a:pt x="2717483" y="4763"/>
                </a:lnTo>
                <a:lnTo>
                  <a:pt x="2674620" y="1905"/>
                </a:lnTo>
                <a:lnTo>
                  <a:pt x="2520315" y="1905"/>
                </a:lnTo>
                <a:close/>
                <a:moveTo>
                  <a:pt x="3713798" y="3810"/>
                </a:moveTo>
                <a:lnTo>
                  <a:pt x="3713798" y="597217"/>
                </a:lnTo>
                <a:lnTo>
                  <a:pt x="3544253" y="3810"/>
                </a:lnTo>
                <a:lnTo>
                  <a:pt x="3097530" y="3810"/>
                </a:lnTo>
                <a:lnTo>
                  <a:pt x="3097530" y="850582"/>
                </a:lnTo>
                <a:lnTo>
                  <a:pt x="3353753" y="850582"/>
                </a:lnTo>
                <a:lnTo>
                  <a:pt x="3353753" y="256222"/>
                </a:lnTo>
                <a:lnTo>
                  <a:pt x="3524250" y="850582"/>
                </a:lnTo>
                <a:lnTo>
                  <a:pt x="3970973" y="850582"/>
                </a:lnTo>
                <a:lnTo>
                  <a:pt x="3970973" y="3810"/>
                </a:lnTo>
                <a:lnTo>
                  <a:pt x="3713798" y="3810"/>
                </a:lnTo>
                <a:close/>
                <a:moveTo>
                  <a:pt x="4369118" y="169545"/>
                </a:moveTo>
                <a:lnTo>
                  <a:pt x="4445318" y="169545"/>
                </a:lnTo>
                <a:lnTo>
                  <a:pt x="4465320" y="172403"/>
                </a:lnTo>
                <a:lnTo>
                  <a:pt x="4484370" y="180022"/>
                </a:lnTo>
                <a:lnTo>
                  <a:pt x="4500563" y="192405"/>
                </a:lnTo>
                <a:lnTo>
                  <a:pt x="4512945" y="208597"/>
                </a:lnTo>
                <a:lnTo>
                  <a:pt x="4520565" y="226695"/>
                </a:lnTo>
                <a:lnTo>
                  <a:pt x="4523423" y="246697"/>
                </a:lnTo>
                <a:lnTo>
                  <a:pt x="4523423" y="606742"/>
                </a:lnTo>
                <a:lnTo>
                  <a:pt x="4520565" y="626745"/>
                </a:lnTo>
                <a:lnTo>
                  <a:pt x="4512945" y="645795"/>
                </a:lnTo>
                <a:lnTo>
                  <a:pt x="4500563" y="661988"/>
                </a:lnTo>
                <a:lnTo>
                  <a:pt x="4484370" y="674370"/>
                </a:lnTo>
                <a:lnTo>
                  <a:pt x="4465320" y="681990"/>
                </a:lnTo>
                <a:lnTo>
                  <a:pt x="4445318" y="684847"/>
                </a:lnTo>
                <a:lnTo>
                  <a:pt x="4369118" y="684847"/>
                </a:lnTo>
                <a:lnTo>
                  <a:pt x="4369118" y="169545"/>
                </a:lnTo>
                <a:close/>
                <a:moveTo>
                  <a:pt x="4087178" y="3810"/>
                </a:moveTo>
                <a:lnTo>
                  <a:pt x="4087178" y="850582"/>
                </a:lnTo>
                <a:lnTo>
                  <a:pt x="4523423" y="850582"/>
                </a:lnTo>
                <a:lnTo>
                  <a:pt x="4567238" y="847725"/>
                </a:lnTo>
                <a:lnTo>
                  <a:pt x="4610100" y="838200"/>
                </a:lnTo>
                <a:lnTo>
                  <a:pt x="4651058" y="822960"/>
                </a:lnTo>
                <a:lnTo>
                  <a:pt x="4690110" y="802005"/>
                </a:lnTo>
                <a:lnTo>
                  <a:pt x="4725353" y="775335"/>
                </a:lnTo>
                <a:lnTo>
                  <a:pt x="4756785" y="743903"/>
                </a:lnTo>
                <a:lnTo>
                  <a:pt x="4783455" y="708660"/>
                </a:lnTo>
                <a:lnTo>
                  <a:pt x="4804410" y="669607"/>
                </a:lnTo>
                <a:lnTo>
                  <a:pt x="4819650" y="627697"/>
                </a:lnTo>
                <a:lnTo>
                  <a:pt x="4829175" y="584835"/>
                </a:lnTo>
                <a:lnTo>
                  <a:pt x="4832033" y="541020"/>
                </a:lnTo>
                <a:lnTo>
                  <a:pt x="4832033" y="309563"/>
                </a:lnTo>
                <a:lnTo>
                  <a:pt x="4829175" y="265747"/>
                </a:lnTo>
                <a:lnTo>
                  <a:pt x="4819650" y="221932"/>
                </a:lnTo>
                <a:lnTo>
                  <a:pt x="4804410" y="180975"/>
                </a:lnTo>
                <a:lnTo>
                  <a:pt x="4783455" y="141922"/>
                </a:lnTo>
                <a:lnTo>
                  <a:pt x="4756785" y="106680"/>
                </a:lnTo>
                <a:lnTo>
                  <a:pt x="4725353" y="75247"/>
                </a:lnTo>
                <a:lnTo>
                  <a:pt x="4690110" y="48577"/>
                </a:lnTo>
                <a:lnTo>
                  <a:pt x="4651058" y="27622"/>
                </a:lnTo>
                <a:lnTo>
                  <a:pt x="4610100" y="12382"/>
                </a:lnTo>
                <a:lnTo>
                  <a:pt x="4567238" y="2857"/>
                </a:lnTo>
                <a:lnTo>
                  <a:pt x="4522470" y="0"/>
                </a:lnTo>
                <a:lnTo>
                  <a:pt x="4087178" y="0"/>
                </a:lnTo>
                <a:close/>
                <a:moveTo>
                  <a:pt x="5310188" y="681038"/>
                </a:moveTo>
                <a:lnTo>
                  <a:pt x="5291138" y="673417"/>
                </a:lnTo>
                <a:lnTo>
                  <a:pt x="5274945" y="661035"/>
                </a:lnTo>
                <a:lnTo>
                  <a:pt x="5262563" y="644842"/>
                </a:lnTo>
                <a:lnTo>
                  <a:pt x="5254943" y="625792"/>
                </a:lnTo>
                <a:lnTo>
                  <a:pt x="5252085" y="605790"/>
                </a:lnTo>
                <a:lnTo>
                  <a:pt x="5252085" y="246697"/>
                </a:lnTo>
                <a:lnTo>
                  <a:pt x="5254943" y="226695"/>
                </a:lnTo>
                <a:lnTo>
                  <a:pt x="5262563" y="208597"/>
                </a:lnTo>
                <a:lnTo>
                  <a:pt x="5274945" y="192405"/>
                </a:lnTo>
                <a:lnTo>
                  <a:pt x="5291138" y="180022"/>
                </a:lnTo>
                <a:lnTo>
                  <a:pt x="5310188" y="172403"/>
                </a:lnTo>
                <a:lnTo>
                  <a:pt x="5330190" y="169545"/>
                </a:lnTo>
                <a:lnTo>
                  <a:pt x="5350193" y="172403"/>
                </a:lnTo>
                <a:lnTo>
                  <a:pt x="5369243" y="180022"/>
                </a:lnTo>
                <a:lnTo>
                  <a:pt x="5385435" y="192405"/>
                </a:lnTo>
                <a:lnTo>
                  <a:pt x="5397818" y="208597"/>
                </a:lnTo>
                <a:lnTo>
                  <a:pt x="5405438" y="226695"/>
                </a:lnTo>
                <a:lnTo>
                  <a:pt x="5408295" y="246697"/>
                </a:lnTo>
                <a:lnTo>
                  <a:pt x="5408295" y="605790"/>
                </a:lnTo>
                <a:lnTo>
                  <a:pt x="5405438" y="625792"/>
                </a:lnTo>
                <a:lnTo>
                  <a:pt x="5397818" y="644842"/>
                </a:lnTo>
                <a:lnTo>
                  <a:pt x="5385435" y="661035"/>
                </a:lnTo>
                <a:lnTo>
                  <a:pt x="5369243" y="673417"/>
                </a:lnTo>
                <a:lnTo>
                  <a:pt x="5350193" y="681038"/>
                </a:lnTo>
                <a:lnTo>
                  <a:pt x="5330190" y="683895"/>
                </a:lnTo>
                <a:lnTo>
                  <a:pt x="5310188" y="681038"/>
                </a:lnTo>
                <a:close/>
                <a:moveTo>
                  <a:pt x="5253990" y="3810"/>
                </a:moveTo>
                <a:lnTo>
                  <a:pt x="5210175" y="6667"/>
                </a:lnTo>
                <a:lnTo>
                  <a:pt x="5167313" y="16192"/>
                </a:lnTo>
                <a:lnTo>
                  <a:pt x="5125403" y="31432"/>
                </a:lnTo>
                <a:lnTo>
                  <a:pt x="5086350" y="52388"/>
                </a:lnTo>
                <a:lnTo>
                  <a:pt x="5051108" y="79057"/>
                </a:lnTo>
                <a:lnTo>
                  <a:pt x="5019675" y="110490"/>
                </a:lnTo>
                <a:lnTo>
                  <a:pt x="4993005" y="145732"/>
                </a:lnTo>
                <a:lnTo>
                  <a:pt x="4972050" y="184785"/>
                </a:lnTo>
                <a:lnTo>
                  <a:pt x="4956810" y="225742"/>
                </a:lnTo>
                <a:lnTo>
                  <a:pt x="4947285" y="269557"/>
                </a:lnTo>
                <a:lnTo>
                  <a:pt x="4944428" y="313372"/>
                </a:lnTo>
                <a:lnTo>
                  <a:pt x="4944428" y="541972"/>
                </a:lnTo>
                <a:lnTo>
                  <a:pt x="4947285" y="585788"/>
                </a:lnTo>
                <a:lnTo>
                  <a:pt x="4956810" y="628650"/>
                </a:lnTo>
                <a:lnTo>
                  <a:pt x="4972050" y="670560"/>
                </a:lnTo>
                <a:lnTo>
                  <a:pt x="4993005" y="709613"/>
                </a:lnTo>
                <a:lnTo>
                  <a:pt x="5019675" y="744855"/>
                </a:lnTo>
                <a:lnTo>
                  <a:pt x="5051108" y="776288"/>
                </a:lnTo>
                <a:lnTo>
                  <a:pt x="5086350" y="802957"/>
                </a:lnTo>
                <a:lnTo>
                  <a:pt x="5125403" y="823913"/>
                </a:lnTo>
                <a:lnTo>
                  <a:pt x="5167313" y="839153"/>
                </a:lnTo>
                <a:lnTo>
                  <a:pt x="5210175" y="848678"/>
                </a:lnTo>
                <a:lnTo>
                  <a:pt x="5253990" y="851535"/>
                </a:lnTo>
                <a:lnTo>
                  <a:pt x="5407343" y="851535"/>
                </a:lnTo>
                <a:lnTo>
                  <a:pt x="5451158" y="848678"/>
                </a:lnTo>
                <a:lnTo>
                  <a:pt x="5494973" y="839153"/>
                </a:lnTo>
                <a:lnTo>
                  <a:pt x="5535930" y="823913"/>
                </a:lnTo>
                <a:lnTo>
                  <a:pt x="5574983" y="802957"/>
                </a:lnTo>
                <a:lnTo>
                  <a:pt x="5610225" y="776288"/>
                </a:lnTo>
                <a:lnTo>
                  <a:pt x="5641658" y="744855"/>
                </a:lnTo>
                <a:lnTo>
                  <a:pt x="5668328" y="709613"/>
                </a:lnTo>
                <a:lnTo>
                  <a:pt x="5689283" y="670560"/>
                </a:lnTo>
                <a:lnTo>
                  <a:pt x="5704523" y="628650"/>
                </a:lnTo>
                <a:lnTo>
                  <a:pt x="5714048" y="585788"/>
                </a:lnTo>
                <a:lnTo>
                  <a:pt x="5716905" y="541972"/>
                </a:lnTo>
                <a:lnTo>
                  <a:pt x="5716905" y="311467"/>
                </a:lnTo>
                <a:lnTo>
                  <a:pt x="5714048" y="267653"/>
                </a:lnTo>
                <a:lnTo>
                  <a:pt x="5704523" y="223838"/>
                </a:lnTo>
                <a:lnTo>
                  <a:pt x="5689283" y="182880"/>
                </a:lnTo>
                <a:lnTo>
                  <a:pt x="5668328" y="143828"/>
                </a:lnTo>
                <a:lnTo>
                  <a:pt x="5641658" y="108585"/>
                </a:lnTo>
                <a:lnTo>
                  <a:pt x="5610225" y="77153"/>
                </a:lnTo>
                <a:lnTo>
                  <a:pt x="5574983" y="50482"/>
                </a:lnTo>
                <a:lnTo>
                  <a:pt x="5535930" y="29527"/>
                </a:lnTo>
                <a:lnTo>
                  <a:pt x="5494973" y="14288"/>
                </a:lnTo>
                <a:lnTo>
                  <a:pt x="5451158" y="4763"/>
                </a:lnTo>
                <a:lnTo>
                  <a:pt x="5407343" y="1905"/>
                </a:lnTo>
                <a:lnTo>
                  <a:pt x="5253990" y="1905"/>
                </a:lnTo>
                <a:close/>
                <a:moveTo>
                  <a:pt x="99060" y="1058228"/>
                </a:moveTo>
                <a:cubicBezTo>
                  <a:pt x="147638" y="1058228"/>
                  <a:pt x="172403" y="1087755"/>
                  <a:pt x="172403" y="1137285"/>
                </a:cubicBezTo>
                <a:lnTo>
                  <a:pt x="172403" y="1146810"/>
                </a:lnTo>
                <a:lnTo>
                  <a:pt x="124778" y="1146810"/>
                </a:lnTo>
                <a:lnTo>
                  <a:pt x="124778" y="1133475"/>
                </a:lnTo>
                <a:cubicBezTo>
                  <a:pt x="124778" y="1110615"/>
                  <a:pt x="115253" y="1102042"/>
                  <a:pt x="100013" y="1102042"/>
                </a:cubicBezTo>
                <a:cubicBezTo>
                  <a:pt x="83820" y="1102042"/>
                  <a:pt x="75248" y="1110615"/>
                  <a:pt x="75248" y="1133475"/>
                </a:cubicBezTo>
                <a:cubicBezTo>
                  <a:pt x="75248" y="1199198"/>
                  <a:pt x="172403" y="1210628"/>
                  <a:pt x="172403" y="1301115"/>
                </a:cubicBezTo>
                <a:cubicBezTo>
                  <a:pt x="172403" y="1351598"/>
                  <a:pt x="146685" y="1380173"/>
                  <a:pt x="98108" y="1380173"/>
                </a:cubicBezTo>
                <a:cubicBezTo>
                  <a:pt x="49530" y="1380173"/>
                  <a:pt x="23813" y="1350645"/>
                  <a:pt x="23813" y="1301115"/>
                </a:cubicBezTo>
                <a:lnTo>
                  <a:pt x="23813" y="1281113"/>
                </a:lnTo>
                <a:lnTo>
                  <a:pt x="71438" y="1281113"/>
                </a:lnTo>
                <a:lnTo>
                  <a:pt x="71438" y="1303973"/>
                </a:lnTo>
                <a:cubicBezTo>
                  <a:pt x="71438" y="1326832"/>
                  <a:pt x="80963" y="1334453"/>
                  <a:pt x="97155" y="1334453"/>
                </a:cubicBezTo>
                <a:cubicBezTo>
                  <a:pt x="113348" y="1334453"/>
                  <a:pt x="122873" y="1325880"/>
                  <a:pt x="122873" y="1303973"/>
                </a:cubicBezTo>
                <a:cubicBezTo>
                  <a:pt x="122873" y="1238250"/>
                  <a:pt x="25718" y="1226820"/>
                  <a:pt x="25718" y="1136332"/>
                </a:cubicBezTo>
                <a:cubicBezTo>
                  <a:pt x="26670" y="1085850"/>
                  <a:pt x="51435" y="1058228"/>
                  <a:pt x="99060" y="1058228"/>
                </a:cubicBezTo>
                <a:moveTo>
                  <a:pt x="597218" y="1139190"/>
                </a:moveTo>
                <a:lnTo>
                  <a:pt x="597218" y="1180148"/>
                </a:lnTo>
                <a:cubicBezTo>
                  <a:pt x="597218" y="1230630"/>
                  <a:pt x="572453" y="1257300"/>
                  <a:pt x="522923" y="1257300"/>
                </a:cubicBezTo>
                <a:lnTo>
                  <a:pt x="499110" y="1257300"/>
                </a:lnTo>
                <a:lnTo>
                  <a:pt x="499110" y="1375410"/>
                </a:lnTo>
                <a:lnTo>
                  <a:pt x="449580" y="1375410"/>
                </a:lnTo>
                <a:lnTo>
                  <a:pt x="449580" y="1059180"/>
                </a:lnTo>
                <a:lnTo>
                  <a:pt x="522923" y="1059180"/>
                </a:lnTo>
                <a:cubicBezTo>
                  <a:pt x="572453" y="1062038"/>
                  <a:pt x="597218" y="1088707"/>
                  <a:pt x="597218" y="1139190"/>
                </a:cubicBezTo>
                <a:moveTo>
                  <a:pt x="500063" y="1105853"/>
                </a:moveTo>
                <a:lnTo>
                  <a:pt x="500063" y="1212532"/>
                </a:lnTo>
                <a:lnTo>
                  <a:pt x="523875" y="1212532"/>
                </a:lnTo>
                <a:cubicBezTo>
                  <a:pt x="540068" y="1212532"/>
                  <a:pt x="548640" y="1204913"/>
                  <a:pt x="548640" y="1183005"/>
                </a:cubicBezTo>
                <a:lnTo>
                  <a:pt x="548640" y="1135380"/>
                </a:lnTo>
                <a:cubicBezTo>
                  <a:pt x="548640" y="1112520"/>
                  <a:pt x="540068" y="1105853"/>
                  <a:pt x="523875" y="1105853"/>
                </a:cubicBezTo>
                <a:lnTo>
                  <a:pt x="500063" y="1105853"/>
                </a:lnTo>
                <a:lnTo>
                  <a:pt x="500063" y="1105853"/>
                </a:lnTo>
                <a:close/>
                <a:moveTo>
                  <a:pt x="866775" y="1137285"/>
                </a:moveTo>
                <a:cubicBezTo>
                  <a:pt x="866775" y="1086803"/>
                  <a:pt x="893445" y="1058228"/>
                  <a:pt x="942023" y="1058228"/>
                </a:cubicBezTo>
                <a:cubicBezTo>
                  <a:pt x="990600" y="1058228"/>
                  <a:pt x="1017270" y="1087755"/>
                  <a:pt x="1017270" y="1137285"/>
                </a:cubicBezTo>
                <a:lnTo>
                  <a:pt x="1017270" y="1302067"/>
                </a:lnTo>
                <a:cubicBezTo>
                  <a:pt x="1017270" y="1352550"/>
                  <a:pt x="990600" y="1381125"/>
                  <a:pt x="942023" y="1381125"/>
                </a:cubicBezTo>
                <a:cubicBezTo>
                  <a:pt x="893445" y="1381125"/>
                  <a:pt x="866775" y="1351598"/>
                  <a:pt x="866775" y="1302067"/>
                </a:cubicBezTo>
                <a:lnTo>
                  <a:pt x="866775" y="1137285"/>
                </a:lnTo>
                <a:close/>
                <a:moveTo>
                  <a:pt x="916305" y="1304925"/>
                </a:moveTo>
                <a:cubicBezTo>
                  <a:pt x="916305" y="1327785"/>
                  <a:pt x="925830" y="1336357"/>
                  <a:pt x="942023" y="1336357"/>
                </a:cubicBezTo>
                <a:cubicBezTo>
                  <a:pt x="958215" y="1336357"/>
                  <a:pt x="967740" y="1327785"/>
                  <a:pt x="967740" y="1304925"/>
                </a:cubicBezTo>
                <a:lnTo>
                  <a:pt x="967740" y="1134428"/>
                </a:lnTo>
                <a:cubicBezTo>
                  <a:pt x="967740" y="1111567"/>
                  <a:pt x="957263" y="1102995"/>
                  <a:pt x="942023" y="1102995"/>
                </a:cubicBezTo>
                <a:cubicBezTo>
                  <a:pt x="925830" y="1102995"/>
                  <a:pt x="916305" y="1111567"/>
                  <a:pt x="916305" y="1134428"/>
                </a:cubicBezTo>
                <a:lnTo>
                  <a:pt x="916305" y="1304925"/>
                </a:lnTo>
                <a:close/>
                <a:moveTo>
                  <a:pt x="1402080" y="1377315"/>
                </a:moveTo>
                <a:cubicBezTo>
                  <a:pt x="1399223" y="1368742"/>
                  <a:pt x="1397318" y="1363980"/>
                  <a:pt x="1397318" y="1338263"/>
                </a:cubicBezTo>
                <a:lnTo>
                  <a:pt x="1397318" y="1288732"/>
                </a:lnTo>
                <a:cubicBezTo>
                  <a:pt x="1397318" y="1259205"/>
                  <a:pt x="1387793" y="1248728"/>
                  <a:pt x="1364933" y="1248728"/>
                </a:cubicBezTo>
                <a:lnTo>
                  <a:pt x="1347788" y="1248728"/>
                </a:lnTo>
                <a:lnTo>
                  <a:pt x="1347788" y="1377315"/>
                </a:lnTo>
                <a:lnTo>
                  <a:pt x="1298258" y="1377315"/>
                </a:lnTo>
                <a:lnTo>
                  <a:pt x="1298258" y="1061085"/>
                </a:lnTo>
                <a:lnTo>
                  <a:pt x="1373505" y="1061085"/>
                </a:lnTo>
                <a:cubicBezTo>
                  <a:pt x="1424940" y="1061085"/>
                  <a:pt x="1447800" y="1084898"/>
                  <a:pt x="1447800" y="1134428"/>
                </a:cubicBezTo>
                <a:lnTo>
                  <a:pt x="1447800" y="1159192"/>
                </a:lnTo>
                <a:cubicBezTo>
                  <a:pt x="1447800" y="1191578"/>
                  <a:pt x="1437323" y="1213485"/>
                  <a:pt x="1415415" y="1223963"/>
                </a:cubicBezTo>
                <a:cubicBezTo>
                  <a:pt x="1440180" y="1234440"/>
                  <a:pt x="1448753" y="1258253"/>
                  <a:pt x="1448753" y="1291590"/>
                </a:cubicBezTo>
                <a:lnTo>
                  <a:pt x="1448753" y="1341120"/>
                </a:lnTo>
                <a:cubicBezTo>
                  <a:pt x="1448753" y="1356360"/>
                  <a:pt x="1448753" y="1367790"/>
                  <a:pt x="1454468" y="1380173"/>
                </a:cubicBezTo>
                <a:lnTo>
                  <a:pt x="1402080" y="1380173"/>
                </a:lnTo>
                <a:lnTo>
                  <a:pt x="1402080" y="1377315"/>
                </a:lnTo>
                <a:close/>
                <a:moveTo>
                  <a:pt x="1346835" y="1105853"/>
                </a:moveTo>
                <a:lnTo>
                  <a:pt x="1346835" y="1203007"/>
                </a:lnTo>
                <a:lnTo>
                  <a:pt x="1366838" y="1203007"/>
                </a:lnTo>
                <a:cubicBezTo>
                  <a:pt x="1385888" y="1203007"/>
                  <a:pt x="1396365" y="1194435"/>
                  <a:pt x="1396365" y="1169670"/>
                </a:cubicBezTo>
                <a:lnTo>
                  <a:pt x="1396365" y="1138238"/>
                </a:lnTo>
                <a:cubicBezTo>
                  <a:pt x="1396365" y="1115378"/>
                  <a:pt x="1388745" y="1105853"/>
                  <a:pt x="1370648" y="1105853"/>
                </a:cubicBezTo>
                <a:lnTo>
                  <a:pt x="1346835" y="1105853"/>
                </a:lnTo>
                <a:lnTo>
                  <a:pt x="1346835" y="1105853"/>
                </a:lnTo>
                <a:close/>
                <a:moveTo>
                  <a:pt x="1713548" y="1062038"/>
                </a:moveTo>
                <a:lnTo>
                  <a:pt x="1866900" y="1062038"/>
                </a:lnTo>
                <a:lnTo>
                  <a:pt x="1866900" y="1106805"/>
                </a:lnTo>
                <a:lnTo>
                  <a:pt x="1814513" y="1106805"/>
                </a:lnTo>
                <a:lnTo>
                  <a:pt x="1814513" y="1378267"/>
                </a:lnTo>
                <a:lnTo>
                  <a:pt x="1764983" y="1378267"/>
                </a:lnTo>
                <a:lnTo>
                  <a:pt x="1764983" y="1106805"/>
                </a:lnTo>
                <a:lnTo>
                  <a:pt x="1712595" y="1106805"/>
                </a:lnTo>
                <a:lnTo>
                  <a:pt x="1712595" y="1062038"/>
                </a:lnTo>
                <a:close/>
                <a:moveTo>
                  <a:pt x="2772728" y="1193482"/>
                </a:moveTo>
                <a:lnTo>
                  <a:pt x="2837498" y="1193482"/>
                </a:lnTo>
                <a:lnTo>
                  <a:pt x="2837498" y="1239203"/>
                </a:lnTo>
                <a:lnTo>
                  <a:pt x="2772728" y="1239203"/>
                </a:lnTo>
                <a:lnTo>
                  <a:pt x="2772728" y="1369695"/>
                </a:lnTo>
                <a:lnTo>
                  <a:pt x="2722245" y="1369695"/>
                </a:lnTo>
                <a:lnTo>
                  <a:pt x="2722245" y="1053465"/>
                </a:lnTo>
                <a:lnTo>
                  <a:pt x="2853690" y="1053465"/>
                </a:lnTo>
                <a:lnTo>
                  <a:pt x="2853690" y="1099185"/>
                </a:lnTo>
                <a:lnTo>
                  <a:pt x="2772728" y="1099185"/>
                </a:lnTo>
                <a:lnTo>
                  <a:pt x="2772728" y="1193482"/>
                </a:lnTo>
                <a:close/>
                <a:moveTo>
                  <a:pt x="3103245" y="1053465"/>
                </a:moveTo>
                <a:lnTo>
                  <a:pt x="3152775" y="1053465"/>
                </a:lnTo>
                <a:lnTo>
                  <a:pt x="3152775" y="1323975"/>
                </a:lnTo>
                <a:lnTo>
                  <a:pt x="3234690" y="1323975"/>
                </a:lnTo>
                <a:lnTo>
                  <a:pt x="3234690" y="1369695"/>
                </a:lnTo>
                <a:lnTo>
                  <a:pt x="3103245" y="1369695"/>
                </a:lnTo>
                <a:lnTo>
                  <a:pt x="3103245" y="1053465"/>
                </a:lnTo>
                <a:close/>
                <a:moveTo>
                  <a:pt x="3478530" y="1128713"/>
                </a:moveTo>
                <a:cubicBezTo>
                  <a:pt x="3478530" y="1078230"/>
                  <a:pt x="3505200" y="1049655"/>
                  <a:pt x="3553778" y="1049655"/>
                </a:cubicBezTo>
                <a:cubicBezTo>
                  <a:pt x="3602355" y="1049655"/>
                  <a:pt x="3629025" y="1079182"/>
                  <a:pt x="3629025" y="1128713"/>
                </a:cubicBezTo>
                <a:lnTo>
                  <a:pt x="3629025" y="1293495"/>
                </a:lnTo>
                <a:cubicBezTo>
                  <a:pt x="3629025" y="1343978"/>
                  <a:pt x="3602355" y="1372553"/>
                  <a:pt x="3553778" y="1372553"/>
                </a:cubicBezTo>
                <a:cubicBezTo>
                  <a:pt x="3504248" y="1372553"/>
                  <a:pt x="3478530" y="1343025"/>
                  <a:pt x="3478530" y="1293495"/>
                </a:cubicBezTo>
                <a:lnTo>
                  <a:pt x="3478530" y="1128713"/>
                </a:lnTo>
                <a:close/>
                <a:moveTo>
                  <a:pt x="3528060" y="1296353"/>
                </a:moveTo>
                <a:cubicBezTo>
                  <a:pt x="3528060" y="1319213"/>
                  <a:pt x="3537585" y="1327785"/>
                  <a:pt x="3553778" y="1327785"/>
                </a:cubicBezTo>
                <a:cubicBezTo>
                  <a:pt x="3569970" y="1327785"/>
                  <a:pt x="3579495" y="1319213"/>
                  <a:pt x="3579495" y="1296353"/>
                </a:cubicBezTo>
                <a:lnTo>
                  <a:pt x="3579495" y="1125855"/>
                </a:lnTo>
                <a:cubicBezTo>
                  <a:pt x="3579495" y="1102995"/>
                  <a:pt x="3569970" y="1094423"/>
                  <a:pt x="3553778" y="1094423"/>
                </a:cubicBezTo>
                <a:cubicBezTo>
                  <a:pt x="3537585" y="1094423"/>
                  <a:pt x="3528060" y="1102995"/>
                  <a:pt x="3528060" y="1125855"/>
                </a:cubicBezTo>
                <a:lnTo>
                  <a:pt x="3528060" y="1296353"/>
                </a:lnTo>
                <a:close/>
                <a:moveTo>
                  <a:pt x="3882390" y="1128713"/>
                </a:moveTo>
                <a:cubicBezTo>
                  <a:pt x="3882390" y="1078230"/>
                  <a:pt x="3909060" y="1049655"/>
                  <a:pt x="3957638" y="1049655"/>
                </a:cubicBezTo>
                <a:cubicBezTo>
                  <a:pt x="4006215" y="1049655"/>
                  <a:pt x="4032885" y="1079182"/>
                  <a:pt x="4032885" y="1128713"/>
                </a:cubicBezTo>
                <a:lnTo>
                  <a:pt x="4032885" y="1293495"/>
                </a:lnTo>
                <a:cubicBezTo>
                  <a:pt x="4032885" y="1343978"/>
                  <a:pt x="4006215" y="1372553"/>
                  <a:pt x="3957638" y="1372553"/>
                </a:cubicBezTo>
                <a:cubicBezTo>
                  <a:pt x="3909060" y="1372553"/>
                  <a:pt x="3882390" y="1343025"/>
                  <a:pt x="3882390" y="1293495"/>
                </a:cubicBezTo>
                <a:lnTo>
                  <a:pt x="3882390" y="1128713"/>
                </a:lnTo>
                <a:close/>
                <a:moveTo>
                  <a:pt x="3931920" y="1296353"/>
                </a:moveTo>
                <a:cubicBezTo>
                  <a:pt x="3931920" y="1319213"/>
                  <a:pt x="3941445" y="1327785"/>
                  <a:pt x="3957638" y="1327785"/>
                </a:cubicBezTo>
                <a:cubicBezTo>
                  <a:pt x="3973830" y="1327785"/>
                  <a:pt x="3983355" y="1319213"/>
                  <a:pt x="3983355" y="1296353"/>
                </a:cubicBezTo>
                <a:lnTo>
                  <a:pt x="3983355" y="1125855"/>
                </a:lnTo>
                <a:cubicBezTo>
                  <a:pt x="3983355" y="1102995"/>
                  <a:pt x="3973830" y="1094423"/>
                  <a:pt x="3957638" y="1094423"/>
                </a:cubicBezTo>
                <a:cubicBezTo>
                  <a:pt x="3941445" y="1094423"/>
                  <a:pt x="3931920" y="1102995"/>
                  <a:pt x="3931920" y="1125855"/>
                </a:cubicBezTo>
                <a:lnTo>
                  <a:pt x="3931920" y="1296353"/>
                </a:lnTo>
                <a:close/>
                <a:moveTo>
                  <a:pt x="4394835" y="1369695"/>
                </a:moveTo>
                <a:cubicBezTo>
                  <a:pt x="4391978" y="1361123"/>
                  <a:pt x="4390073" y="1356360"/>
                  <a:pt x="4390073" y="1330642"/>
                </a:cubicBezTo>
                <a:lnTo>
                  <a:pt x="4390073" y="1281113"/>
                </a:lnTo>
                <a:cubicBezTo>
                  <a:pt x="4390073" y="1251585"/>
                  <a:pt x="4380548" y="1241107"/>
                  <a:pt x="4357688" y="1241107"/>
                </a:cubicBezTo>
                <a:lnTo>
                  <a:pt x="4340543" y="1241107"/>
                </a:lnTo>
                <a:lnTo>
                  <a:pt x="4340543" y="1369695"/>
                </a:lnTo>
                <a:lnTo>
                  <a:pt x="4291013" y="1369695"/>
                </a:lnTo>
                <a:lnTo>
                  <a:pt x="4291013" y="1053465"/>
                </a:lnTo>
                <a:lnTo>
                  <a:pt x="4366260" y="1053465"/>
                </a:lnTo>
                <a:cubicBezTo>
                  <a:pt x="4417695" y="1053465"/>
                  <a:pt x="4440555" y="1077278"/>
                  <a:pt x="4440555" y="1126807"/>
                </a:cubicBezTo>
                <a:lnTo>
                  <a:pt x="4440555" y="1151573"/>
                </a:lnTo>
                <a:cubicBezTo>
                  <a:pt x="4440555" y="1183957"/>
                  <a:pt x="4430078" y="1205865"/>
                  <a:pt x="4408170" y="1216342"/>
                </a:cubicBezTo>
                <a:cubicBezTo>
                  <a:pt x="4432935" y="1226820"/>
                  <a:pt x="4441508" y="1250632"/>
                  <a:pt x="4441508" y="1283970"/>
                </a:cubicBezTo>
                <a:lnTo>
                  <a:pt x="4441508" y="1333500"/>
                </a:lnTo>
                <a:cubicBezTo>
                  <a:pt x="4441508" y="1348740"/>
                  <a:pt x="4441508" y="1360170"/>
                  <a:pt x="4447223" y="1372553"/>
                </a:cubicBezTo>
                <a:lnTo>
                  <a:pt x="4394835" y="1372553"/>
                </a:lnTo>
                <a:lnTo>
                  <a:pt x="4394835" y="1369695"/>
                </a:lnTo>
                <a:close/>
                <a:moveTo>
                  <a:pt x="4340543" y="1098232"/>
                </a:moveTo>
                <a:lnTo>
                  <a:pt x="4340543" y="1195388"/>
                </a:lnTo>
                <a:lnTo>
                  <a:pt x="4360545" y="1195388"/>
                </a:lnTo>
                <a:cubicBezTo>
                  <a:pt x="4379595" y="1195388"/>
                  <a:pt x="4390073" y="1186815"/>
                  <a:pt x="4390073" y="1162050"/>
                </a:cubicBezTo>
                <a:lnTo>
                  <a:pt x="4390073" y="1130617"/>
                </a:lnTo>
                <a:cubicBezTo>
                  <a:pt x="4390073" y="1107757"/>
                  <a:pt x="4382453" y="1098232"/>
                  <a:pt x="4364355" y="1098232"/>
                </a:cubicBezTo>
                <a:lnTo>
                  <a:pt x="4340543" y="1098232"/>
                </a:lnTo>
                <a:lnTo>
                  <a:pt x="4340543" y="1098232"/>
                </a:lnTo>
                <a:close/>
                <a:moveTo>
                  <a:pt x="4698683" y="1053465"/>
                </a:moveTo>
                <a:lnTo>
                  <a:pt x="4748213" y="1053465"/>
                </a:lnTo>
                <a:lnTo>
                  <a:pt x="4748213" y="1369695"/>
                </a:lnTo>
                <a:lnTo>
                  <a:pt x="4698683" y="1369695"/>
                </a:lnTo>
                <a:lnTo>
                  <a:pt x="4698683" y="1053465"/>
                </a:lnTo>
                <a:close/>
                <a:moveTo>
                  <a:pt x="5053013" y="1140142"/>
                </a:moveTo>
                <a:lnTo>
                  <a:pt x="5053013" y="1368742"/>
                </a:lnTo>
                <a:lnTo>
                  <a:pt x="5008245" y="1368742"/>
                </a:lnTo>
                <a:lnTo>
                  <a:pt x="5008245" y="1052513"/>
                </a:lnTo>
                <a:lnTo>
                  <a:pt x="5071110" y="1052513"/>
                </a:lnTo>
                <a:lnTo>
                  <a:pt x="5122545" y="1242060"/>
                </a:lnTo>
                <a:lnTo>
                  <a:pt x="5122545" y="1052513"/>
                </a:lnTo>
                <a:lnTo>
                  <a:pt x="5167313" y="1052513"/>
                </a:lnTo>
                <a:lnTo>
                  <a:pt x="5167313" y="1368742"/>
                </a:lnTo>
                <a:lnTo>
                  <a:pt x="5115878" y="1368742"/>
                </a:lnTo>
                <a:lnTo>
                  <a:pt x="5053013" y="1140142"/>
                </a:lnTo>
                <a:close/>
                <a:moveTo>
                  <a:pt x="5501640" y="1193482"/>
                </a:moveTo>
                <a:lnTo>
                  <a:pt x="5571173" y="1193482"/>
                </a:lnTo>
                <a:lnTo>
                  <a:pt x="5571173" y="1293495"/>
                </a:lnTo>
                <a:cubicBezTo>
                  <a:pt x="5571173" y="1343978"/>
                  <a:pt x="5545455" y="1372553"/>
                  <a:pt x="5496878" y="1372553"/>
                </a:cubicBezTo>
                <a:cubicBezTo>
                  <a:pt x="5448300" y="1372553"/>
                  <a:pt x="5422583" y="1343025"/>
                  <a:pt x="5422583" y="1293495"/>
                </a:cubicBezTo>
                <a:lnTo>
                  <a:pt x="5422583" y="1128713"/>
                </a:lnTo>
                <a:cubicBezTo>
                  <a:pt x="5422583" y="1078230"/>
                  <a:pt x="5448300" y="1049655"/>
                  <a:pt x="5496878" y="1049655"/>
                </a:cubicBezTo>
                <a:cubicBezTo>
                  <a:pt x="5546408" y="1049655"/>
                  <a:pt x="5571173" y="1079182"/>
                  <a:pt x="5571173" y="1128713"/>
                </a:cubicBezTo>
                <a:lnTo>
                  <a:pt x="5571173" y="1159192"/>
                </a:lnTo>
                <a:lnTo>
                  <a:pt x="5523548" y="1159192"/>
                </a:lnTo>
                <a:lnTo>
                  <a:pt x="5523548" y="1124903"/>
                </a:lnTo>
                <a:cubicBezTo>
                  <a:pt x="5523548" y="1102042"/>
                  <a:pt x="5514023" y="1093470"/>
                  <a:pt x="5497830" y="1093470"/>
                </a:cubicBezTo>
                <a:cubicBezTo>
                  <a:pt x="5481638" y="1093470"/>
                  <a:pt x="5472113" y="1102042"/>
                  <a:pt x="5472113" y="1124903"/>
                </a:cubicBezTo>
                <a:lnTo>
                  <a:pt x="5472113" y="1295400"/>
                </a:lnTo>
                <a:cubicBezTo>
                  <a:pt x="5472113" y="1318260"/>
                  <a:pt x="5481638" y="1325880"/>
                  <a:pt x="5497830" y="1325880"/>
                </a:cubicBezTo>
                <a:cubicBezTo>
                  <a:pt x="5514023" y="1325880"/>
                  <a:pt x="5523548" y="1317307"/>
                  <a:pt x="5523548" y="1295400"/>
                </a:cubicBezTo>
                <a:lnTo>
                  <a:pt x="5523548" y="1236345"/>
                </a:lnTo>
                <a:lnTo>
                  <a:pt x="5500688" y="1236345"/>
                </a:lnTo>
                <a:lnTo>
                  <a:pt x="5501640" y="1193482"/>
                </a:lnTo>
                <a:lnTo>
                  <a:pt x="5501640" y="1193482"/>
                </a:lnTo>
                <a:close/>
                <a:moveTo>
                  <a:pt x="5648325" y="1321117"/>
                </a:moveTo>
                <a:lnTo>
                  <a:pt x="5696903" y="1321117"/>
                </a:lnTo>
                <a:lnTo>
                  <a:pt x="5696903" y="1369695"/>
                </a:lnTo>
                <a:lnTo>
                  <a:pt x="5648325" y="1369695"/>
                </a:lnTo>
                <a:lnTo>
                  <a:pt x="5648325" y="1321117"/>
                </a:lnTo>
                <a:close/>
                <a:moveTo>
                  <a:pt x="2446020" y="1359217"/>
                </a:moveTo>
                <a:lnTo>
                  <a:pt x="2375535" y="1359217"/>
                </a:lnTo>
                <a:cubicBezTo>
                  <a:pt x="2369820" y="1353503"/>
                  <a:pt x="2362200" y="1345882"/>
                  <a:pt x="2353628" y="1337310"/>
                </a:cubicBezTo>
                <a:cubicBezTo>
                  <a:pt x="2329815" y="1355407"/>
                  <a:pt x="2303145" y="1363980"/>
                  <a:pt x="2275523" y="1363980"/>
                </a:cubicBezTo>
                <a:cubicBezTo>
                  <a:pt x="2247900" y="1363980"/>
                  <a:pt x="2225040" y="1356360"/>
                  <a:pt x="2206943" y="1342073"/>
                </a:cubicBezTo>
                <a:cubicBezTo>
                  <a:pt x="2188845" y="1327785"/>
                  <a:pt x="2180273" y="1306830"/>
                  <a:pt x="2180273" y="1280160"/>
                </a:cubicBezTo>
                <a:cubicBezTo>
                  <a:pt x="2180273" y="1260157"/>
                  <a:pt x="2185988" y="1243965"/>
                  <a:pt x="2197418" y="1230630"/>
                </a:cubicBezTo>
                <a:cubicBezTo>
                  <a:pt x="2208848" y="1217295"/>
                  <a:pt x="2224088" y="1205865"/>
                  <a:pt x="2243138" y="1196340"/>
                </a:cubicBezTo>
                <a:cubicBezTo>
                  <a:pt x="2230755" y="1172528"/>
                  <a:pt x="2224088" y="1151573"/>
                  <a:pt x="2224088" y="1133475"/>
                </a:cubicBezTo>
                <a:cubicBezTo>
                  <a:pt x="2224088" y="1113473"/>
                  <a:pt x="2231708" y="1097280"/>
                  <a:pt x="2247900" y="1083945"/>
                </a:cubicBezTo>
                <a:cubicBezTo>
                  <a:pt x="2263140" y="1070610"/>
                  <a:pt x="2283143" y="1063942"/>
                  <a:pt x="2306955" y="1063942"/>
                </a:cubicBezTo>
                <a:cubicBezTo>
                  <a:pt x="2327910" y="1063942"/>
                  <a:pt x="2346008" y="1069657"/>
                  <a:pt x="2361248" y="1081088"/>
                </a:cubicBezTo>
                <a:cubicBezTo>
                  <a:pt x="2375535" y="1092517"/>
                  <a:pt x="2383155" y="1106805"/>
                  <a:pt x="2383155" y="1125855"/>
                </a:cubicBezTo>
                <a:cubicBezTo>
                  <a:pt x="2383155" y="1136332"/>
                  <a:pt x="2381250" y="1145857"/>
                  <a:pt x="2377440" y="1154430"/>
                </a:cubicBezTo>
                <a:cubicBezTo>
                  <a:pt x="2373630" y="1163003"/>
                  <a:pt x="2367915" y="1170623"/>
                  <a:pt x="2360295" y="1176338"/>
                </a:cubicBezTo>
                <a:cubicBezTo>
                  <a:pt x="2352675" y="1183005"/>
                  <a:pt x="2345055" y="1187767"/>
                  <a:pt x="2338388" y="1191578"/>
                </a:cubicBezTo>
                <a:cubicBezTo>
                  <a:pt x="2331720" y="1195388"/>
                  <a:pt x="2322195" y="1200150"/>
                  <a:pt x="2311718" y="1204913"/>
                </a:cubicBezTo>
                <a:cubicBezTo>
                  <a:pt x="2318385" y="1213485"/>
                  <a:pt x="2326958" y="1223963"/>
                  <a:pt x="2336483" y="1236345"/>
                </a:cubicBezTo>
                <a:cubicBezTo>
                  <a:pt x="2339340" y="1240155"/>
                  <a:pt x="2344103" y="1245870"/>
                  <a:pt x="2349818" y="1252538"/>
                </a:cubicBezTo>
                <a:cubicBezTo>
                  <a:pt x="2355533" y="1259205"/>
                  <a:pt x="2359343" y="1263967"/>
                  <a:pt x="2360295" y="1265873"/>
                </a:cubicBezTo>
                <a:cubicBezTo>
                  <a:pt x="2371725" y="1247775"/>
                  <a:pt x="2380298" y="1229678"/>
                  <a:pt x="2386965" y="1209675"/>
                </a:cubicBezTo>
                <a:lnTo>
                  <a:pt x="2431733" y="1229678"/>
                </a:lnTo>
                <a:cubicBezTo>
                  <a:pt x="2419350" y="1256348"/>
                  <a:pt x="2406015" y="1279207"/>
                  <a:pt x="2391728" y="1299210"/>
                </a:cubicBezTo>
                <a:cubicBezTo>
                  <a:pt x="2409825" y="1322070"/>
                  <a:pt x="2427923" y="1342073"/>
                  <a:pt x="2446020" y="1359217"/>
                </a:cubicBezTo>
                <a:moveTo>
                  <a:pt x="2284095" y="1321117"/>
                </a:moveTo>
                <a:cubicBezTo>
                  <a:pt x="2298383" y="1321117"/>
                  <a:pt x="2311718" y="1316355"/>
                  <a:pt x="2326005" y="1306830"/>
                </a:cubicBezTo>
                <a:cubicBezTo>
                  <a:pt x="2311718" y="1290638"/>
                  <a:pt x="2301240" y="1278255"/>
                  <a:pt x="2293620" y="1269682"/>
                </a:cubicBezTo>
                <a:cubicBezTo>
                  <a:pt x="2283143" y="1257300"/>
                  <a:pt x="2273618" y="1244917"/>
                  <a:pt x="2264093" y="1231582"/>
                </a:cubicBezTo>
                <a:cubicBezTo>
                  <a:pt x="2246948" y="1243013"/>
                  <a:pt x="2239328" y="1258253"/>
                  <a:pt x="2239328" y="1276350"/>
                </a:cubicBezTo>
                <a:cubicBezTo>
                  <a:pt x="2239328" y="1289685"/>
                  <a:pt x="2244090" y="1301115"/>
                  <a:pt x="2252663" y="1309688"/>
                </a:cubicBezTo>
                <a:cubicBezTo>
                  <a:pt x="2261235" y="1317307"/>
                  <a:pt x="2271713" y="1321117"/>
                  <a:pt x="2284095" y="1321117"/>
                </a:cubicBezTo>
                <a:moveTo>
                  <a:pt x="2278380" y="1137285"/>
                </a:moveTo>
                <a:cubicBezTo>
                  <a:pt x="2278380" y="1147763"/>
                  <a:pt x="2282190" y="1160145"/>
                  <a:pt x="2290763" y="1176338"/>
                </a:cubicBezTo>
                <a:cubicBezTo>
                  <a:pt x="2305050" y="1169670"/>
                  <a:pt x="2315528" y="1163003"/>
                  <a:pt x="2323148" y="1156335"/>
                </a:cubicBezTo>
                <a:cubicBezTo>
                  <a:pt x="2330768" y="1149667"/>
                  <a:pt x="2334578" y="1141095"/>
                  <a:pt x="2334578" y="1131570"/>
                </a:cubicBezTo>
                <a:cubicBezTo>
                  <a:pt x="2334578" y="1123950"/>
                  <a:pt x="2331720" y="1118235"/>
                  <a:pt x="2326958" y="1113473"/>
                </a:cubicBezTo>
                <a:cubicBezTo>
                  <a:pt x="2322195" y="1108710"/>
                  <a:pt x="2315528" y="1106805"/>
                  <a:pt x="2308860" y="1106805"/>
                </a:cubicBezTo>
                <a:cubicBezTo>
                  <a:pt x="2300288" y="1106805"/>
                  <a:pt x="2292668" y="1109663"/>
                  <a:pt x="2286953" y="1115378"/>
                </a:cubicBezTo>
                <a:cubicBezTo>
                  <a:pt x="2281238" y="1121092"/>
                  <a:pt x="2278380" y="1128713"/>
                  <a:pt x="2278380" y="1137285"/>
                </a:cubicBezTo>
              </a:path>
            </a:pathLst>
          </a:custGeom>
          <a:solidFill>
            <a:schemeClr val="bg1"/>
          </a:solidFill>
          <a:ln w="9525" cap="flat">
            <a:noFill/>
            <a:prstDash val="solid"/>
            <a:miter/>
          </a:ln>
        </p:spPr>
        <p:txBody>
          <a:bodyPr rtlCol="0" anchor="ctr"/>
          <a:lstStyle/>
          <a:p>
            <a:endParaRPr lang="en-BR"/>
          </a:p>
        </p:txBody>
      </p:sp>
      <p:pic>
        <p:nvPicPr>
          <p:cNvPr id="1026" name="Picture 2">
            <a:extLst>
              <a:ext uri="{FF2B5EF4-FFF2-40B4-BE49-F238E27FC236}">
                <a16:creationId xmlns:a16="http://schemas.microsoft.com/office/drawing/2014/main" id="{52378DC0-C932-C31E-E9EE-F342D2B40FED}"/>
              </a:ext>
            </a:extLst>
          </p:cNvPr>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3581401" y="5818559"/>
            <a:ext cx="1591640" cy="59251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92A0EDA-EB1E-FBA4-5585-100FA86AE4E7}"/>
              </a:ext>
            </a:extLst>
          </p:cNvPr>
          <p:cNvSpPr txBox="1"/>
          <p:nvPr/>
        </p:nvSpPr>
        <p:spPr>
          <a:xfrm>
            <a:off x="6654478" y="1520516"/>
            <a:ext cx="5279018" cy="3381695"/>
          </a:xfrm>
          <a:prstGeom prst="rect">
            <a:avLst/>
          </a:prstGeom>
          <a:noFill/>
        </p:spPr>
        <p:txBody>
          <a:bodyPr wrap="square">
            <a:spAutoFit/>
          </a:bodyPr>
          <a:lstStyle/>
          <a:p>
            <a:pPr>
              <a:lnSpc>
                <a:spcPct val="150000"/>
              </a:lnSpc>
            </a:pPr>
            <a:r>
              <a:rPr lang="pt-PT" sz="1800" b="1" i="0">
                <a:solidFill>
                  <a:schemeClr val="bg1"/>
                </a:solidFill>
                <a:effectLst/>
                <a:latin typeface="Poppins" pitchFamily="2" charset="77"/>
                <a:cs typeface="Poppins" pitchFamily="2" charset="77"/>
              </a:rPr>
              <a:t>Desde 1990 somos representantes oficiais da MONDO, fornecedora das pistas de atletismo utilizadas nas últimas 13 Olimpíadas, além de sermos também homologados como piso oficial da CBAt (Confederação Brasileira de Atletismo), CBT (Confederação Brasileira de Tênis) e da Federação Paulista de Volleyball</a:t>
            </a:r>
            <a:endParaRPr lang="en-BR" b="1">
              <a:solidFill>
                <a:schemeClr val="bg1"/>
              </a:solidFill>
              <a:latin typeface="Poppins" pitchFamily="2" charset="77"/>
              <a:cs typeface="Poppins" pitchFamily="2" charset="77"/>
            </a:endParaRPr>
          </a:p>
        </p:txBody>
      </p:sp>
      <p:cxnSp>
        <p:nvCxnSpPr>
          <p:cNvPr id="13" name="Conector reto 12">
            <a:extLst>
              <a:ext uri="{FF2B5EF4-FFF2-40B4-BE49-F238E27FC236}">
                <a16:creationId xmlns:a16="http://schemas.microsoft.com/office/drawing/2014/main" id="{BC6A6191-D98D-C66B-AF37-53D700417288}"/>
              </a:ext>
            </a:extLst>
          </p:cNvPr>
          <p:cNvCxnSpPr>
            <a:cxnSpLocks/>
          </p:cNvCxnSpPr>
          <p:nvPr/>
        </p:nvCxnSpPr>
        <p:spPr>
          <a:xfrm flipV="1">
            <a:off x="6067002" y="1495899"/>
            <a:ext cx="0" cy="348579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Imagem 7" descr="Logotipo, nome da empresa&#10;&#10;Descrição gerada automaticamente">
            <a:extLst>
              <a:ext uri="{FF2B5EF4-FFF2-40B4-BE49-F238E27FC236}">
                <a16:creationId xmlns:a16="http://schemas.microsoft.com/office/drawing/2014/main" id="{8C3DEEA5-AF3D-7621-AE6B-26FE6D05F540}"/>
              </a:ext>
            </a:extLst>
          </p:cNvPr>
          <p:cNvPicPr>
            <a:picLocks noChangeAspect="1"/>
          </p:cNvPicPr>
          <p:nvPr/>
        </p:nvPicPr>
        <p:blipFill>
          <a:blip r:embed="rId4"/>
          <a:stretch>
            <a:fillRect/>
          </a:stretch>
        </p:blipFill>
        <p:spPr>
          <a:xfrm>
            <a:off x="9715133" y="5737802"/>
            <a:ext cx="1684112" cy="761564"/>
          </a:xfrm>
          <a:prstGeom prst="rect">
            <a:avLst/>
          </a:prstGeom>
        </p:spPr>
      </p:pic>
      <p:pic>
        <p:nvPicPr>
          <p:cNvPr id="23" name="Picture 22" descr="Graphical user interface, text, application&#10;&#10;Description automatically generated">
            <a:extLst>
              <a:ext uri="{FF2B5EF4-FFF2-40B4-BE49-F238E27FC236}">
                <a16:creationId xmlns:a16="http://schemas.microsoft.com/office/drawing/2014/main" id="{68EFFD8D-20B9-E4E5-F238-68933FD27597}"/>
              </a:ext>
            </a:extLst>
          </p:cNvPr>
          <p:cNvPicPr>
            <a:picLocks noChangeAspect="1"/>
          </p:cNvPicPr>
          <p:nvPr/>
        </p:nvPicPr>
        <p:blipFill>
          <a:blip r:embed="rId5"/>
          <a:stretch>
            <a:fillRect/>
          </a:stretch>
        </p:blipFill>
        <p:spPr>
          <a:xfrm>
            <a:off x="6657336" y="5785290"/>
            <a:ext cx="1715708" cy="761564"/>
          </a:xfrm>
          <a:prstGeom prst="rect">
            <a:avLst/>
          </a:prstGeom>
        </p:spPr>
      </p:pic>
    </p:spTree>
    <p:extLst>
      <p:ext uri="{BB962C8B-B14F-4D97-AF65-F5344CB8AC3E}">
        <p14:creationId xmlns:p14="http://schemas.microsoft.com/office/powerpoint/2010/main" val="393002276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Escritório">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Tema</vt:lpstr>
      </vt:variant>
      <vt:variant>
        <vt:i4>1</vt:i4>
      </vt:variant>
      <vt:variant>
        <vt:lpstr>Títulos de slides</vt:lpstr>
      </vt:variant>
      <vt:variant>
        <vt:i4>1</vt:i4>
      </vt:variant>
    </vt:vector>
  </HeadingPairs>
  <TitlesOfParts>
    <vt:vector size="2" baseType="lpstr">
      <vt:lpstr>Tema do Office</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13</cp:revision>
  <dcterms:created xsi:type="dcterms:W3CDTF">2026-05-18T17:47:10Z</dcterms:created>
  <dcterms:modified xsi:type="dcterms:W3CDTF">2026-05-18T17:50:47Z</dcterms:modified>
</cp:coreProperties>
</file>