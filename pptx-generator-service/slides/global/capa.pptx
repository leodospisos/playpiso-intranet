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6" dt="2026-05-18T17:47:39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b="1"/>
              <a:t>NAO MEXER NESSE SLIDE -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124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Desenho de um cachorro&#10;&#10;Descrição gerada automaticamente">
            <a:extLst>
              <a:ext uri="{FF2B5EF4-FFF2-40B4-BE49-F238E27FC236}">
                <a16:creationId xmlns:a16="http://schemas.microsoft.com/office/drawing/2014/main" id="{35EE06F4-AC0B-E49A-0120-04D7D39C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13" y="2283224"/>
            <a:ext cx="9748973" cy="229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85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2026-05-18T17:47:10Z</dcterms:created>
  <dcterms:modified xsi:type="dcterms:W3CDTF">2026-05-18T17:47:49Z</dcterms:modified>
</cp:coreProperties>
</file>