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D53C63-FED2-8C4B-4834-10693650F88C}" v="2" dt="2026-05-18T18:30:46.5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Uma imagem contendo cerca, ao ar livre, neve, atletismo&#10;&#10;Descrição gerada automaticamente">
            <a:extLst>
              <a:ext uri="{FF2B5EF4-FFF2-40B4-BE49-F238E27FC236}">
                <a16:creationId xmlns:a16="http://schemas.microsoft.com/office/drawing/2014/main" id="{71A2C8D2-568A-CA5A-DF7C-2AE78E2DD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896A457-FB6D-E83E-40CD-0BA0AF71B8AB}"/>
              </a:ext>
            </a:extLst>
          </p:cNvPr>
          <p:cNvSpPr txBox="1"/>
          <p:nvPr/>
        </p:nvSpPr>
        <p:spPr>
          <a:xfrm>
            <a:off x="900545" y="2921168"/>
            <a:ext cx="103909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Bold" panose="00000800000000000000" pitchFamily="2" charset="0"/>
                <a:ea typeface="+mn-ea"/>
                <a:cs typeface="Poppins Bold" panose="00000800000000000000" pitchFamily="2" charset="0"/>
              </a:rPr>
              <a:t>QUADRA DE BEACH TENNIS</a:t>
            </a:r>
            <a:endParaRPr kumimoji="0" lang="pt-BR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 Bold" panose="00000800000000000000" pitchFamily="2" charset="0"/>
              <a:ea typeface="+mn-ea"/>
              <a:cs typeface="Poppins Bold" panose="00000800000000000000" pitchFamily="2" charset="0"/>
            </a:endParaRPr>
          </a:p>
        </p:txBody>
      </p:sp>
      <p:pic>
        <p:nvPicPr>
          <p:cNvPr id="2" name="Imagem 1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BA923656-01FA-1AA8-DD0E-54C55098F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71" y="175510"/>
            <a:ext cx="806652" cy="777243"/>
          </a:xfrm>
          <a:prstGeom prst="rect">
            <a:avLst/>
          </a:prstGeom>
        </p:spPr>
      </p:pic>
      <p:pic>
        <p:nvPicPr>
          <p:cNvPr id="3" name="Imagem 2" descr="Desenho de um cachorro&#10;&#10;Descrição gerada automaticamente">
            <a:extLst>
              <a:ext uri="{FF2B5EF4-FFF2-40B4-BE49-F238E27FC236}">
                <a16:creationId xmlns:a16="http://schemas.microsoft.com/office/drawing/2014/main" id="{D567C7DE-2FCB-44C0-8CBA-0CC8A4EEB4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192" y="6259630"/>
            <a:ext cx="1344059" cy="31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6881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2026-05-18T18:29:53Z</dcterms:created>
  <dcterms:modified xsi:type="dcterms:W3CDTF">2026-05-18T19:03:27Z</dcterms:modified>
</cp:coreProperties>
</file>