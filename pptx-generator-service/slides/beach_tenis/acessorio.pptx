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15" dt="2026-05-18T19:08:16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endParaRPr lang="en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92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Acessório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04811" y="922720"/>
            <a:ext cx="9608968" cy="2353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  <a:buNone/>
            </a:pPr>
            <a:r>
              <a:rPr lang="pt-BR" sz="14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  regulagem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Postes em tubo de aço 3", chapa 11, tamanho de 1,07m, galvanizados a fogo, com pintura sintética na cor verde, buchas para fixação no piso, ponteira confeccionada em plástico injetado, catraca ajustável;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Rede malha 4 cm, tamanho 12,80m x 1,08m, fio de nylon virgem 2,5mm, 03 lonas, confeccionada em laminado plástico revestida com PVC emborrachado, reforçada com 4 costuras, abraçadeira plástica para facilitar a instalação, cabo de aço para fixação da rede revestido em PVC.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  <a:tabLst>
                <a:tab pos="457200" algn="l"/>
              </a:tabLst>
            </a:pPr>
            <a:endParaRPr lang="pt-BR" sz="1050">
              <a:solidFill>
                <a:srgbClr val="656565"/>
              </a:solidFill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9921F-CF60-89F3-DC19-3EFE4580E691}"/>
              </a:ext>
            </a:extLst>
          </p:cNvPr>
          <p:cNvSpPr txBox="1">
            <a:spLocks/>
          </p:cNvSpPr>
          <p:nvPr/>
        </p:nvSpPr>
        <p:spPr>
          <a:xfrm>
            <a:off x="2104811" y="3424984"/>
            <a:ext cx="9608968" cy="29637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  <a:buNone/>
            </a:pPr>
            <a:r>
              <a:rPr lang="pt-BR" sz="14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  regulagem</a:t>
            </a:r>
          </a:p>
          <a:p>
            <a:pPr marL="230400" lvl="3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kumimoji="0" lang="pt-BR" altLang="pt-BR" sz="120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Postes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confeccionados em tubo de 3”, chapa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3mm, 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m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edida de 1,80m e acabamento em pintura PU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; a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companha catraca estampada em aço, luvas e tampas galvanizadas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;</a:t>
            </a:r>
          </a:p>
          <a:p>
            <a:pPr lvl="0" algn="just">
              <a:lnSpc>
                <a:spcPct val="150000"/>
              </a:lnSpc>
              <a:spcAft>
                <a:spcPts val="600"/>
              </a:spcAft>
              <a:buSzPts val="1100"/>
            </a:pPr>
            <a:r>
              <a:rPr lang="pt-BR" sz="1200">
                <a:effectLst/>
                <a:latin typeface="Poppins" panose="00000500000000000000" pitchFamily="2" charset="0"/>
                <a:ea typeface="Wingdings" panose="05000000000000000000" pitchFamily="2" charset="2"/>
                <a:cs typeface="Poppins" panose="00000500000000000000" pitchFamily="2" charset="0"/>
              </a:rPr>
              <a:t>05 regulagens (1.70 e 1.80 Beach Tennis, 2.20 Futevôlei, 2.43 ,</a:t>
            </a: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Vôlei Masculino e 2.24 Vôlei Feminino)</a:t>
            </a:r>
            <a:endParaRPr lang="pt-BR" altLang="pt-BR" sz="12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30400" lvl="3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kumimoji="0" lang="pt-BR" altLang="pt-BR" sz="120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Rede c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onfeccionada em fio polietileno trançado, com espessura de 2,0mm, malha 4,5cm, 3 lonas em couro sintético, sendo uma superior com protetor em PVC nas extremidades e duas laterais com</a:t>
            </a:r>
            <a:r>
              <a:rPr lang="pt-BR" altLang="pt-BR" sz="1200">
                <a:latin typeface="Poppins "/>
                <a:cs typeface="Poppins Light" panose="00000400000000000000" pitchFamily="2" charset="0"/>
              </a:rPr>
              <a:t> m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edidas: 8,50 x 1,10m;</a:t>
            </a:r>
            <a:endParaRPr lang="pt-BR" altLang="pt-BR" sz="1200">
              <a:latin typeface="Poppins "/>
              <a:cs typeface="Poppins Light" panose="00000400000000000000" pitchFamily="2" charset="0"/>
            </a:endParaRPr>
          </a:p>
          <a:p>
            <a:pPr marL="230400" lvl="3" indent="-23040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kumimoji="0" lang="pt-BR" altLang="pt-BR" sz="120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Cabo de aço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 g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alvanizado c/ ponteiras metálicas, evitando que o cabo desfie, gancho para engate rápido; espessura de 1/8, </a:t>
            </a:r>
            <a:r>
              <a:rPr lang="pt-BR" altLang="pt-BR" sz="120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me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dida de 13,00m.</a:t>
            </a:r>
            <a:endParaRPr kumimoji="0" lang="pt-BR" altLang="pt-BR" sz="1200" b="0" i="0" u="none" strike="noStrike" cap="none" normalizeH="0" baseline="0">
              <a:ln>
                <a:noFill/>
              </a:ln>
              <a:effectLst/>
              <a:latin typeface="Poppins 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1779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created xsi:type="dcterms:W3CDTF">2026-05-18T18:29:53Z</dcterms:created>
  <dcterms:modified xsi:type="dcterms:W3CDTF">2026-05-18T19:08:29Z</dcterms:modified>
</cp:coreProperties>
</file>