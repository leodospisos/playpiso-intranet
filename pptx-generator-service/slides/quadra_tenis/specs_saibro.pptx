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4" dt="2026-05-19T13:59:10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002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07479"/>
            <a:ext cx="9622732" cy="4903386"/>
          </a:xfrm>
        </p:spPr>
        <p:txBody>
          <a:bodyPr>
            <a:noAutofit/>
          </a:bodyPr>
          <a:lstStyle/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Formação de mureta de alvenaria em todo o perímetro da quadra;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highlight>
                  <a:srgbClr val="FFFF00"/>
                </a:highlight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10cm de terra limpa compactada;</a:t>
            </a:r>
            <a:endParaRPr lang="pt-BR" sz="1200" dirty="0">
              <a:effectLst/>
              <a:highlight>
                <a:srgbClr val="FFFF00"/>
              </a:highlight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camada de saibro bruto</a:t>
            </a: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(~9cm – 10cm)</a:t>
            </a: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Execução de mistura adequada de saibro peneirado</a:t>
            </a: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(~2cm – 3cm)</a:t>
            </a: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camada fina de pó cerâmico peneirado (pó de telha) (~1mm);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Execução de nivelamento com equipamentos mecânicos;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Execução de compactação com cilindro de carga adequada, sempre observando os caimentos de 0,5% para as laterais para escoamento das águas pluviais;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</a:t>
            </a:r>
            <a:r>
              <a:rPr lang="pt-BR" sz="1200" dirty="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bertura de</a:t>
            </a: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pequenas valas e execução de sapatas de concreto nos locais onde serão fixados os postes de sustentação da rede de tênis;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pó de telha, que facilita a movimentação dos jogadores na quadra;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Fornecimento e instalação de linhas em PVC e pregos galvanizados;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Piso Saibro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6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2026-05-19T13:52:25Z</dcterms:created>
  <dcterms:modified xsi:type="dcterms:W3CDTF">2026-05-19T13:59:26Z</dcterms:modified>
</cp:coreProperties>
</file>