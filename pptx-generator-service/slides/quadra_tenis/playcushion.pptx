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75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D53C63-FED2-8C4B-4834-10693650F88C}" v="25" dt="2026-05-18T20:03:01.5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80D6-032D-4822-AD4A-76F2845CC23C}" type="datetimeFigureOut">
              <a:t>18/05/2026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FF361-08AD-4EB0-8EFB-404F4DAD588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8138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3361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18.05.2026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E1D86E26-6EAF-86EA-5DA7-B8D07CA80B5F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44A5654E-3894-177A-BCDF-404204C3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4" name="CaixaDeTexto 10">
            <a:extLst>
              <a:ext uri="{FF2B5EF4-FFF2-40B4-BE49-F238E27FC236}">
                <a16:creationId xmlns:a16="http://schemas.microsoft.com/office/drawing/2014/main" id="{2CE7D9D1-76E2-B0E6-D94A-95859237FBF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5" name="CaixaDeTexto 10">
            <a:extLst>
              <a:ext uri="{FF2B5EF4-FFF2-40B4-BE49-F238E27FC236}">
                <a16:creationId xmlns:a16="http://schemas.microsoft.com/office/drawing/2014/main" id="{66B6F47B-C56D-E5F7-B282-6525F08B6EDF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6" name="CaixaDeTexto 10">
            <a:extLst>
              <a:ext uri="{FF2B5EF4-FFF2-40B4-BE49-F238E27FC236}">
                <a16:creationId xmlns:a16="http://schemas.microsoft.com/office/drawing/2014/main" id="{D8E99D25-FD99-C096-3673-E340AA9A965E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84E6459A-3459-61A3-9A2C-2FF2F77A43C3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E9D7EF3-CCFC-818E-ABCF-0370ECAC8DDD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156A5788-1DBD-A503-2001-DE9C2E7E1BD4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5" name="CaixaDeTexto 15">
            <a:extLst>
              <a:ext uri="{FF2B5EF4-FFF2-40B4-BE49-F238E27FC236}">
                <a16:creationId xmlns:a16="http://schemas.microsoft.com/office/drawing/2014/main" id="{7A56A202-1F77-8127-103F-262A04D5BF5D}"/>
              </a:ext>
            </a:extLst>
          </p:cNvPr>
          <p:cNvSpPr txBox="1"/>
          <p:nvPr/>
        </p:nvSpPr>
        <p:spPr>
          <a:xfrm>
            <a:off x="2104810" y="322704"/>
            <a:ext cx="94561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 err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Playcushion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7569062-E0B5-E9F0-8970-60465B65CF40}"/>
              </a:ext>
            </a:extLst>
          </p:cNvPr>
          <p:cNvSpPr txBox="1"/>
          <p:nvPr/>
        </p:nvSpPr>
        <p:spPr>
          <a:xfrm>
            <a:off x="2382204" y="5010436"/>
            <a:ext cx="9809795" cy="1050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sz="1400" u="none" strike="noStrike" baseline="0">
              <a:latin typeface="Poppins "/>
              <a:cs typeface="Poppins Bold" panose="00000800000000000000" pitchFamily="2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sz="1400" b="1" u="none" strike="noStrike" baseline="0">
              <a:solidFill>
                <a:srgbClr val="FF0000"/>
              </a:solidFill>
              <a:latin typeface="Poppins "/>
              <a:cs typeface="Poppins Bold" panose="00000800000000000000" pitchFamily="2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99C6F87-E2A4-5040-C150-E3CE9FFD1A77}"/>
              </a:ext>
            </a:extLst>
          </p:cNvPr>
          <p:cNvSpPr txBox="1"/>
          <p:nvPr/>
        </p:nvSpPr>
        <p:spPr>
          <a:xfrm>
            <a:off x="2104811" y="923125"/>
            <a:ext cx="9566079" cy="572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u="none" strike="noStrike" baseline="0">
                <a:latin typeface="Poppins "/>
                <a:cs typeface="Poppins Bold" panose="00000800000000000000" pitchFamily="2" charset="0"/>
              </a:rPr>
              <a:t>O sistema PLAYCUSHION foi desenvolvido para proporcionar um maior conforto ao tenista, protegendo as articulações e evitando microtraumatismos</a:t>
            </a:r>
            <a:r>
              <a:rPr lang="pt-BR" sz="1200">
                <a:latin typeface="Poppins "/>
                <a:cs typeface="Poppins Bold" panose="00000800000000000000" pitchFamily="2" charset="0"/>
              </a:rPr>
              <a:t>;</a:t>
            </a:r>
            <a:endParaRPr lang="pt-BR" sz="1200" u="none" strike="noStrike" baseline="0">
              <a:latin typeface="Poppins "/>
              <a:cs typeface="Poppins Bold" panose="00000800000000000000" pitchFamily="2" charset="0"/>
            </a:endParaRP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>
                <a:latin typeface="Poppins "/>
                <a:cs typeface="Poppins Bold" panose="00000800000000000000" pitchFamily="2" charset="0"/>
              </a:rPr>
              <a:t>Composto por resinas especiais mescladas com grânulos finos de borracha SBR que conferem ao piso uma maior flexibilidade e resiliência, formando uma camada homogenia macia com alto poder de absorção de impacto, tornando o piso mais confortável e flexível;</a:t>
            </a: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kern="100">
                <a:latin typeface="Poppins "/>
                <a:ea typeface="Aptos" panose="020B0004020202020204" pitchFamily="34" charset="0"/>
                <a:cs typeface="Times New Roman" panose="02020603050405020304" pitchFamily="18" charset="0"/>
              </a:rPr>
              <a:t>A camada de borracha SBR proporciona uma superfície mais macia e confortável para o jogo, ajudando a melhorar a performance dos jogadores, especialmente em jogos prolongados;</a:t>
            </a: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kern="100">
                <a:latin typeface="Poppins "/>
                <a:ea typeface="Aptos" panose="020B0004020202020204" pitchFamily="34" charset="0"/>
                <a:cs typeface="Times New Roman" panose="02020603050405020304" pitchFamily="18" charset="0"/>
              </a:rPr>
              <a:t>A borracha SBR é resistente ao desgaste e à deformação, o que prolonga a vida útil da superfície da quadra. Ela também é resistente a condições climáticas adversas;</a:t>
            </a: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kern="100">
                <a:latin typeface="Poppins "/>
                <a:ea typeface="Aptos" panose="020B0004020202020204" pitchFamily="34" charset="0"/>
                <a:cs typeface="Times New Roman" panose="02020603050405020304" pitchFamily="18" charset="0"/>
              </a:rPr>
              <a:t>A borracha SBR é uma escolha  para sistemas de amortecimento em quadras de tênis devido às suas excelentes propriedades de absorção de choque, durabilidade e conforto. Quando aplicada corretamente, ela contribui significativamente para uma superfície de jogo mais segura e agradável.</a:t>
            </a:r>
          </a:p>
          <a:p>
            <a:pPr marL="285750" indent="-28575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buClr>
                <a:srgbClr val="FF0000"/>
              </a:buClr>
              <a:buFont typeface="Wingdings" panose="05000000000000000000" pitchFamily="2" charset="2"/>
              <a:buChar char="§"/>
            </a:pPr>
            <a:endParaRPr lang="pt-BR" sz="1600" b="1" u="none" strike="noStrike" baseline="0">
              <a:solidFill>
                <a:srgbClr val="FF0000"/>
              </a:solidFill>
              <a:latin typeface="Poppins "/>
              <a:cs typeface="Poppins Bold" panose="000008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0675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26</cp:revision>
  <dcterms:created xsi:type="dcterms:W3CDTF">2026-05-18T18:29:53Z</dcterms:created>
  <dcterms:modified xsi:type="dcterms:W3CDTF">2026-05-18T20:03:26Z</dcterms:modified>
</cp:coreProperties>
</file>