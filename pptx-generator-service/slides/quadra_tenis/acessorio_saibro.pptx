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6" dt="2026-05-19T14:00:45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190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10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0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CF59944-01AB-9201-B478-448910ED2E14}"/>
              </a:ext>
            </a:extLst>
          </p:cNvPr>
          <p:cNvSpPr txBox="1"/>
          <p:nvPr/>
        </p:nvSpPr>
        <p:spPr>
          <a:xfrm>
            <a:off x="2104810" y="906490"/>
            <a:ext cx="9732148" cy="188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Postes em tubo de aço 3", chapa 11, tamanho de 1,07m, galvanizados a fogo, com pintura sintética na cor verde, buchas para fixação no piso, ponteira confeccionada em plástico injetado, catraca ajustável;</a:t>
            </a:r>
          </a:p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Rede malha 4 cm, tamanho 12,80m x 1,08m, fio de nylon virgem 2,50mm, 03 lonas confeccionadas em laminado plástico revestida com PVC emborrachado, reforçada com 4 costuras, abraçadeira plástica para facilitar a instalação, cabo de aço para fixação da rede revestido em PVC.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E6FC0D6A-AEFE-8386-84DF-E9BF8C2B1AE5}"/>
              </a:ext>
            </a:extLst>
          </p:cNvPr>
          <p:cNvSpPr txBox="1"/>
          <p:nvPr/>
        </p:nvSpPr>
        <p:spPr>
          <a:xfrm>
            <a:off x="2104810" y="3216611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Kit saibro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F3D34-50F2-65CE-2955-69749C410C65}"/>
              </a:ext>
            </a:extLst>
          </p:cNvPr>
          <p:cNvSpPr txBox="1">
            <a:spLocks/>
          </p:cNvSpPr>
          <p:nvPr/>
        </p:nvSpPr>
        <p:spPr>
          <a:xfrm>
            <a:off x="2104810" y="3801386"/>
            <a:ext cx="8345477" cy="1660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BR" sz="1200">
                <a:latin typeface="Poppins "/>
                <a:cs typeface="Poppins Light" panose="00000400000000000000" pitchFamily="2" charset="0"/>
              </a:rPr>
              <a:t>Fornecimento de kit saibro para treinamento da equipe de manutenção, composto pelos itens abaixo: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 "/>
                <a:cs typeface="Poppins Light" panose="00000400000000000000" pitchFamily="2" charset="0"/>
              </a:rPr>
              <a:t>Cilindro metálico manual com compartimento para água;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err="1">
                <a:latin typeface="Poppins "/>
                <a:cs typeface="Poppins Light" panose="00000400000000000000" pitchFamily="2" charset="0"/>
              </a:rPr>
              <a:t>Vassourão</a:t>
            </a:r>
            <a:r>
              <a:rPr lang="pt-BR" sz="1200">
                <a:latin typeface="Poppins "/>
                <a:cs typeface="Poppins Light" panose="00000400000000000000" pitchFamily="2" charset="0"/>
              </a:rPr>
              <a:t> piaçava com cabo de alumínio medindo 1,50m;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 "/>
                <a:cs typeface="Poppins Light" panose="00000400000000000000" pitchFamily="2" charset="0"/>
              </a:rPr>
              <a:t>Limpador de linha.</a:t>
            </a:r>
          </a:p>
        </p:txBody>
      </p:sp>
    </p:spTree>
    <p:extLst>
      <p:ext uri="{BB962C8B-B14F-4D97-AF65-F5344CB8AC3E}">
        <p14:creationId xmlns:p14="http://schemas.microsoft.com/office/powerpoint/2010/main" val="3029874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2026-05-19T13:52:25Z</dcterms:created>
  <dcterms:modified xsi:type="dcterms:W3CDTF">2026-05-19T14:03:28Z</dcterms:modified>
</cp:coreProperties>
</file>