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331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CD53C63-FED2-8C4B-4834-10693650F88C}" v="35" dt="2026-05-18T20:22:07.56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1580D6-032D-4822-AD4A-76F2845CC23C}" type="datetimeFigureOut">
              <a:t>18/05/2026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9FF361-08AD-4EB0-8EFB-404F4DAD588A}" type="slidenum"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281382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776838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40052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813757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24613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944210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08533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782815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178365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455663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46588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063975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E51C7C-CEA3-4CAA-BE4B-344879E7C377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75746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BEBA4496-8467-5024-054E-DD647A3C5D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2A3E9-C62C-4344-B3D3-1FBC5A21D098}" type="datetime1">
              <a:rPr lang="en-GB" smtClean="0"/>
              <a:t>18/05/2026</a:t>
            </a:fld>
            <a:endParaRPr lang="pt-BR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0A303441-5B22-AA23-718F-3609670D51A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97" t="27520" r="6724" b="9453"/>
          <a:stretch>
            <a:fillRect/>
          </a:stretch>
        </p:blipFill>
        <p:spPr bwMode="auto">
          <a:xfrm>
            <a:off x="2507226" y="1849524"/>
            <a:ext cx="9094839" cy="35986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tângulo 1">
            <a:extLst>
              <a:ext uri="{FF2B5EF4-FFF2-40B4-BE49-F238E27FC236}">
                <a16:creationId xmlns:a16="http://schemas.microsoft.com/office/drawing/2014/main" id="{1503AD74-43EC-9BA8-B430-6839A58AD347}"/>
              </a:ext>
            </a:extLst>
          </p:cNvPr>
          <p:cNvSpPr/>
          <p:nvPr/>
        </p:nvSpPr>
        <p:spPr>
          <a:xfrm>
            <a:off x="1" y="0"/>
            <a:ext cx="1914523" cy="685800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" name="Imagem 5" descr="Desenho de um círculo&#10;&#10;Descrição gerada automaticamente com confiança baixa">
            <a:extLst>
              <a:ext uri="{FF2B5EF4-FFF2-40B4-BE49-F238E27FC236}">
                <a16:creationId xmlns:a16="http://schemas.microsoft.com/office/drawing/2014/main" id="{A4387D86-BFF9-9BAE-000F-F70DE0E2EC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394" y="322704"/>
            <a:ext cx="622719" cy="600016"/>
          </a:xfrm>
          <a:prstGeom prst="rect">
            <a:avLst/>
          </a:prstGeom>
        </p:spPr>
      </p:pic>
      <p:sp>
        <p:nvSpPr>
          <p:cNvPr id="14" name="CaixaDeTexto 10">
            <a:extLst>
              <a:ext uri="{FF2B5EF4-FFF2-40B4-BE49-F238E27FC236}">
                <a16:creationId xmlns:a16="http://schemas.microsoft.com/office/drawing/2014/main" id="{E67D6D5A-2674-CC71-C910-C08329139155}"/>
              </a:ext>
            </a:extLst>
          </p:cNvPr>
          <p:cNvSpPr txBox="1"/>
          <p:nvPr/>
        </p:nvSpPr>
        <p:spPr>
          <a:xfrm>
            <a:off x="39778" y="1911638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 b="1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Projeto</a:t>
            </a:r>
          </a:p>
        </p:txBody>
      </p:sp>
      <p:sp>
        <p:nvSpPr>
          <p:cNvPr id="15" name="CaixaDeTexto 10">
            <a:extLst>
              <a:ext uri="{FF2B5EF4-FFF2-40B4-BE49-F238E27FC236}">
                <a16:creationId xmlns:a16="http://schemas.microsoft.com/office/drawing/2014/main" id="{5A4AAC78-8969-7E29-3790-B7C9BE90D1C6}"/>
              </a:ext>
            </a:extLst>
          </p:cNvPr>
          <p:cNvSpPr txBox="1"/>
          <p:nvPr/>
        </p:nvSpPr>
        <p:spPr>
          <a:xfrm>
            <a:off x="39778" y="2660340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Pagamento</a:t>
            </a:r>
          </a:p>
        </p:txBody>
      </p:sp>
      <p:sp>
        <p:nvSpPr>
          <p:cNvPr id="16" name="CaixaDeTexto 10">
            <a:extLst>
              <a:ext uri="{FF2B5EF4-FFF2-40B4-BE49-F238E27FC236}">
                <a16:creationId xmlns:a16="http://schemas.microsoft.com/office/drawing/2014/main" id="{9FE42992-1F8E-A206-E132-FCFE85949131}"/>
              </a:ext>
            </a:extLst>
          </p:cNvPr>
          <p:cNvSpPr txBox="1"/>
          <p:nvPr/>
        </p:nvSpPr>
        <p:spPr>
          <a:xfrm>
            <a:off x="39778" y="2285989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Investimento</a:t>
            </a:r>
          </a:p>
        </p:txBody>
      </p:sp>
      <p:sp>
        <p:nvSpPr>
          <p:cNvPr id="17" name="CaixaDeTexto 10">
            <a:extLst>
              <a:ext uri="{FF2B5EF4-FFF2-40B4-BE49-F238E27FC236}">
                <a16:creationId xmlns:a16="http://schemas.microsoft.com/office/drawing/2014/main" id="{E6728D76-7039-5AB6-4C4F-3602BE8AD8A4}"/>
              </a:ext>
            </a:extLst>
          </p:cNvPr>
          <p:cNvSpPr txBox="1"/>
          <p:nvPr/>
        </p:nvSpPr>
        <p:spPr>
          <a:xfrm>
            <a:off x="39778" y="3034691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Prazos</a:t>
            </a:r>
          </a:p>
        </p:txBody>
      </p:sp>
      <p:sp>
        <p:nvSpPr>
          <p:cNvPr id="18" name="CaixaDeTexto 10">
            <a:extLst>
              <a:ext uri="{FF2B5EF4-FFF2-40B4-BE49-F238E27FC236}">
                <a16:creationId xmlns:a16="http://schemas.microsoft.com/office/drawing/2014/main" id="{4A0DB739-EA32-27DA-63AB-94704716DD25}"/>
              </a:ext>
            </a:extLst>
          </p:cNvPr>
          <p:cNvSpPr txBox="1"/>
          <p:nvPr/>
        </p:nvSpPr>
        <p:spPr>
          <a:xfrm>
            <a:off x="39778" y="3409042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Garantia</a:t>
            </a:r>
          </a:p>
        </p:txBody>
      </p:sp>
      <p:sp>
        <p:nvSpPr>
          <p:cNvPr id="19" name="CaixaDeTexto 10">
            <a:extLst>
              <a:ext uri="{FF2B5EF4-FFF2-40B4-BE49-F238E27FC236}">
                <a16:creationId xmlns:a16="http://schemas.microsoft.com/office/drawing/2014/main" id="{E0CB8EAD-282E-1F12-A81D-B4B418518B73}"/>
              </a:ext>
            </a:extLst>
          </p:cNvPr>
          <p:cNvSpPr txBox="1"/>
          <p:nvPr/>
        </p:nvSpPr>
        <p:spPr>
          <a:xfrm>
            <a:off x="39778" y="3783395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Regras </a:t>
            </a:r>
          </a:p>
        </p:txBody>
      </p:sp>
      <p:sp>
        <p:nvSpPr>
          <p:cNvPr id="20" name="CaixaDeTexto 15">
            <a:extLst>
              <a:ext uri="{FF2B5EF4-FFF2-40B4-BE49-F238E27FC236}">
                <a16:creationId xmlns:a16="http://schemas.microsoft.com/office/drawing/2014/main" id="{893D9386-1ACA-94D7-5AD3-A596BCB4CF91}"/>
              </a:ext>
            </a:extLst>
          </p:cNvPr>
          <p:cNvSpPr txBox="1"/>
          <p:nvPr/>
        </p:nvSpPr>
        <p:spPr>
          <a:xfrm>
            <a:off x="2104811" y="322704"/>
            <a:ext cx="52108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pt-BR" sz="3200" b="1">
                <a:solidFill>
                  <a:srgbClr val="FF0000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Detalhe construtivo</a:t>
            </a:r>
            <a:endParaRPr lang="pt-BR" sz="2800" b="1">
              <a:solidFill>
                <a:srgbClr val="FF0000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sp>
        <p:nvSpPr>
          <p:cNvPr id="3" name="AutoShape 2">
            <a:extLst>
              <a:ext uri="{FF2B5EF4-FFF2-40B4-BE49-F238E27FC236}">
                <a16:creationId xmlns:a16="http://schemas.microsoft.com/office/drawing/2014/main" id="{63C7AED6-54A3-AB82-8AC8-59B5D2C8F5B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4710672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Escritório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2" baseType="lpstr"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36</cp:revision>
  <dcterms:created xsi:type="dcterms:W3CDTF">2026-05-18T18:29:53Z</dcterms:created>
  <dcterms:modified xsi:type="dcterms:W3CDTF">2026-05-18T20:22:18Z</dcterms:modified>
</cp:coreProperties>
</file>