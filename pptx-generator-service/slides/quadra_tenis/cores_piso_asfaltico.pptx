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33" dt="2026-05-18T20:20:19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961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3DD7EF7E-1249-1817-BEC7-4C11D867B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74" y="191783"/>
            <a:ext cx="806652" cy="77724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BD5C3B4-DAC6-1D03-3B9D-C428A6CD787E}"/>
              </a:ext>
            </a:extLst>
          </p:cNvPr>
          <p:cNvSpPr txBox="1"/>
          <p:nvPr/>
        </p:nvSpPr>
        <p:spPr>
          <a:xfrm>
            <a:off x="136280" y="2928513"/>
            <a:ext cx="1675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O jogo se ganha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nos detalhes.</a:t>
            </a: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DE91A13-55B0-8CFC-920A-5AE3B8CF1594}"/>
              </a:ext>
            </a:extLst>
          </p:cNvPr>
          <p:cNvGrpSpPr/>
          <p:nvPr/>
        </p:nvGrpSpPr>
        <p:grpSpPr>
          <a:xfrm>
            <a:off x="2173217" y="969026"/>
            <a:ext cx="1294410" cy="2124666"/>
            <a:chOff x="2465957" y="1365266"/>
            <a:chExt cx="1294410" cy="2124666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B8B5D0C6-F269-CEDF-9A49-F282EE8873E4}"/>
                </a:ext>
              </a:extLst>
            </p:cNvPr>
            <p:cNvSpPr/>
            <p:nvPr/>
          </p:nvSpPr>
          <p:spPr>
            <a:xfrm>
              <a:off x="2465957" y="1365266"/>
              <a:ext cx="1294410" cy="2124666"/>
            </a:xfrm>
            <a:prstGeom prst="rect">
              <a:avLst/>
            </a:prstGeom>
            <a:solidFill>
              <a:srgbClr val="03BB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54A5C20-58A7-D087-0DA9-CC03ED860FCE}"/>
                </a:ext>
              </a:extLst>
            </p:cNvPr>
            <p:cNvSpPr/>
            <p:nvPr/>
          </p:nvSpPr>
          <p:spPr>
            <a:xfrm>
              <a:off x="2720714" y="1667578"/>
              <a:ext cx="748146" cy="1567543"/>
            </a:xfrm>
            <a:prstGeom prst="rect">
              <a:avLst/>
            </a:prstGeom>
            <a:solidFill>
              <a:srgbClr val="3A5A2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CA057925-1295-45C8-43E3-2FB7259E282A}"/>
                </a:ext>
              </a:extLst>
            </p:cNvPr>
            <p:cNvCxnSpPr>
              <a:cxnSpLocks/>
            </p:cNvCxnSpPr>
            <p:nvPr/>
          </p:nvCxnSpPr>
          <p:spPr>
            <a:xfrm>
              <a:off x="2851341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2FA6E58C-C97E-99B2-7F99-AD7F52B68B4C}"/>
                </a:ext>
              </a:extLst>
            </p:cNvPr>
            <p:cNvCxnSpPr>
              <a:cxnSpLocks/>
            </p:cNvCxnSpPr>
            <p:nvPr/>
          </p:nvCxnSpPr>
          <p:spPr>
            <a:xfrm>
              <a:off x="3342749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D77A08F-3371-2A3F-A182-308863F54FD0}"/>
                </a:ext>
              </a:extLst>
            </p:cNvPr>
            <p:cNvCxnSpPr>
              <a:cxnSpLocks/>
            </p:cNvCxnSpPr>
            <p:nvPr/>
          </p:nvCxnSpPr>
          <p:spPr>
            <a:xfrm>
              <a:off x="2851341" y="2021378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01CADD27-1030-7FCF-7996-C540BF7E7DB4}"/>
                </a:ext>
              </a:extLst>
            </p:cNvPr>
            <p:cNvCxnSpPr>
              <a:cxnSpLocks/>
            </p:cNvCxnSpPr>
            <p:nvPr/>
          </p:nvCxnSpPr>
          <p:spPr>
            <a:xfrm>
              <a:off x="2851341" y="282692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id="{238D44A5-15A3-7302-62B0-990462D4F251}"/>
                </a:ext>
              </a:extLst>
            </p:cNvPr>
            <p:cNvCxnSpPr>
              <a:cxnSpLocks/>
            </p:cNvCxnSpPr>
            <p:nvPr/>
          </p:nvCxnSpPr>
          <p:spPr>
            <a:xfrm>
              <a:off x="3084956" y="2021378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A5079CD-9CE1-8FD8-EF96-522994D21A1A}"/>
              </a:ext>
            </a:extLst>
          </p:cNvPr>
          <p:cNvGrpSpPr/>
          <p:nvPr/>
        </p:nvGrpSpPr>
        <p:grpSpPr>
          <a:xfrm>
            <a:off x="3636559" y="969026"/>
            <a:ext cx="1294410" cy="2124666"/>
            <a:chOff x="3938496" y="1365266"/>
            <a:chExt cx="1294410" cy="2124666"/>
          </a:xfrm>
        </p:grpSpPr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8A8A318E-764F-14DE-2464-69F34E154422}"/>
                </a:ext>
              </a:extLst>
            </p:cNvPr>
            <p:cNvSpPr/>
            <p:nvPr/>
          </p:nvSpPr>
          <p:spPr>
            <a:xfrm>
              <a:off x="3938496" y="1365266"/>
              <a:ext cx="1294410" cy="2124666"/>
            </a:xfrm>
            <a:prstGeom prst="rect">
              <a:avLst/>
            </a:prstGeom>
            <a:solidFill>
              <a:srgbClr val="62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86FBCF7C-F59A-0011-7269-CF38B14C793D}"/>
                </a:ext>
              </a:extLst>
            </p:cNvPr>
            <p:cNvSpPr/>
            <p:nvPr/>
          </p:nvSpPr>
          <p:spPr>
            <a:xfrm>
              <a:off x="4193253" y="1667578"/>
              <a:ext cx="748146" cy="156754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6" name="Conector reto 45">
              <a:extLst>
                <a:ext uri="{FF2B5EF4-FFF2-40B4-BE49-F238E27FC236}">
                  <a16:creationId xmlns:a16="http://schemas.microsoft.com/office/drawing/2014/main" id="{87AF3502-6ED6-5EF3-3FD2-9120C07F8CAE}"/>
                </a:ext>
              </a:extLst>
            </p:cNvPr>
            <p:cNvCxnSpPr>
              <a:cxnSpLocks/>
            </p:cNvCxnSpPr>
            <p:nvPr/>
          </p:nvCxnSpPr>
          <p:spPr>
            <a:xfrm>
              <a:off x="4323880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Conector reto 46">
              <a:extLst>
                <a:ext uri="{FF2B5EF4-FFF2-40B4-BE49-F238E27FC236}">
                  <a16:creationId xmlns:a16="http://schemas.microsoft.com/office/drawing/2014/main" id="{EC9F93A6-7324-8FC6-482C-4B558C4CF99F}"/>
                </a:ext>
              </a:extLst>
            </p:cNvPr>
            <p:cNvCxnSpPr>
              <a:cxnSpLocks/>
            </p:cNvCxnSpPr>
            <p:nvPr/>
          </p:nvCxnSpPr>
          <p:spPr>
            <a:xfrm>
              <a:off x="4815288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Conector reto 47">
              <a:extLst>
                <a:ext uri="{FF2B5EF4-FFF2-40B4-BE49-F238E27FC236}">
                  <a16:creationId xmlns:a16="http://schemas.microsoft.com/office/drawing/2014/main" id="{2679B0A0-8DFF-5CD3-84FF-7A558E75688B}"/>
                </a:ext>
              </a:extLst>
            </p:cNvPr>
            <p:cNvCxnSpPr>
              <a:cxnSpLocks/>
            </p:cNvCxnSpPr>
            <p:nvPr/>
          </p:nvCxnSpPr>
          <p:spPr>
            <a:xfrm>
              <a:off x="4323880" y="2021378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F5F50BB0-19B8-401C-6BA5-91217D3132CE}"/>
                </a:ext>
              </a:extLst>
            </p:cNvPr>
            <p:cNvCxnSpPr>
              <a:cxnSpLocks/>
            </p:cNvCxnSpPr>
            <p:nvPr/>
          </p:nvCxnSpPr>
          <p:spPr>
            <a:xfrm>
              <a:off x="4323880" y="282692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id="{69F02C93-9EDD-36A8-8DB6-C0941AF02857}"/>
                </a:ext>
              </a:extLst>
            </p:cNvPr>
            <p:cNvCxnSpPr>
              <a:cxnSpLocks/>
            </p:cNvCxnSpPr>
            <p:nvPr/>
          </p:nvCxnSpPr>
          <p:spPr>
            <a:xfrm>
              <a:off x="4566897" y="2021378"/>
              <a:ext cx="379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6152A9-74F8-D888-5A87-E76EB7909745}"/>
              </a:ext>
            </a:extLst>
          </p:cNvPr>
          <p:cNvGrpSpPr/>
          <p:nvPr/>
        </p:nvGrpSpPr>
        <p:grpSpPr>
          <a:xfrm>
            <a:off x="5099901" y="983361"/>
            <a:ext cx="1294410" cy="2124666"/>
            <a:chOff x="5490627" y="1379601"/>
            <a:chExt cx="1294410" cy="2124666"/>
          </a:xfrm>
        </p:grpSpPr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EF5ABD1F-79C4-E7BB-4BCC-DE646130F6CC}"/>
                </a:ext>
              </a:extLst>
            </p:cNvPr>
            <p:cNvSpPr/>
            <p:nvPr/>
          </p:nvSpPr>
          <p:spPr>
            <a:xfrm>
              <a:off x="5490627" y="1379601"/>
              <a:ext cx="1294410" cy="2124666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4D43CB4F-BDD2-9E21-EA4E-E23C214A5065}"/>
                </a:ext>
              </a:extLst>
            </p:cNvPr>
            <p:cNvSpPr/>
            <p:nvPr/>
          </p:nvSpPr>
          <p:spPr>
            <a:xfrm>
              <a:off x="5745384" y="1622536"/>
              <a:ext cx="748146" cy="1567543"/>
            </a:xfrm>
            <a:prstGeom prst="rect">
              <a:avLst/>
            </a:prstGeom>
            <a:solidFill>
              <a:srgbClr val="2089C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3" name="Conector reto 52">
              <a:extLst>
                <a:ext uri="{FF2B5EF4-FFF2-40B4-BE49-F238E27FC236}">
                  <a16:creationId xmlns:a16="http://schemas.microsoft.com/office/drawing/2014/main" id="{A5A2C327-C590-BDC8-196C-78BF6336F0C5}"/>
                </a:ext>
              </a:extLst>
            </p:cNvPr>
            <p:cNvCxnSpPr>
              <a:cxnSpLocks/>
            </p:cNvCxnSpPr>
            <p:nvPr/>
          </p:nvCxnSpPr>
          <p:spPr>
            <a:xfrm>
              <a:off x="5876011" y="162253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Conector reto 53">
              <a:extLst>
                <a:ext uri="{FF2B5EF4-FFF2-40B4-BE49-F238E27FC236}">
                  <a16:creationId xmlns:a16="http://schemas.microsoft.com/office/drawing/2014/main" id="{619462D5-540F-56C8-50D0-11326B2302D1}"/>
                </a:ext>
              </a:extLst>
            </p:cNvPr>
            <p:cNvCxnSpPr>
              <a:cxnSpLocks/>
            </p:cNvCxnSpPr>
            <p:nvPr/>
          </p:nvCxnSpPr>
          <p:spPr>
            <a:xfrm>
              <a:off x="6367419" y="162253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EC0F4623-C19D-C0A5-4450-9832B7A24162}"/>
                </a:ext>
              </a:extLst>
            </p:cNvPr>
            <p:cNvCxnSpPr>
              <a:cxnSpLocks/>
            </p:cNvCxnSpPr>
            <p:nvPr/>
          </p:nvCxnSpPr>
          <p:spPr>
            <a:xfrm>
              <a:off x="5876011" y="197633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003BE1B5-D9CA-3196-E316-5B3507F3B575}"/>
                </a:ext>
              </a:extLst>
            </p:cNvPr>
            <p:cNvCxnSpPr>
              <a:cxnSpLocks/>
            </p:cNvCxnSpPr>
            <p:nvPr/>
          </p:nvCxnSpPr>
          <p:spPr>
            <a:xfrm>
              <a:off x="5876011" y="2781879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>
              <a:extLst>
                <a:ext uri="{FF2B5EF4-FFF2-40B4-BE49-F238E27FC236}">
                  <a16:creationId xmlns:a16="http://schemas.microsoft.com/office/drawing/2014/main" id="{7088B568-9CF6-EAE5-2681-BD56920EA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0384" y="1976336"/>
              <a:ext cx="8644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E2DF0F8-1802-B352-F32B-7D3B381E8AD9}"/>
              </a:ext>
            </a:extLst>
          </p:cNvPr>
          <p:cNvGrpSpPr/>
          <p:nvPr/>
        </p:nvGrpSpPr>
        <p:grpSpPr>
          <a:xfrm>
            <a:off x="6563243" y="969026"/>
            <a:ext cx="1294410" cy="2124666"/>
            <a:chOff x="6961686" y="1365266"/>
            <a:chExt cx="1294410" cy="2124666"/>
          </a:xfrm>
        </p:grpSpPr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E77CBC9C-E825-06C1-7AE2-E3F192E9CB09}"/>
                </a:ext>
              </a:extLst>
            </p:cNvPr>
            <p:cNvSpPr/>
            <p:nvPr/>
          </p:nvSpPr>
          <p:spPr>
            <a:xfrm>
              <a:off x="6961686" y="1365266"/>
              <a:ext cx="1294410" cy="212466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id="{7B92F94E-5687-B8C2-420A-E159986E1D25}"/>
                </a:ext>
              </a:extLst>
            </p:cNvPr>
            <p:cNvSpPr/>
            <p:nvPr/>
          </p:nvSpPr>
          <p:spPr>
            <a:xfrm>
              <a:off x="7216443" y="1667578"/>
              <a:ext cx="748146" cy="1567543"/>
            </a:xfrm>
            <a:prstGeom prst="rect">
              <a:avLst/>
            </a:prstGeom>
            <a:solidFill>
              <a:srgbClr val="03BBF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F5EE1807-6A1D-71C6-EC7C-C600CBFFDA28}"/>
                </a:ext>
              </a:extLst>
            </p:cNvPr>
            <p:cNvCxnSpPr>
              <a:cxnSpLocks/>
            </p:cNvCxnSpPr>
            <p:nvPr/>
          </p:nvCxnSpPr>
          <p:spPr>
            <a:xfrm>
              <a:off x="7347070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Conector reto 60">
              <a:extLst>
                <a:ext uri="{FF2B5EF4-FFF2-40B4-BE49-F238E27FC236}">
                  <a16:creationId xmlns:a16="http://schemas.microsoft.com/office/drawing/2014/main" id="{6980960F-DFAC-3BA0-7FC0-9BB3D8F48218}"/>
                </a:ext>
              </a:extLst>
            </p:cNvPr>
            <p:cNvCxnSpPr>
              <a:cxnSpLocks/>
            </p:cNvCxnSpPr>
            <p:nvPr/>
          </p:nvCxnSpPr>
          <p:spPr>
            <a:xfrm>
              <a:off x="7838478" y="1667578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id="{95FDF685-F8C2-7A6D-FF2A-58C04DC9F509}"/>
                </a:ext>
              </a:extLst>
            </p:cNvPr>
            <p:cNvCxnSpPr>
              <a:cxnSpLocks/>
            </p:cNvCxnSpPr>
            <p:nvPr/>
          </p:nvCxnSpPr>
          <p:spPr>
            <a:xfrm>
              <a:off x="7347070" y="2021378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F0000C95-8731-E873-7253-184DBBF08FDB}"/>
                </a:ext>
              </a:extLst>
            </p:cNvPr>
            <p:cNvCxnSpPr>
              <a:cxnSpLocks/>
            </p:cNvCxnSpPr>
            <p:nvPr/>
          </p:nvCxnSpPr>
          <p:spPr>
            <a:xfrm>
              <a:off x="7347070" y="282692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Conector reto 2047">
              <a:extLst>
                <a:ext uri="{FF2B5EF4-FFF2-40B4-BE49-F238E27FC236}">
                  <a16:creationId xmlns:a16="http://schemas.microsoft.com/office/drawing/2014/main" id="{50C64813-39C5-0DE0-2412-27004AAE550B}"/>
                </a:ext>
              </a:extLst>
            </p:cNvPr>
            <p:cNvCxnSpPr>
              <a:cxnSpLocks/>
            </p:cNvCxnSpPr>
            <p:nvPr/>
          </p:nvCxnSpPr>
          <p:spPr>
            <a:xfrm>
              <a:off x="7590087" y="2021378"/>
              <a:ext cx="0" cy="78903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5CD225-2540-E8E9-1A00-1E431935593A}"/>
              </a:ext>
            </a:extLst>
          </p:cNvPr>
          <p:cNvGrpSpPr/>
          <p:nvPr/>
        </p:nvGrpSpPr>
        <p:grpSpPr>
          <a:xfrm>
            <a:off x="8026585" y="983361"/>
            <a:ext cx="1294410" cy="2124666"/>
            <a:chOff x="8455996" y="1379601"/>
            <a:chExt cx="1294410" cy="2124666"/>
          </a:xfrm>
        </p:grpSpPr>
        <p:sp>
          <p:nvSpPr>
            <p:cNvPr id="2049" name="Retângulo 2048">
              <a:extLst>
                <a:ext uri="{FF2B5EF4-FFF2-40B4-BE49-F238E27FC236}">
                  <a16:creationId xmlns:a16="http://schemas.microsoft.com/office/drawing/2014/main" id="{9D13E581-1F15-55BA-A05B-7CFAF9F0FD0B}"/>
                </a:ext>
              </a:extLst>
            </p:cNvPr>
            <p:cNvSpPr/>
            <p:nvPr/>
          </p:nvSpPr>
          <p:spPr>
            <a:xfrm>
              <a:off x="8455996" y="1379601"/>
              <a:ext cx="1294410" cy="2124666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1" name="Retângulo 2050">
              <a:extLst>
                <a:ext uri="{FF2B5EF4-FFF2-40B4-BE49-F238E27FC236}">
                  <a16:creationId xmlns:a16="http://schemas.microsoft.com/office/drawing/2014/main" id="{5F239422-BA8D-6988-80DB-E2AAA0DE4DC0}"/>
                </a:ext>
              </a:extLst>
            </p:cNvPr>
            <p:cNvSpPr/>
            <p:nvPr/>
          </p:nvSpPr>
          <p:spPr>
            <a:xfrm>
              <a:off x="8710753" y="1681913"/>
              <a:ext cx="748146" cy="1567543"/>
            </a:xfrm>
            <a:prstGeom prst="rect">
              <a:avLst/>
            </a:prstGeom>
            <a:solidFill>
              <a:srgbClr val="62983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52" name="Conector reto 2051">
              <a:extLst>
                <a:ext uri="{FF2B5EF4-FFF2-40B4-BE49-F238E27FC236}">
                  <a16:creationId xmlns:a16="http://schemas.microsoft.com/office/drawing/2014/main" id="{5BBCBF33-7615-36AE-E96C-A7C04B3A7C8F}"/>
                </a:ext>
              </a:extLst>
            </p:cNvPr>
            <p:cNvCxnSpPr>
              <a:cxnSpLocks/>
            </p:cNvCxnSpPr>
            <p:nvPr/>
          </p:nvCxnSpPr>
          <p:spPr>
            <a:xfrm>
              <a:off x="8841380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53" name="Conector reto 2052">
              <a:extLst>
                <a:ext uri="{FF2B5EF4-FFF2-40B4-BE49-F238E27FC236}">
                  <a16:creationId xmlns:a16="http://schemas.microsoft.com/office/drawing/2014/main" id="{71FD8588-93B0-5BE6-5FEC-FDF034777562}"/>
                </a:ext>
              </a:extLst>
            </p:cNvPr>
            <p:cNvCxnSpPr>
              <a:cxnSpLocks/>
            </p:cNvCxnSpPr>
            <p:nvPr/>
          </p:nvCxnSpPr>
          <p:spPr>
            <a:xfrm>
              <a:off x="9332788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54" name="Conector reto 2053">
              <a:extLst>
                <a:ext uri="{FF2B5EF4-FFF2-40B4-BE49-F238E27FC236}">
                  <a16:creationId xmlns:a16="http://schemas.microsoft.com/office/drawing/2014/main" id="{C062617C-6E23-D091-97A2-12A29DA18A9E}"/>
                </a:ext>
              </a:extLst>
            </p:cNvPr>
            <p:cNvCxnSpPr>
              <a:cxnSpLocks/>
            </p:cNvCxnSpPr>
            <p:nvPr/>
          </p:nvCxnSpPr>
          <p:spPr>
            <a:xfrm>
              <a:off x="8841380" y="2035713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Conector reto 2054">
              <a:extLst>
                <a:ext uri="{FF2B5EF4-FFF2-40B4-BE49-F238E27FC236}">
                  <a16:creationId xmlns:a16="http://schemas.microsoft.com/office/drawing/2014/main" id="{8FDA8EE7-F82F-AAD7-B5D5-B65D9F9C185C}"/>
                </a:ext>
              </a:extLst>
            </p:cNvPr>
            <p:cNvCxnSpPr>
              <a:cxnSpLocks/>
            </p:cNvCxnSpPr>
            <p:nvPr/>
          </p:nvCxnSpPr>
          <p:spPr>
            <a:xfrm>
              <a:off x="8841380" y="284125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Conector reto 2055">
              <a:extLst>
                <a:ext uri="{FF2B5EF4-FFF2-40B4-BE49-F238E27FC236}">
                  <a16:creationId xmlns:a16="http://schemas.microsoft.com/office/drawing/2014/main" id="{052DF78F-CA4C-0CD5-88A0-69EBB497360F}"/>
                </a:ext>
              </a:extLst>
            </p:cNvPr>
            <p:cNvCxnSpPr>
              <a:cxnSpLocks/>
            </p:cNvCxnSpPr>
            <p:nvPr/>
          </p:nvCxnSpPr>
          <p:spPr>
            <a:xfrm>
              <a:off x="9084397" y="2035713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ED2ADD4-DC77-45FF-2A63-051004BA1F2F}"/>
              </a:ext>
            </a:extLst>
          </p:cNvPr>
          <p:cNvGrpSpPr/>
          <p:nvPr/>
        </p:nvGrpSpPr>
        <p:grpSpPr>
          <a:xfrm>
            <a:off x="9489926" y="983361"/>
            <a:ext cx="1294410" cy="2124666"/>
            <a:chOff x="9950306" y="1379601"/>
            <a:chExt cx="1294410" cy="2124666"/>
          </a:xfrm>
        </p:grpSpPr>
        <p:sp>
          <p:nvSpPr>
            <p:cNvPr id="2057" name="Retângulo 2056">
              <a:extLst>
                <a:ext uri="{FF2B5EF4-FFF2-40B4-BE49-F238E27FC236}">
                  <a16:creationId xmlns:a16="http://schemas.microsoft.com/office/drawing/2014/main" id="{93BE5FEA-10EE-1F7E-4005-1478D1AD6937}"/>
                </a:ext>
              </a:extLst>
            </p:cNvPr>
            <p:cNvSpPr/>
            <p:nvPr/>
          </p:nvSpPr>
          <p:spPr>
            <a:xfrm>
              <a:off x="9950306" y="1379601"/>
              <a:ext cx="1294410" cy="212466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8" name="Retângulo 2057">
              <a:extLst>
                <a:ext uri="{FF2B5EF4-FFF2-40B4-BE49-F238E27FC236}">
                  <a16:creationId xmlns:a16="http://schemas.microsoft.com/office/drawing/2014/main" id="{44CDFA0D-1AE1-5A20-AB54-99D7672A239C}"/>
                </a:ext>
              </a:extLst>
            </p:cNvPr>
            <p:cNvSpPr/>
            <p:nvPr/>
          </p:nvSpPr>
          <p:spPr>
            <a:xfrm>
              <a:off x="10205063" y="1681913"/>
              <a:ext cx="748146" cy="156754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59" name="Conector reto 2058">
              <a:extLst>
                <a:ext uri="{FF2B5EF4-FFF2-40B4-BE49-F238E27FC236}">
                  <a16:creationId xmlns:a16="http://schemas.microsoft.com/office/drawing/2014/main" id="{601776E9-1EBA-C955-0A8C-D2E8B8B8A670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0" name="Conector reto 2059">
              <a:extLst>
                <a:ext uri="{FF2B5EF4-FFF2-40B4-BE49-F238E27FC236}">
                  <a16:creationId xmlns:a16="http://schemas.microsoft.com/office/drawing/2014/main" id="{D126705B-D662-8B6D-0A24-CFE9CD7BFF94}"/>
                </a:ext>
              </a:extLst>
            </p:cNvPr>
            <p:cNvCxnSpPr>
              <a:cxnSpLocks/>
            </p:cNvCxnSpPr>
            <p:nvPr/>
          </p:nvCxnSpPr>
          <p:spPr>
            <a:xfrm>
              <a:off x="10827098" y="1681913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1" name="Conector reto 2060">
              <a:extLst>
                <a:ext uri="{FF2B5EF4-FFF2-40B4-BE49-F238E27FC236}">
                  <a16:creationId xmlns:a16="http://schemas.microsoft.com/office/drawing/2014/main" id="{5E9DB2AA-8201-C287-23E9-0EC1AD160513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2035713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Conector reto 2061">
              <a:extLst>
                <a:ext uri="{FF2B5EF4-FFF2-40B4-BE49-F238E27FC236}">
                  <a16:creationId xmlns:a16="http://schemas.microsoft.com/office/drawing/2014/main" id="{1A004057-7E5E-CC2E-33C0-65EDBAD2CCB7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284125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Conector reto 2062">
              <a:extLst>
                <a:ext uri="{FF2B5EF4-FFF2-40B4-BE49-F238E27FC236}">
                  <a16:creationId xmlns:a16="http://schemas.microsoft.com/office/drawing/2014/main" id="{BA061B1B-D4D8-4962-4285-A7009BE7F5B6}"/>
                </a:ext>
              </a:extLst>
            </p:cNvPr>
            <p:cNvCxnSpPr>
              <a:cxnSpLocks/>
            </p:cNvCxnSpPr>
            <p:nvPr/>
          </p:nvCxnSpPr>
          <p:spPr>
            <a:xfrm>
              <a:off x="10578707" y="2035713"/>
              <a:ext cx="1896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83C23DA-12E0-0D79-E448-A976C1456CC5}"/>
              </a:ext>
            </a:extLst>
          </p:cNvPr>
          <p:cNvGrpSpPr/>
          <p:nvPr/>
        </p:nvGrpSpPr>
        <p:grpSpPr>
          <a:xfrm>
            <a:off x="2173217" y="3893885"/>
            <a:ext cx="1294410" cy="2124666"/>
            <a:chOff x="2464061" y="3993169"/>
            <a:chExt cx="1294410" cy="2124666"/>
          </a:xfrm>
        </p:grpSpPr>
        <p:sp>
          <p:nvSpPr>
            <p:cNvPr id="2064" name="Retângulo 2063">
              <a:extLst>
                <a:ext uri="{FF2B5EF4-FFF2-40B4-BE49-F238E27FC236}">
                  <a16:creationId xmlns:a16="http://schemas.microsoft.com/office/drawing/2014/main" id="{ECB0C075-2304-2F31-ABEB-ECF5A066A3A5}"/>
                </a:ext>
              </a:extLst>
            </p:cNvPr>
            <p:cNvSpPr/>
            <p:nvPr/>
          </p:nvSpPr>
          <p:spPr>
            <a:xfrm>
              <a:off x="2464061" y="3993169"/>
              <a:ext cx="1294410" cy="212466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5" name="Retângulo 2064">
              <a:extLst>
                <a:ext uri="{FF2B5EF4-FFF2-40B4-BE49-F238E27FC236}">
                  <a16:creationId xmlns:a16="http://schemas.microsoft.com/office/drawing/2014/main" id="{D26D007B-4E44-72B0-7E8D-8875C784263C}"/>
                </a:ext>
              </a:extLst>
            </p:cNvPr>
            <p:cNvSpPr/>
            <p:nvPr/>
          </p:nvSpPr>
          <p:spPr>
            <a:xfrm>
              <a:off x="2718818" y="4295481"/>
              <a:ext cx="748146" cy="1567543"/>
            </a:xfrm>
            <a:prstGeom prst="rect">
              <a:avLst/>
            </a:prstGeom>
            <a:solidFill>
              <a:srgbClr val="ED7D3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66" name="Conector reto 2065">
              <a:extLst>
                <a:ext uri="{FF2B5EF4-FFF2-40B4-BE49-F238E27FC236}">
                  <a16:creationId xmlns:a16="http://schemas.microsoft.com/office/drawing/2014/main" id="{41DC9F96-2CF5-E53C-9100-FA8DFD68643E}"/>
                </a:ext>
              </a:extLst>
            </p:cNvPr>
            <p:cNvCxnSpPr>
              <a:cxnSpLocks/>
            </p:cNvCxnSpPr>
            <p:nvPr/>
          </p:nvCxnSpPr>
          <p:spPr>
            <a:xfrm>
              <a:off x="2849445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7" name="Conector reto 2066">
              <a:extLst>
                <a:ext uri="{FF2B5EF4-FFF2-40B4-BE49-F238E27FC236}">
                  <a16:creationId xmlns:a16="http://schemas.microsoft.com/office/drawing/2014/main" id="{94516D3E-369B-F6E7-0C2F-B3B0E20CFD13}"/>
                </a:ext>
              </a:extLst>
            </p:cNvPr>
            <p:cNvCxnSpPr>
              <a:cxnSpLocks/>
            </p:cNvCxnSpPr>
            <p:nvPr/>
          </p:nvCxnSpPr>
          <p:spPr>
            <a:xfrm>
              <a:off x="3340853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68" name="Conector reto 2067">
              <a:extLst>
                <a:ext uri="{FF2B5EF4-FFF2-40B4-BE49-F238E27FC236}">
                  <a16:creationId xmlns:a16="http://schemas.microsoft.com/office/drawing/2014/main" id="{D44EA60A-4DC5-5F9C-3161-0EA1A0FDA56A}"/>
                </a:ext>
              </a:extLst>
            </p:cNvPr>
            <p:cNvCxnSpPr>
              <a:cxnSpLocks/>
            </p:cNvCxnSpPr>
            <p:nvPr/>
          </p:nvCxnSpPr>
          <p:spPr>
            <a:xfrm>
              <a:off x="2849445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Conector reto 2068">
              <a:extLst>
                <a:ext uri="{FF2B5EF4-FFF2-40B4-BE49-F238E27FC236}">
                  <a16:creationId xmlns:a16="http://schemas.microsoft.com/office/drawing/2014/main" id="{CEF5EF71-C871-028B-9964-6BA82E03FE41}"/>
                </a:ext>
              </a:extLst>
            </p:cNvPr>
            <p:cNvCxnSpPr>
              <a:cxnSpLocks/>
            </p:cNvCxnSpPr>
            <p:nvPr/>
          </p:nvCxnSpPr>
          <p:spPr>
            <a:xfrm>
              <a:off x="2849445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Conector reto 2069">
              <a:extLst>
                <a:ext uri="{FF2B5EF4-FFF2-40B4-BE49-F238E27FC236}">
                  <a16:creationId xmlns:a16="http://schemas.microsoft.com/office/drawing/2014/main" id="{6693AFE8-03CE-CFD5-EC94-78346B8C7CCC}"/>
                </a:ext>
              </a:extLst>
            </p:cNvPr>
            <p:cNvCxnSpPr>
              <a:cxnSpLocks/>
            </p:cNvCxnSpPr>
            <p:nvPr/>
          </p:nvCxnSpPr>
          <p:spPr>
            <a:xfrm>
              <a:off x="3092462" y="4649281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4F53776-4195-7BFD-E669-538DAC9133FB}"/>
              </a:ext>
            </a:extLst>
          </p:cNvPr>
          <p:cNvGrpSpPr/>
          <p:nvPr/>
        </p:nvGrpSpPr>
        <p:grpSpPr>
          <a:xfrm>
            <a:off x="3636938" y="3893885"/>
            <a:ext cx="1294410" cy="2124666"/>
            <a:chOff x="3955257" y="3993169"/>
            <a:chExt cx="1294410" cy="2124666"/>
          </a:xfrm>
        </p:grpSpPr>
        <p:sp>
          <p:nvSpPr>
            <p:cNvPr id="2071" name="Retângulo 2070">
              <a:extLst>
                <a:ext uri="{FF2B5EF4-FFF2-40B4-BE49-F238E27FC236}">
                  <a16:creationId xmlns:a16="http://schemas.microsoft.com/office/drawing/2014/main" id="{DD2044EB-671F-8090-53A1-4BD5B21BA081}"/>
                </a:ext>
              </a:extLst>
            </p:cNvPr>
            <p:cNvSpPr/>
            <p:nvPr/>
          </p:nvSpPr>
          <p:spPr>
            <a:xfrm>
              <a:off x="3955257" y="3993169"/>
              <a:ext cx="1294410" cy="2124666"/>
            </a:xfrm>
            <a:prstGeom prst="rect">
              <a:avLst/>
            </a:prstGeom>
            <a:solidFill>
              <a:srgbClr val="03BB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2" name="Retângulo 2071">
              <a:extLst>
                <a:ext uri="{FF2B5EF4-FFF2-40B4-BE49-F238E27FC236}">
                  <a16:creationId xmlns:a16="http://schemas.microsoft.com/office/drawing/2014/main" id="{3C56766F-6A17-FAAA-A4C6-04454776B88D}"/>
                </a:ext>
              </a:extLst>
            </p:cNvPr>
            <p:cNvSpPr/>
            <p:nvPr/>
          </p:nvSpPr>
          <p:spPr>
            <a:xfrm>
              <a:off x="4210014" y="4295481"/>
              <a:ext cx="748146" cy="1567543"/>
            </a:xfrm>
            <a:prstGeom prst="rect">
              <a:avLst/>
            </a:prstGeom>
            <a:solidFill>
              <a:srgbClr val="62983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73" name="Conector reto 2072">
              <a:extLst>
                <a:ext uri="{FF2B5EF4-FFF2-40B4-BE49-F238E27FC236}">
                  <a16:creationId xmlns:a16="http://schemas.microsoft.com/office/drawing/2014/main" id="{96CA5D26-B333-100F-43D9-8945E85267B5}"/>
                </a:ext>
              </a:extLst>
            </p:cNvPr>
            <p:cNvCxnSpPr>
              <a:cxnSpLocks/>
            </p:cNvCxnSpPr>
            <p:nvPr/>
          </p:nvCxnSpPr>
          <p:spPr>
            <a:xfrm>
              <a:off x="4340641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74" name="Conector reto 2073">
              <a:extLst>
                <a:ext uri="{FF2B5EF4-FFF2-40B4-BE49-F238E27FC236}">
                  <a16:creationId xmlns:a16="http://schemas.microsoft.com/office/drawing/2014/main" id="{B66B8F70-E300-CFFD-1954-17A2ED8BB675}"/>
                </a:ext>
              </a:extLst>
            </p:cNvPr>
            <p:cNvCxnSpPr>
              <a:cxnSpLocks/>
            </p:cNvCxnSpPr>
            <p:nvPr/>
          </p:nvCxnSpPr>
          <p:spPr>
            <a:xfrm>
              <a:off x="4832049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75" name="Conector reto 2074">
              <a:extLst>
                <a:ext uri="{FF2B5EF4-FFF2-40B4-BE49-F238E27FC236}">
                  <a16:creationId xmlns:a16="http://schemas.microsoft.com/office/drawing/2014/main" id="{5576F304-A863-9D62-7A52-61BC30B90048}"/>
                </a:ext>
              </a:extLst>
            </p:cNvPr>
            <p:cNvCxnSpPr>
              <a:cxnSpLocks/>
            </p:cNvCxnSpPr>
            <p:nvPr/>
          </p:nvCxnSpPr>
          <p:spPr>
            <a:xfrm>
              <a:off x="4340641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Conector reto 2075">
              <a:extLst>
                <a:ext uri="{FF2B5EF4-FFF2-40B4-BE49-F238E27FC236}">
                  <a16:creationId xmlns:a16="http://schemas.microsoft.com/office/drawing/2014/main" id="{322654F2-2F16-7B44-1394-3607AA2B89BF}"/>
                </a:ext>
              </a:extLst>
            </p:cNvPr>
            <p:cNvCxnSpPr>
              <a:cxnSpLocks/>
            </p:cNvCxnSpPr>
            <p:nvPr/>
          </p:nvCxnSpPr>
          <p:spPr>
            <a:xfrm>
              <a:off x="4340641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Conector reto 2076">
              <a:extLst>
                <a:ext uri="{FF2B5EF4-FFF2-40B4-BE49-F238E27FC236}">
                  <a16:creationId xmlns:a16="http://schemas.microsoft.com/office/drawing/2014/main" id="{FBD39A59-106B-79D8-A6DF-8B9BC19C0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3279" y="4649281"/>
              <a:ext cx="379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DF42CE-0E8B-C417-8BC7-5FADB8EB6675}"/>
              </a:ext>
            </a:extLst>
          </p:cNvPr>
          <p:cNvGrpSpPr/>
          <p:nvPr/>
        </p:nvGrpSpPr>
        <p:grpSpPr>
          <a:xfrm>
            <a:off x="5100659" y="3893885"/>
            <a:ext cx="1294410" cy="2124666"/>
            <a:chOff x="5460945" y="3993169"/>
            <a:chExt cx="1294410" cy="2124666"/>
          </a:xfrm>
        </p:grpSpPr>
        <p:sp>
          <p:nvSpPr>
            <p:cNvPr id="2078" name="Retângulo 2077">
              <a:extLst>
                <a:ext uri="{FF2B5EF4-FFF2-40B4-BE49-F238E27FC236}">
                  <a16:creationId xmlns:a16="http://schemas.microsoft.com/office/drawing/2014/main" id="{EDA95AEF-85F6-BCA1-16F8-4AE1C8522032}"/>
                </a:ext>
              </a:extLst>
            </p:cNvPr>
            <p:cNvSpPr/>
            <p:nvPr/>
          </p:nvSpPr>
          <p:spPr>
            <a:xfrm>
              <a:off x="5460945" y="3993169"/>
              <a:ext cx="1294410" cy="2124666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9" name="Retângulo 2078">
              <a:extLst>
                <a:ext uri="{FF2B5EF4-FFF2-40B4-BE49-F238E27FC236}">
                  <a16:creationId xmlns:a16="http://schemas.microsoft.com/office/drawing/2014/main" id="{93355B71-D9DD-18B2-9A95-FBBAEE2D3D11}"/>
                </a:ext>
              </a:extLst>
            </p:cNvPr>
            <p:cNvSpPr/>
            <p:nvPr/>
          </p:nvSpPr>
          <p:spPr>
            <a:xfrm>
              <a:off x="5715702" y="4295481"/>
              <a:ext cx="748146" cy="1567543"/>
            </a:xfrm>
            <a:prstGeom prst="rect">
              <a:avLst/>
            </a:prstGeom>
            <a:solidFill>
              <a:srgbClr val="3A5A2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80" name="Conector reto 2079">
              <a:extLst>
                <a:ext uri="{FF2B5EF4-FFF2-40B4-BE49-F238E27FC236}">
                  <a16:creationId xmlns:a16="http://schemas.microsoft.com/office/drawing/2014/main" id="{06D1169D-F53B-DC03-9FAE-CC926C403971}"/>
                </a:ext>
              </a:extLst>
            </p:cNvPr>
            <p:cNvCxnSpPr>
              <a:cxnSpLocks/>
            </p:cNvCxnSpPr>
            <p:nvPr/>
          </p:nvCxnSpPr>
          <p:spPr>
            <a:xfrm>
              <a:off x="5846329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81" name="Conector reto 2080">
              <a:extLst>
                <a:ext uri="{FF2B5EF4-FFF2-40B4-BE49-F238E27FC236}">
                  <a16:creationId xmlns:a16="http://schemas.microsoft.com/office/drawing/2014/main" id="{4158E4E0-8176-9483-81F0-88388CA003A2}"/>
                </a:ext>
              </a:extLst>
            </p:cNvPr>
            <p:cNvCxnSpPr>
              <a:cxnSpLocks/>
            </p:cNvCxnSpPr>
            <p:nvPr/>
          </p:nvCxnSpPr>
          <p:spPr>
            <a:xfrm>
              <a:off x="6337737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82" name="Conector reto 2081">
              <a:extLst>
                <a:ext uri="{FF2B5EF4-FFF2-40B4-BE49-F238E27FC236}">
                  <a16:creationId xmlns:a16="http://schemas.microsoft.com/office/drawing/2014/main" id="{5244C406-1278-F9B6-292C-19D565737855}"/>
                </a:ext>
              </a:extLst>
            </p:cNvPr>
            <p:cNvCxnSpPr>
              <a:cxnSpLocks/>
            </p:cNvCxnSpPr>
            <p:nvPr/>
          </p:nvCxnSpPr>
          <p:spPr>
            <a:xfrm>
              <a:off x="5846329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Conector reto 2082">
              <a:extLst>
                <a:ext uri="{FF2B5EF4-FFF2-40B4-BE49-F238E27FC236}">
                  <a16:creationId xmlns:a16="http://schemas.microsoft.com/office/drawing/2014/main" id="{598B7CB7-49C9-818F-FE91-77471AF20A0D}"/>
                </a:ext>
              </a:extLst>
            </p:cNvPr>
            <p:cNvCxnSpPr>
              <a:cxnSpLocks/>
            </p:cNvCxnSpPr>
            <p:nvPr/>
          </p:nvCxnSpPr>
          <p:spPr>
            <a:xfrm>
              <a:off x="5846329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Conector reto 2083">
              <a:extLst>
                <a:ext uri="{FF2B5EF4-FFF2-40B4-BE49-F238E27FC236}">
                  <a16:creationId xmlns:a16="http://schemas.microsoft.com/office/drawing/2014/main" id="{EF4137C2-DFC6-6F81-0B22-67898600F122}"/>
                </a:ext>
              </a:extLst>
            </p:cNvPr>
            <p:cNvCxnSpPr>
              <a:cxnSpLocks/>
            </p:cNvCxnSpPr>
            <p:nvPr/>
          </p:nvCxnSpPr>
          <p:spPr>
            <a:xfrm>
              <a:off x="6089346" y="4649281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6731E0-2B06-AA81-D039-C21D952810E6}"/>
              </a:ext>
            </a:extLst>
          </p:cNvPr>
          <p:cNvGrpSpPr/>
          <p:nvPr/>
        </p:nvGrpSpPr>
        <p:grpSpPr>
          <a:xfrm>
            <a:off x="6564380" y="3893885"/>
            <a:ext cx="1294410" cy="2124666"/>
            <a:chOff x="7003746" y="3993169"/>
            <a:chExt cx="1294410" cy="2124666"/>
          </a:xfrm>
        </p:grpSpPr>
        <p:sp>
          <p:nvSpPr>
            <p:cNvPr id="2092" name="Retângulo 2091">
              <a:extLst>
                <a:ext uri="{FF2B5EF4-FFF2-40B4-BE49-F238E27FC236}">
                  <a16:creationId xmlns:a16="http://schemas.microsoft.com/office/drawing/2014/main" id="{18BCEDEC-0ED0-8285-AF42-4B0BAB38B2BB}"/>
                </a:ext>
              </a:extLst>
            </p:cNvPr>
            <p:cNvSpPr/>
            <p:nvPr/>
          </p:nvSpPr>
          <p:spPr>
            <a:xfrm>
              <a:off x="7003746" y="3993169"/>
              <a:ext cx="1294410" cy="2124666"/>
            </a:xfrm>
            <a:prstGeom prst="rect">
              <a:avLst/>
            </a:prstGeom>
            <a:solidFill>
              <a:srgbClr val="2089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3" name="Retângulo 2092">
              <a:extLst>
                <a:ext uri="{FF2B5EF4-FFF2-40B4-BE49-F238E27FC236}">
                  <a16:creationId xmlns:a16="http://schemas.microsoft.com/office/drawing/2014/main" id="{00E2FE97-66DC-A969-0F31-D1E9E604D664}"/>
                </a:ext>
              </a:extLst>
            </p:cNvPr>
            <p:cNvSpPr/>
            <p:nvPr/>
          </p:nvSpPr>
          <p:spPr>
            <a:xfrm>
              <a:off x="7258074" y="4294049"/>
              <a:ext cx="748146" cy="1567543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94" name="Conector reto 2093">
              <a:extLst>
                <a:ext uri="{FF2B5EF4-FFF2-40B4-BE49-F238E27FC236}">
                  <a16:creationId xmlns:a16="http://schemas.microsoft.com/office/drawing/2014/main" id="{691A3C88-3BEE-6010-125D-EA578B86AF57}"/>
                </a:ext>
              </a:extLst>
            </p:cNvPr>
            <p:cNvCxnSpPr>
              <a:cxnSpLocks/>
            </p:cNvCxnSpPr>
            <p:nvPr/>
          </p:nvCxnSpPr>
          <p:spPr>
            <a:xfrm>
              <a:off x="7389130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5" name="Conector reto 2094">
              <a:extLst>
                <a:ext uri="{FF2B5EF4-FFF2-40B4-BE49-F238E27FC236}">
                  <a16:creationId xmlns:a16="http://schemas.microsoft.com/office/drawing/2014/main" id="{B62D33FB-F433-D4AA-98E0-83F769BFD89D}"/>
                </a:ext>
              </a:extLst>
            </p:cNvPr>
            <p:cNvCxnSpPr>
              <a:cxnSpLocks/>
            </p:cNvCxnSpPr>
            <p:nvPr/>
          </p:nvCxnSpPr>
          <p:spPr>
            <a:xfrm>
              <a:off x="7880538" y="4295481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6" name="Conector reto 2095">
              <a:extLst>
                <a:ext uri="{FF2B5EF4-FFF2-40B4-BE49-F238E27FC236}">
                  <a16:creationId xmlns:a16="http://schemas.microsoft.com/office/drawing/2014/main" id="{52BB8445-6B6B-6DC9-9A23-05D231C91FF3}"/>
                </a:ext>
              </a:extLst>
            </p:cNvPr>
            <p:cNvCxnSpPr>
              <a:cxnSpLocks/>
            </p:cNvCxnSpPr>
            <p:nvPr/>
          </p:nvCxnSpPr>
          <p:spPr>
            <a:xfrm>
              <a:off x="7389130" y="4649281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Conector reto 2096">
              <a:extLst>
                <a:ext uri="{FF2B5EF4-FFF2-40B4-BE49-F238E27FC236}">
                  <a16:creationId xmlns:a16="http://schemas.microsoft.com/office/drawing/2014/main" id="{D730C38B-2C9C-39B1-8FE7-68EAC3585032}"/>
                </a:ext>
              </a:extLst>
            </p:cNvPr>
            <p:cNvCxnSpPr>
              <a:cxnSpLocks/>
            </p:cNvCxnSpPr>
            <p:nvPr/>
          </p:nvCxnSpPr>
          <p:spPr>
            <a:xfrm>
              <a:off x="7389130" y="5454824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Conector reto 2097">
              <a:extLst>
                <a:ext uri="{FF2B5EF4-FFF2-40B4-BE49-F238E27FC236}">
                  <a16:creationId xmlns:a16="http://schemas.microsoft.com/office/drawing/2014/main" id="{17DA001F-812B-9329-A622-093AE6A37A11}"/>
                </a:ext>
              </a:extLst>
            </p:cNvPr>
            <p:cNvCxnSpPr>
              <a:cxnSpLocks/>
            </p:cNvCxnSpPr>
            <p:nvPr/>
          </p:nvCxnSpPr>
          <p:spPr>
            <a:xfrm>
              <a:off x="7632147" y="4649281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13869E-CBED-D80F-9BCF-29EDE18DE287}"/>
              </a:ext>
            </a:extLst>
          </p:cNvPr>
          <p:cNvGrpSpPr/>
          <p:nvPr/>
        </p:nvGrpSpPr>
        <p:grpSpPr>
          <a:xfrm>
            <a:off x="8013107" y="3893885"/>
            <a:ext cx="1294410" cy="2124666"/>
            <a:chOff x="8450912" y="3991737"/>
            <a:chExt cx="1294410" cy="2124666"/>
          </a:xfrm>
        </p:grpSpPr>
        <p:sp>
          <p:nvSpPr>
            <p:cNvPr id="2099" name="Retângulo 2098">
              <a:extLst>
                <a:ext uri="{FF2B5EF4-FFF2-40B4-BE49-F238E27FC236}">
                  <a16:creationId xmlns:a16="http://schemas.microsoft.com/office/drawing/2014/main" id="{01C39B2F-FA50-7252-451D-FA72235CC0E5}"/>
                </a:ext>
              </a:extLst>
            </p:cNvPr>
            <p:cNvSpPr/>
            <p:nvPr/>
          </p:nvSpPr>
          <p:spPr>
            <a:xfrm>
              <a:off x="8450912" y="3991737"/>
              <a:ext cx="1294410" cy="2124666"/>
            </a:xfrm>
            <a:prstGeom prst="rect">
              <a:avLst/>
            </a:prstGeom>
            <a:solidFill>
              <a:srgbClr val="3A5A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0" name="Retângulo 2099">
              <a:extLst>
                <a:ext uri="{FF2B5EF4-FFF2-40B4-BE49-F238E27FC236}">
                  <a16:creationId xmlns:a16="http://schemas.microsoft.com/office/drawing/2014/main" id="{B68C5339-A3C5-C1BC-586C-F8CBE9707D6F}"/>
                </a:ext>
              </a:extLst>
            </p:cNvPr>
            <p:cNvSpPr/>
            <p:nvPr/>
          </p:nvSpPr>
          <p:spPr>
            <a:xfrm>
              <a:off x="8705669" y="4294049"/>
              <a:ext cx="748146" cy="1567543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1" name="Conector reto 2100">
              <a:extLst>
                <a:ext uri="{FF2B5EF4-FFF2-40B4-BE49-F238E27FC236}">
                  <a16:creationId xmlns:a16="http://schemas.microsoft.com/office/drawing/2014/main" id="{EB30EC92-E811-0807-A7A2-01EF991D60F1}"/>
                </a:ext>
              </a:extLst>
            </p:cNvPr>
            <p:cNvCxnSpPr>
              <a:cxnSpLocks/>
            </p:cNvCxnSpPr>
            <p:nvPr/>
          </p:nvCxnSpPr>
          <p:spPr>
            <a:xfrm>
              <a:off x="8836296" y="4294049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02" name="Conector reto 2101">
              <a:extLst>
                <a:ext uri="{FF2B5EF4-FFF2-40B4-BE49-F238E27FC236}">
                  <a16:creationId xmlns:a16="http://schemas.microsoft.com/office/drawing/2014/main" id="{BC5E84BF-6460-E4ED-65B1-321296C569A0}"/>
                </a:ext>
              </a:extLst>
            </p:cNvPr>
            <p:cNvCxnSpPr>
              <a:cxnSpLocks/>
            </p:cNvCxnSpPr>
            <p:nvPr/>
          </p:nvCxnSpPr>
          <p:spPr>
            <a:xfrm>
              <a:off x="9327704" y="4294049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03" name="Conector reto 2102">
              <a:extLst>
                <a:ext uri="{FF2B5EF4-FFF2-40B4-BE49-F238E27FC236}">
                  <a16:creationId xmlns:a16="http://schemas.microsoft.com/office/drawing/2014/main" id="{0BE352C1-475D-7887-3CD0-F9B5D424BD5C}"/>
                </a:ext>
              </a:extLst>
            </p:cNvPr>
            <p:cNvCxnSpPr>
              <a:cxnSpLocks/>
            </p:cNvCxnSpPr>
            <p:nvPr/>
          </p:nvCxnSpPr>
          <p:spPr>
            <a:xfrm>
              <a:off x="8836296" y="4647849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Conector reto 2103">
              <a:extLst>
                <a:ext uri="{FF2B5EF4-FFF2-40B4-BE49-F238E27FC236}">
                  <a16:creationId xmlns:a16="http://schemas.microsoft.com/office/drawing/2014/main" id="{D7176A6C-E5CF-24E8-2FCD-58E8D8B4C763}"/>
                </a:ext>
              </a:extLst>
            </p:cNvPr>
            <p:cNvCxnSpPr>
              <a:cxnSpLocks/>
            </p:cNvCxnSpPr>
            <p:nvPr/>
          </p:nvCxnSpPr>
          <p:spPr>
            <a:xfrm>
              <a:off x="8836296" y="5453392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Conector reto 2104">
              <a:extLst>
                <a:ext uri="{FF2B5EF4-FFF2-40B4-BE49-F238E27FC236}">
                  <a16:creationId xmlns:a16="http://schemas.microsoft.com/office/drawing/2014/main" id="{807023FE-1706-A1BF-B1FF-36223834C716}"/>
                </a:ext>
              </a:extLst>
            </p:cNvPr>
            <p:cNvCxnSpPr>
              <a:cxnSpLocks/>
            </p:cNvCxnSpPr>
            <p:nvPr/>
          </p:nvCxnSpPr>
          <p:spPr>
            <a:xfrm>
              <a:off x="9079313" y="4647849"/>
              <a:ext cx="0" cy="82035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B966C2E-B44C-7295-4BB4-1E3AA70604D7}"/>
              </a:ext>
            </a:extLst>
          </p:cNvPr>
          <p:cNvGrpSpPr/>
          <p:nvPr/>
        </p:nvGrpSpPr>
        <p:grpSpPr>
          <a:xfrm>
            <a:off x="9491822" y="3908700"/>
            <a:ext cx="1294410" cy="2124666"/>
            <a:chOff x="9950306" y="4007984"/>
            <a:chExt cx="1294410" cy="2124666"/>
          </a:xfrm>
        </p:grpSpPr>
        <p:sp>
          <p:nvSpPr>
            <p:cNvPr id="2106" name="Retângulo 2105">
              <a:extLst>
                <a:ext uri="{FF2B5EF4-FFF2-40B4-BE49-F238E27FC236}">
                  <a16:creationId xmlns:a16="http://schemas.microsoft.com/office/drawing/2014/main" id="{E44BED28-45BB-5C29-7953-A3E8F0E81D85}"/>
                </a:ext>
              </a:extLst>
            </p:cNvPr>
            <p:cNvSpPr/>
            <p:nvPr/>
          </p:nvSpPr>
          <p:spPr>
            <a:xfrm>
              <a:off x="9950306" y="4007984"/>
              <a:ext cx="1294410" cy="2124666"/>
            </a:xfrm>
            <a:prstGeom prst="rect">
              <a:avLst/>
            </a:prstGeom>
            <a:solidFill>
              <a:srgbClr val="B238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7" name="Retângulo 2106">
              <a:extLst>
                <a:ext uri="{FF2B5EF4-FFF2-40B4-BE49-F238E27FC236}">
                  <a16:creationId xmlns:a16="http://schemas.microsoft.com/office/drawing/2014/main" id="{624DCE10-C2E7-A782-4F1F-68EF69FCAB92}"/>
                </a:ext>
              </a:extLst>
            </p:cNvPr>
            <p:cNvSpPr/>
            <p:nvPr/>
          </p:nvSpPr>
          <p:spPr>
            <a:xfrm>
              <a:off x="10205063" y="4310296"/>
              <a:ext cx="748146" cy="1567543"/>
            </a:xfrm>
            <a:prstGeom prst="rect">
              <a:avLst/>
            </a:prstGeom>
            <a:solidFill>
              <a:srgbClr val="7F7F7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8" name="Conector reto 2107">
              <a:extLst>
                <a:ext uri="{FF2B5EF4-FFF2-40B4-BE49-F238E27FC236}">
                  <a16:creationId xmlns:a16="http://schemas.microsoft.com/office/drawing/2014/main" id="{6495FD48-F44E-C005-79F0-28291AA67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431029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09" name="Conector reto 2108">
              <a:extLst>
                <a:ext uri="{FF2B5EF4-FFF2-40B4-BE49-F238E27FC236}">
                  <a16:creationId xmlns:a16="http://schemas.microsoft.com/office/drawing/2014/main" id="{8493A70B-B708-0E8D-DCCE-527DB72D9D6C}"/>
                </a:ext>
              </a:extLst>
            </p:cNvPr>
            <p:cNvCxnSpPr>
              <a:cxnSpLocks/>
            </p:cNvCxnSpPr>
            <p:nvPr/>
          </p:nvCxnSpPr>
          <p:spPr>
            <a:xfrm>
              <a:off x="10827098" y="4310296"/>
              <a:ext cx="0" cy="1567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10" name="Conector reto 2109">
              <a:extLst>
                <a:ext uri="{FF2B5EF4-FFF2-40B4-BE49-F238E27FC236}">
                  <a16:creationId xmlns:a16="http://schemas.microsoft.com/office/drawing/2014/main" id="{64B81A8C-E5D8-4C54-407B-E4DB1FD7F4F2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4664096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Conector reto 2110">
              <a:extLst>
                <a:ext uri="{FF2B5EF4-FFF2-40B4-BE49-F238E27FC236}">
                  <a16:creationId xmlns:a16="http://schemas.microsoft.com/office/drawing/2014/main" id="{0AE6DAFD-133C-8413-6F60-B781173CC6C9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90" y="5469639"/>
              <a:ext cx="49140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Conector reto 2111">
              <a:extLst>
                <a:ext uri="{FF2B5EF4-FFF2-40B4-BE49-F238E27FC236}">
                  <a16:creationId xmlns:a16="http://schemas.microsoft.com/office/drawing/2014/main" id="{D475BFDF-9ADD-DBFA-90C5-E82F390EDBAC}"/>
                </a:ext>
              </a:extLst>
            </p:cNvPr>
            <p:cNvCxnSpPr>
              <a:cxnSpLocks/>
            </p:cNvCxnSpPr>
            <p:nvPr/>
          </p:nvCxnSpPr>
          <p:spPr>
            <a:xfrm>
              <a:off x="10578707" y="4664096"/>
              <a:ext cx="0" cy="80554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13" name="Fluxograma: Conector 2112">
            <a:extLst>
              <a:ext uri="{FF2B5EF4-FFF2-40B4-BE49-F238E27FC236}">
                <a16:creationId xmlns:a16="http://schemas.microsoft.com/office/drawing/2014/main" id="{462F1DB3-A155-E0EF-427A-5B37C5A82304}"/>
              </a:ext>
            </a:extLst>
          </p:cNvPr>
          <p:cNvSpPr/>
          <p:nvPr/>
        </p:nvSpPr>
        <p:spPr>
          <a:xfrm>
            <a:off x="11186470" y="890081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4" name="Fluxograma: Conector 2113">
            <a:extLst>
              <a:ext uri="{FF2B5EF4-FFF2-40B4-BE49-F238E27FC236}">
                <a16:creationId xmlns:a16="http://schemas.microsoft.com/office/drawing/2014/main" id="{5D05669D-E5BF-2300-F00D-DB23BC706342}"/>
              </a:ext>
            </a:extLst>
          </p:cNvPr>
          <p:cNvSpPr/>
          <p:nvPr/>
        </p:nvSpPr>
        <p:spPr>
          <a:xfrm>
            <a:off x="11186470" y="1710378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5" name="Fluxograma: Conector 2114">
            <a:extLst>
              <a:ext uri="{FF2B5EF4-FFF2-40B4-BE49-F238E27FC236}">
                <a16:creationId xmlns:a16="http://schemas.microsoft.com/office/drawing/2014/main" id="{94C86A23-47F8-29EB-36D6-B90F0DC1DF7B}"/>
              </a:ext>
            </a:extLst>
          </p:cNvPr>
          <p:cNvSpPr/>
          <p:nvPr/>
        </p:nvSpPr>
        <p:spPr>
          <a:xfrm>
            <a:off x="11186470" y="2487618"/>
            <a:ext cx="457200" cy="457200"/>
          </a:xfrm>
          <a:prstGeom prst="flowChartConnector">
            <a:avLst/>
          </a:prstGeom>
          <a:solidFill>
            <a:srgbClr val="B23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6" name="Fluxograma: Conector 2115">
            <a:extLst>
              <a:ext uri="{FF2B5EF4-FFF2-40B4-BE49-F238E27FC236}">
                <a16:creationId xmlns:a16="http://schemas.microsoft.com/office/drawing/2014/main" id="{0D23C0F3-0689-F4FC-DAFD-06F240B5937D}"/>
              </a:ext>
            </a:extLst>
          </p:cNvPr>
          <p:cNvSpPr/>
          <p:nvPr/>
        </p:nvSpPr>
        <p:spPr>
          <a:xfrm>
            <a:off x="11186470" y="3309829"/>
            <a:ext cx="457200" cy="457200"/>
          </a:xfrm>
          <a:prstGeom prst="flowChartConnector">
            <a:avLst/>
          </a:prstGeom>
          <a:solidFill>
            <a:srgbClr val="3A5A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7" name="Fluxograma: Conector 2116">
            <a:extLst>
              <a:ext uri="{FF2B5EF4-FFF2-40B4-BE49-F238E27FC236}">
                <a16:creationId xmlns:a16="http://schemas.microsoft.com/office/drawing/2014/main" id="{E3CCDA33-0F11-DFF8-6666-070CBCB8A3CC}"/>
              </a:ext>
            </a:extLst>
          </p:cNvPr>
          <p:cNvSpPr/>
          <p:nvPr/>
        </p:nvSpPr>
        <p:spPr>
          <a:xfrm>
            <a:off x="11203239" y="4123707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8" name="Fluxograma: Conector 2117">
            <a:extLst>
              <a:ext uri="{FF2B5EF4-FFF2-40B4-BE49-F238E27FC236}">
                <a16:creationId xmlns:a16="http://schemas.microsoft.com/office/drawing/2014/main" id="{61B0835C-2C56-56AD-0233-8D3A4F16148F}"/>
              </a:ext>
            </a:extLst>
          </p:cNvPr>
          <p:cNvSpPr/>
          <p:nvPr/>
        </p:nvSpPr>
        <p:spPr>
          <a:xfrm>
            <a:off x="11203239" y="4917627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9" name="Fluxograma: Conector 2118">
            <a:extLst>
              <a:ext uri="{FF2B5EF4-FFF2-40B4-BE49-F238E27FC236}">
                <a16:creationId xmlns:a16="http://schemas.microsoft.com/office/drawing/2014/main" id="{C265D60B-BA66-8ACD-A8AA-BB4494C53279}"/>
              </a:ext>
            </a:extLst>
          </p:cNvPr>
          <p:cNvSpPr/>
          <p:nvPr/>
        </p:nvSpPr>
        <p:spPr>
          <a:xfrm>
            <a:off x="11203239" y="5760672"/>
            <a:ext cx="457200" cy="45720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1" name="CaixaDeTexto 2120">
            <a:extLst>
              <a:ext uri="{FF2B5EF4-FFF2-40B4-BE49-F238E27FC236}">
                <a16:creationId xmlns:a16="http://schemas.microsoft.com/office/drawing/2014/main" id="{A56E3535-4306-CB1B-B0F3-71AFF5DF6CE7}"/>
              </a:ext>
            </a:extLst>
          </p:cNvPr>
          <p:cNvSpPr txBox="1"/>
          <p:nvPr/>
        </p:nvSpPr>
        <p:spPr>
          <a:xfrm>
            <a:off x="2173217" y="3108027"/>
            <a:ext cx="129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 e verde escuro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2" name="CaixaDeTexto 2121">
            <a:extLst>
              <a:ext uri="{FF2B5EF4-FFF2-40B4-BE49-F238E27FC236}">
                <a16:creationId xmlns:a16="http://schemas.microsoft.com/office/drawing/2014/main" id="{551C9AA0-CCA6-966C-18A4-B80A5B430F1E}"/>
              </a:ext>
            </a:extLst>
          </p:cNvPr>
          <p:cNvSpPr txBox="1"/>
          <p:nvPr/>
        </p:nvSpPr>
        <p:spPr>
          <a:xfrm>
            <a:off x="3643304" y="3108027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02 - PADRÃO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 e </a:t>
            </a:r>
            <a:r>
              <a:rPr lang="en-US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 escuro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5" name="CaixaDeTexto 2124">
            <a:extLst>
              <a:ext uri="{FF2B5EF4-FFF2-40B4-BE49-F238E27FC236}">
                <a16:creationId xmlns:a16="http://schemas.microsoft.com/office/drawing/2014/main" id="{B9FDA825-B419-8146-EFB0-D8E8C5375544}"/>
              </a:ext>
            </a:extLst>
          </p:cNvPr>
          <p:cNvSpPr txBox="1"/>
          <p:nvPr/>
        </p:nvSpPr>
        <p:spPr>
          <a:xfrm>
            <a:off x="7985794" y="3118674"/>
            <a:ext cx="1369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r>
              <a:rPr lang="en-US" sz="12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 verde claro</a:t>
            </a:r>
          </a:p>
        </p:txBody>
      </p:sp>
      <p:sp>
        <p:nvSpPr>
          <p:cNvPr id="2126" name="CaixaDeTexto 2125">
            <a:extLst>
              <a:ext uri="{FF2B5EF4-FFF2-40B4-BE49-F238E27FC236}">
                <a16:creationId xmlns:a16="http://schemas.microsoft.com/office/drawing/2014/main" id="{D93A73B8-CB60-19AE-91CE-937AB36A01B0}"/>
              </a:ext>
            </a:extLst>
          </p:cNvPr>
          <p:cNvSpPr txBox="1"/>
          <p:nvPr/>
        </p:nvSpPr>
        <p:spPr>
          <a:xfrm>
            <a:off x="9489924" y="3108027"/>
            <a:ext cx="1294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7" name="CaixaDeTexto 2126">
            <a:extLst>
              <a:ext uri="{FF2B5EF4-FFF2-40B4-BE49-F238E27FC236}">
                <a16:creationId xmlns:a16="http://schemas.microsoft.com/office/drawing/2014/main" id="{FBA46691-1FD8-5D41-CBF3-A1D3062A9ABC}"/>
              </a:ext>
            </a:extLst>
          </p:cNvPr>
          <p:cNvSpPr txBox="1"/>
          <p:nvPr/>
        </p:nvSpPr>
        <p:spPr>
          <a:xfrm>
            <a:off x="2177454" y="6019578"/>
            <a:ext cx="129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9" name="CaixaDeTexto 2128">
            <a:extLst>
              <a:ext uri="{FF2B5EF4-FFF2-40B4-BE49-F238E27FC236}">
                <a16:creationId xmlns:a16="http://schemas.microsoft.com/office/drawing/2014/main" id="{3BF884F1-B364-1566-C02D-EAE8103F1D26}"/>
              </a:ext>
            </a:extLst>
          </p:cNvPr>
          <p:cNvSpPr txBox="1"/>
          <p:nvPr/>
        </p:nvSpPr>
        <p:spPr>
          <a:xfrm>
            <a:off x="3643304" y="6033366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 e verde claro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0" name="CaixaDeTexto 2129">
            <a:extLst>
              <a:ext uri="{FF2B5EF4-FFF2-40B4-BE49-F238E27FC236}">
                <a16:creationId xmlns:a16="http://schemas.microsoft.com/office/drawing/2014/main" id="{AF5C8435-CC8C-647F-BF18-4B9DD83C3DF1}"/>
              </a:ext>
            </a:extLst>
          </p:cNvPr>
          <p:cNvSpPr txBox="1"/>
          <p:nvPr/>
        </p:nvSpPr>
        <p:spPr>
          <a:xfrm>
            <a:off x="5072044" y="6016851"/>
            <a:ext cx="1348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verde escuro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1" name="CaixaDeTexto 2130">
            <a:extLst>
              <a:ext uri="{FF2B5EF4-FFF2-40B4-BE49-F238E27FC236}">
                <a16:creationId xmlns:a16="http://schemas.microsoft.com/office/drawing/2014/main" id="{FF4D934B-EFEE-2F82-01BD-0C491695D5FB}"/>
              </a:ext>
            </a:extLst>
          </p:cNvPr>
          <p:cNvSpPr txBox="1"/>
          <p:nvPr/>
        </p:nvSpPr>
        <p:spPr>
          <a:xfrm>
            <a:off x="6532896" y="6028748"/>
            <a:ext cx="1348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escuro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2" name="CaixaDeTexto 2131">
            <a:extLst>
              <a:ext uri="{FF2B5EF4-FFF2-40B4-BE49-F238E27FC236}">
                <a16:creationId xmlns:a16="http://schemas.microsoft.com/office/drawing/2014/main" id="{47568ED5-5B78-857C-6C16-083430E94545}"/>
              </a:ext>
            </a:extLst>
          </p:cNvPr>
          <p:cNvSpPr txBox="1"/>
          <p:nvPr/>
        </p:nvSpPr>
        <p:spPr>
          <a:xfrm>
            <a:off x="7977410" y="6016851"/>
            <a:ext cx="1369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33" name="CaixaDeTexto 2132">
            <a:extLst>
              <a:ext uri="{FF2B5EF4-FFF2-40B4-BE49-F238E27FC236}">
                <a16:creationId xmlns:a16="http://schemas.microsoft.com/office/drawing/2014/main" id="{3273B3A9-9A53-0E2A-E744-D5AABC876971}"/>
              </a:ext>
            </a:extLst>
          </p:cNvPr>
          <p:cNvSpPr txBox="1"/>
          <p:nvPr/>
        </p:nvSpPr>
        <p:spPr>
          <a:xfrm>
            <a:off x="9489924" y="6028748"/>
            <a:ext cx="129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cinza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Retângulo 1">
            <a:extLst>
              <a:ext uri="{FF2B5EF4-FFF2-40B4-BE49-F238E27FC236}">
                <a16:creationId xmlns:a16="http://schemas.microsoft.com/office/drawing/2014/main" id="{8726E907-FFE4-124D-17B2-AD95386173D8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87196325-88B9-F9EC-5E57-5CEECC49B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8" name="CaixaDeTexto 10">
            <a:extLst>
              <a:ext uri="{FF2B5EF4-FFF2-40B4-BE49-F238E27FC236}">
                <a16:creationId xmlns:a16="http://schemas.microsoft.com/office/drawing/2014/main" id="{738DBC7C-D4BC-BD20-DC74-E5C95AEDBA6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89CB24B8-DC83-A350-315F-6484CEDCA14D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BF38FCE1-0FCC-AD2F-46A3-1BD323049E31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22" name="CaixaDeTexto 10">
            <a:extLst>
              <a:ext uri="{FF2B5EF4-FFF2-40B4-BE49-F238E27FC236}">
                <a16:creationId xmlns:a16="http://schemas.microsoft.com/office/drawing/2014/main" id="{960442B4-6189-C760-1885-8803596A40F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3" name="CaixaDeTexto 10">
            <a:extLst>
              <a:ext uri="{FF2B5EF4-FFF2-40B4-BE49-F238E27FC236}">
                <a16:creationId xmlns:a16="http://schemas.microsoft.com/office/drawing/2014/main" id="{7F452F7A-19FA-2DCC-3CF6-F50B0DE10C0F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4" name="CaixaDeTexto 10">
            <a:extLst>
              <a:ext uri="{FF2B5EF4-FFF2-40B4-BE49-F238E27FC236}">
                <a16:creationId xmlns:a16="http://schemas.microsoft.com/office/drawing/2014/main" id="{CFC9FEF7-1DDB-9E0E-E3F0-E9C482291A5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26" name="CaixaDeTexto 15">
            <a:extLst>
              <a:ext uri="{FF2B5EF4-FFF2-40B4-BE49-F238E27FC236}">
                <a16:creationId xmlns:a16="http://schemas.microsoft.com/office/drawing/2014/main" id="{C7B316DD-3C18-A65D-AE18-2D94F2434046}"/>
              </a:ext>
            </a:extLst>
          </p:cNvPr>
          <p:cNvSpPr txBox="1"/>
          <p:nvPr/>
        </p:nvSpPr>
        <p:spPr>
          <a:xfrm>
            <a:off x="2072005" y="322704"/>
            <a:ext cx="4240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Sugestões de cores</a:t>
            </a:r>
            <a:endParaRPr kumimoji="0" lang="pt-BR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0C10F8-B617-0775-49EF-84D5A0DFBFBB}"/>
              </a:ext>
            </a:extLst>
          </p:cNvPr>
          <p:cNvSpPr txBox="1"/>
          <p:nvPr/>
        </p:nvSpPr>
        <p:spPr>
          <a:xfrm>
            <a:off x="5103463" y="3108328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8C63C4-A330-0214-282F-81288B4E62A9}"/>
              </a:ext>
            </a:extLst>
          </p:cNvPr>
          <p:cNvSpPr txBox="1"/>
          <p:nvPr/>
        </p:nvSpPr>
        <p:spPr>
          <a:xfrm>
            <a:off x="6563256" y="3102463"/>
            <a:ext cx="1287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claro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F5616FD-91F5-D6ED-CF26-94D0AB46CA30}"/>
              </a:ext>
            </a:extLst>
          </p:cNvPr>
          <p:cNvSpPr txBox="1"/>
          <p:nvPr/>
        </p:nvSpPr>
        <p:spPr>
          <a:xfrm>
            <a:off x="10918297" y="134728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7B469D-6699-23B5-AD30-F6C568D2BB5E}"/>
              </a:ext>
            </a:extLst>
          </p:cNvPr>
          <p:cNvSpPr txBox="1"/>
          <p:nvPr/>
        </p:nvSpPr>
        <p:spPr>
          <a:xfrm>
            <a:off x="10922607" y="2152564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2B5EDA-936C-437D-CAAA-BFCCC2DBAAFA}"/>
              </a:ext>
            </a:extLst>
          </p:cNvPr>
          <p:cNvSpPr txBox="1"/>
          <p:nvPr/>
        </p:nvSpPr>
        <p:spPr>
          <a:xfrm>
            <a:off x="10917334" y="2895874"/>
            <a:ext cx="9935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tijolo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D4FEA2A-509F-49B4-1B85-51078B851E43}"/>
              </a:ext>
            </a:extLst>
          </p:cNvPr>
          <p:cNvSpPr txBox="1"/>
          <p:nvPr/>
        </p:nvSpPr>
        <p:spPr>
          <a:xfrm>
            <a:off x="10853390" y="3773683"/>
            <a:ext cx="11214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CE90D7-CEBE-3190-1863-F5B0E3734668}"/>
              </a:ext>
            </a:extLst>
          </p:cNvPr>
          <p:cNvSpPr txBox="1"/>
          <p:nvPr/>
        </p:nvSpPr>
        <p:spPr>
          <a:xfrm>
            <a:off x="10926676" y="4562662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8857B70-14AC-E1E8-AB63-2805A8B9F469}"/>
              </a:ext>
            </a:extLst>
          </p:cNvPr>
          <p:cNvSpPr txBox="1"/>
          <p:nvPr/>
        </p:nvSpPr>
        <p:spPr>
          <a:xfrm>
            <a:off x="10935066" y="5374827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55238A5-E008-853F-F3A3-5624C1575DC1}"/>
              </a:ext>
            </a:extLst>
          </p:cNvPr>
          <p:cNvSpPr txBox="1"/>
          <p:nvPr/>
        </p:nvSpPr>
        <p:spPr>
          <a:xfrm>
            <a:off x="10917334" y="622287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16D56FA-8DA3-FEFF-9D0D-DB3AD4495ED2}"/>
              </a:ext>
            </a:extLst>
          </p:cNvPr>
          <p:cNvSpPr txBox="1"/>
          <p:nvPr/>
        </p:nvSpPr>
        <p:spPr>
          <a:xfrm rot="16200000">
            <a:off x="8790777" y="3308539"/>
            <a:ext cx="6479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Para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tonalidades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diferentes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que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precisem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desenvolvimento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terá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um </a:t>
            </a:r>
            <a:r>
              <a:rPr lang="en-US" sz="100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acréscimo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R$5</a:t>
            </a:r>
            <a:r>
              <a:rPr lang="en-US" sz="100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.0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00,00</a:t>
            </a:r>
            <a:endParaRPr kumimoji="0" lang="pt-BR" sz="10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85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</cp:revision>
  <dcterms:created xsi:type="dcterms:W3CDTF">2026-05-18T18:29:53Z</dcterms:created>
  <dcterms:modified xsi:type="dcterms:W3CDTF">2026-05-18T20:21:41Z</dcterms:modified>
</cp:coreProperties>
</file>